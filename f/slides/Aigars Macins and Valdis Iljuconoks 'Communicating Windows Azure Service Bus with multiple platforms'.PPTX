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4.xml" ContentType="application/vnd.openxmlformats-officedocument.theme+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5.xml" ContentType="application/vnd.openxmlformats-officedocument.theme+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4" r:id="rId6"/>
    <p:sldMasterId id="2147483809" r:id="rId7"/>
    <p:sldMasterId id="2147483811" r:id="rId8"/>
    <p:sldMasterId id="2147483832" r:id="rId9"/>
    <p:sldMasterId id="2147483856" r:id="rId10"/>
    <p:sldMasterId id="2147483868" r:id="rId11"/>
  </p:sldMasterIdLst>
  <p:notesMasterIdLst>
    <p:notesMasterId r:id="rId50"/>
  </p:notesMasterIdLst>
  <p:sldIdLst>
    <p:sldId id="438" r:id="rId12"/>
    <p:sldId id="508" r:id="rId13"/>
    <p:sldId id="511" r:id="rId14"/>
    <p:sldId id="523" r:id="rId15"/>
    <p:sldId id="512" r:id="rId16"/>
    <p:sldId id="479" r:id="rId17"/>
    <p:sldId id="480" r:id="rId18"/>
    <p:sldId id="481" r:id="rId19"/>
    <p:sldId id="482" r:id="rId20"/>
    <p:sldId id="513" r:id="rId21"/>
    <p:sldId id="520" r:id="rId22"/>
    <p:sldId id="516" r:id="rId23"/>
    <p:sldId id="514" r:id="rId24"/>
    <p:sldId id="517" r:id="rId25"/>
    <p:sldId id="522" r:id="rId26"/>
    <p:sldId id="518" r:id="rId27"/>
    <p:sldId id="521" r:id="rId28"/>
    <p:sldId id="519" r:id="rId29"/>
    <p:sldId id="483" r:id="rId30"/>
    <p:sldId id="484" r:id="rId31"/>
    <p:sldId id="459" r:id="rId32"/>
    <p:sldId id="504" r:id="rId33"/>
    <p:sldId id="497" r:id="rId34"/>
    <p:sldId id="505" r:id="rId35"/>
    <p:sldId id="503" r:id="rId36"/>
    <p:sldId id="506" r:id="rId37"/>
    <p:sldId id="509" r:id="rId38"/>
    <p:sldId id="507" r:id="rId39"/>
    <p:sldId id="498" r:id="rId40"/>
    <p:sldId id="494" r:id="rId41"/>
    <p:sldId id="495" r:id="rId42"/>
    <p:sldId id="500" r:id="rId43"/>
    <p:sldId id="501" r:id="rId44"/>
    <p:sldId id="502" r:id="rId45"/>
    <p:sldId id="499" r:id="rId46"/>
    <p:sldId id="493" r:id="rId47"/>
    <p:sldId id="496" r:id="rId48"/>
    <p:sldId id="510" r:id="rId49"/>
  </p:sldIdLst>
  <p:sldSz cx="9144000" cy="6858000" type="screen4x3"/>
  <p:notesSz cx="6858000" cy="9144000"/>
  <p:defaultTextStyle>
    <a:defPPr>
      <a:defRPr lang="en-US"/>
    </a:defPPr>
    <a:lvl1pPr marL="0" algn="l" defTabSz="1218885" rtl="0" eaLnBrk="1" latinLnBrk="0" hangingPunct="1">
      <a:defRPr sz="2400" kern="1200">
        <a:solidFill>
          <a:schemeClr val="tx1"/>
        </a:solidFill>
        <a:latin typeface="+mn-lt"/>
        <a:ea typeface="+mn-ea"/>
        <a:cs typeface="+mn-cs"/>
      </a:defRPr>
    </a:lvl1pPr>
    <a:lvl2pPr marL="609443" algn="l" defTabSz="1218885" rtl="0" eaLnBrk="1" latinLnBrk="0" hangingPunct="1">
      <a:defRPr sz="2400" kern="1200">
        <a:solidFill>
          <a:schemeClr val="tx1"/>
        </a:solidFill>
        <a:latin typeface="+mn-lt"/>
        <a:ea typeface="+mn-ea"/>
        <a:cs typeface="+mn-cs"/>
      </a:defRPr>
    </a:lvl2pPr>
    <a:lvl3pPr marL="1218885" algn="l" defTabSz="1218885" rtl="0" eaLnBrk="1" latinLnBrk="0" hangingPunct="1">
      <a:defRPr sz="2400" kern="1200">
        <a:solidFill>
          <a:schemeClr val="tx1"/>
        </a:solidFill>
        <a:latin typeface="+mn-lt"/>
        <a:ea typeface="+mn-ea"/>
        <a:cs typeface="+mn-cs"/>
      </a:defRPr>
    </a:lvl3pPr>
    <a:lvl4pPr marL="1828328" algn="l" defTabSz="1218885" rtl="0" eaLnBrk="1" latinLnBrk="0" hangingPunct="1">
      <a:defRPr sz="2400" kern="1200">
        <a:solidFill>
          <a:schemeClr val="tx1"/>
        </a:solidFill>
        <a:latin typeface="+mn-lt"/>
        <a:ea typeface="+mn-ea"/>
        <a:cs typeface="+mn-cs"/>
      </a:defRPr>
    </a:lvl4pPr>
    <a:lvl5pPr marL="2437771" algn="l" defTabSz="1218885" rtl="0" eaLnBrk="1" latinLnBrk="0" hangingPunct="1">
      <a:defRPr sz="2400" kern="1200">
        <a:solidFill>
          <a:schemeClr val="tx1"/>
        </a:solidFill>
        <a:latin typeface="+mn-lt"/>
        <a:ea typeface="+mn-ea"/>
        <a:cs typeface="+mn-cs"/>
      </a:defRPr>
    </a:lvl5pPr>
    <a:lvl6pPr marL="3047213" algn="l" defTabSz="1218885" rtl="0" eaLnBrk="1" latinLnBrk="0" hangingPunct="1">
      <a:defRPr sz="2400" kern="1200">
        <a:solidFill>
          <a:schemeClr val="tx1"/>
        </a:solidFill>
        <a:latin typeface="+mn-lt"/>
        <a:ea typeface="+mn-ea"/>
        <a:cs typeface="+mn-cs"/>
      </a:defRPr>
    </a:lvl6pPr>
    <a:lvl7pPr marL="3656656" algn="l" defTabSz="1218885" rtl="0" eaLnBrk="1" latinLnBrk="0" hangingPunct="1">
      <a:defRPr sz="2400" kern="1200">
        <a:solidFill>
          <a:schemeClr val="tx1"/>
        </a:solidFill>
        <a:latin typeface="+mn-lt"/>
        <a:ea typeface="+mn-ea"/>
        <a:cs typeface="+mn-cs"/>
      </a:defRPr>
    </a:lvl7pPr>
    <a:lvl8pPr marL="4266097" algn="l" defTabSz="1218885" rtl="0" eaLnBrk="1" latinLnBrk="0" hangingPunct="1">
      <a:defRPr sz="2400" kern="1200">
        <a:solidFill>
          <a:schemeClr val="tx1"/>
        </a:solidFill>
        <a:latin typeface="+mn-lt"/>
        <a:ea typeface="+mn-ea"/>
        <a:cs typeface="+mn-cs"/>
      </a:defRPr>
    </a:lvl8pPr>
    <a:lvl9pPr marL="4875541" algn="l" defTabSz="1218885"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73" userDrawn="1">
          <p15:clr>
            <a:srgbClr val="A4A3A4"/>
          </p15:clr>
        </p15:guide>
        <p15:guide id="2" orient="horz" pos="915" userDrawn="1">
          <p15:clr>
            <a:srgbClr val="A4A3A4"/>
          </p15:clr>
        </p15:guide>
        <p15:guide id="3" orient="horz" pos="151" userDrawn="1">
          <p15:clr>
            <a:srgbClr val="A4A3A4"/>
          </p15:clr>
        </p15:guide>
        <p15:guide id="4" pos="2880" userDrawn="1">
          <p15:clr>
            <a:srgbClr val="A4A3A4"/>
          </p15:clr>
        </p15:guide>
        <p15:guide id="5" pos="250" userDrawn="1">
          <p15:clr>
            <a:srgbClr val="A4A3A4"/>
          </p15:clr>
        </p15:guide>
        <p15:guide id="6" pos="5521" userDrawn="1">
          <p15:clr>
            <a:srgbClr val="A4A3A4"/>
          </p15:clr>
        </p15:guide>
        <p15:guide id="7" pos="1309"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teven R. Woodward" initials="SRW" lastIdx="3" clrIdx="0"/>
  <p:cmAuthor id="1" name="ADI" initials="A"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A00"/>
    <a:srgbClr val="FCFCFC"/>
    <a:srgbClr val="FD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790" autoAdjust="0"/>
    <p:restoredTop sz="84471" autoAdjust="0"/>
  </p:normalViewPr>
  <p:slideViewPr>
    <p:cSldViewPr snapToGrid="0">
      <p:cViewPr varScale="1">
        <p:scale>
          <a:sx n="86" d="100"/>
          <a:sy n="86" d="100"/>
        </p:scale>
        <p:origin x="1301" y="62"/>
      </p:cViewPr>
      <p:guideLst>
        <p:guide orient="horz" pos="3973"/>
        <p:guide orient="horz" pos="915"/>
        <p:guide orient="horz" pos="151"/>
        <p:guide pos="2880"/>
        <p:guide pos="250"/>
        <p:guide pos="5521"/>
        <p:guide pos="1309"/>
      </p:guideLst>
    </p:cSldViewPr>
  </p:slideViewPr>
  <p:notesTextViewPr>
    <p:cViewPr>
      <p:scale>
        <a:sx n="150" d="100"/>
        <a:sy n="150" d="100"/>
      </p:scale>
      <p:origin x="0" y="0"/>
    </p:cViewPr>
  </p:notesTextViewPr>
  <p:sorterViewPr>
    <p:cViewPr varScale="1">
      <p:scale>
        <a:sx n="1" d="1"/>
        <a:sy n="1" d="1"/>
      </p:scale>
      <p:origin x="0" y="0"/>
    </p:cViewPr>
  </p:sorterViewPr>
  <p:notesViewPr>
    <p:cSldViewPr snapToGrid="0">
      <p:cViewPr varScale="1">
        <p:scale>
          <a:sx n="87" d="100"/>
          <a:sy n="87" d="100"/>
        </p:scale>
        <p:origin x="-190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openxmlformats.org/officeDocument/2006/relationships/slide" Target="slides/slide28.xml"/><Relationship Id="rId21" Type="http://schemas.openxmlformats.org/officeDocument/2006/relationships/slide" Target="slides/slide10.xml"/><Relationship Id="rId34" Type="http://schemas.openxmlformats.org/officeDocument/2006/relationships/slide" Target="slides/slide23.xml"/><Relationship Id="rId42" Type="http://schemas.openxmlformats.org/officeDocument/2006/relationships/slide" Target="slides/slide31.xml"/><Relationship Id="rId47" Type="http://schemas.openxmlformats.org/officeDocument/2006/relationships/slide" Target="slides/slide36.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2.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slide" Target="slides/slide22.xml"/><Relationship Id="rId38" Type="http://schemas.openxmlformats.org/officeDocument/2006/relationships/slide" Target="slides/slide27.xml"/><Relationship Id="rId46" Type="http://schemas.openxmlformats.org/officeDocument/2006/relationships/slide" Target="slides/slide35.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41" Type="http://schemas.openxmlformats.org/officeDocument/2006/relationships/slide" Target="slides/slide30.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Master" Target="slideMasters/slideMaster6.xml"/><Relationship Id="rId24" Type="http://schemas.openxmlformats.org/officeDocument/2006/relationships/slide" Target="slides/slide13.xml"/><Relationship Id="rId32" Type="http://schemas.openxmlformats.org/officeDocument/2006/relationships/slide" Target="slides/slide21.xml"/><Relationship Id="rId37" Type="http://schemas.openxmlformats.org/officeDocument/2006/relationships/slide" Target="slides/slide26.xml"/><Relationship Id="rId40" Type="http://schemas.openxmlformats.org/officeDocument/2006/relationships/slide" Target="slides/slide29.xml"/><Relationship Id="rId45" Type="http://schemas.openxmlformats.org/officeDocument/2006/relationships/slide" Target="slides/slide34.xml"/><Relationship Id="rId53"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slide" Target="slides/slide25.xml"/><Relationship Id="rId49" Type="http://schemas.openxmlformats.org/officeDocument/2006/relationships/slide" Target="slides/slide38.xml"/><Relationship Id="rId10" Type="http://schemas.openxmlformats.org/officeDocument/2006/relationships/slideMaster" Target="slideMasters/slideMaster5.xml"/><Relationship Id="rId19" Type="http://schemas.openxmlformats.org/officeDocument/2006/relationships/slide" Target="slides/slide8.xml"/><Relationship Id="rId31" Type="http://schemas.openxmlformats.org/officeDocument/2006/relationships/slide" Target="slides/slide20.xml"/><Relationship Id="rId44" Type="http://schemas.openxmlformats.org/officeDocument/2006/relationships/slide" Target="slides/slide33.xml"/><Relationship Id="rId52"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Master" Target="slideMasters/slideMaster4.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slide" Target="slides/slide24.xml"/><Relationship Id="rId43" Type="http://schemas.openxmlformats.org/officeDocument/2006/relationships/slide" Target="slides/slide32.xml"/><Relationship Id="rId48" Type="http://schemas.openxmlformats.org/officeDocument/2006/relationships/slide" Target="slides/slide37.xml"/><Relationship Id="rId8" Type="http://schemas.openxmlformats.org/officeDocument/2006/relationships/slideMaster" Target="slideMasters/slideMaster3.xml"/><Relationship Id="rId51" Type="http://schemas.openxmlformats.org/officeDocument/2006/relationships/commentAuthors" Target="commentAuthors.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EBCAE-D75D-4E80-A224-5153BADBD425}" type="datetimeFigureOut">
              <a:rPr lang="en-US" smtClean="0"/>
              <a:t>9/16/2013</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6F39D3-44DA-48FC-8637-E09CF8CC5184}" type="slidenum">
              <a:rPr lang="en-US" smtClean="0"/>
              <a:t>‹#›</a:t>
            </a:fld>
            <a:endParaRPr lang="en-US" dirty="0"/>
          </a:p>
        </p:txBody>
      </p:sp>
    </p:spTree>
    <p:extLst>
      <p:ext uri="{BB962C8B-B14F-4D97-AF65-F5344CB8AC3E}">
        <p14:creationId xmlns:p14="http://schemas.microsoft.com/office/powerpoint/2010/main" val="4077974260"/>
      </p:ext>
    </p:extLst>
  </p:cSld>
  <p:clrMap bg1="lt1" tx1="dk1" bg2="lt2" tx2="dk2" accent1="accent1" accent2="accent2" accent3="accent3" accent4="accent4" accent5="accent5" accent6="accent6" hlink="hlink" folHlink="folHlink"/>
  <p:notesStyle>
    <a:lvl1pPr marL="0" algn="l" defTabSz="1218885" rtl="0" eaLnBrk="1" latinLnBrk="0" hangingPunct="1">
      <a:defRPr sz="1600" kern="1200">
        <a:solidFill>
          <a:schemeClr val="tx1"/>
        </a:solidFill>
        <a:latin typeface="+mn-lt"/>
        <a:ea typeface="+mn-ea"/>
        <a:cs typeface="+mn-cs"/>
      </a:defRPr>
    </a:lvl1pPr>
    <a:lvl2pPr marL="609443" algn="l" defTabSz="1218885" rtl="0" eaLnBrk="1" latinLnBrk="0" hangingPunct="1">
      <a:defRPr sz="1600" kern="1200">
        <a:solidFill>
          <a:schemeClr val="tx1"/>
        </a:solidFill>
        <a:latin typeface="+mn-lt"/>
        <a:ea typeface="+mn-ea"/>
        <a:cs typeface="+mn-cs"/>
      </a:defRPr>
    </a:lvl2pPr>
    <a:lvl3pPr marL="1218885" algn="l" defTabSz="1218885" rtl="0" eaLnBrk="1" latinLnBrk="0" hangingPunct="1">
      <a:defRPr sz="1600" kern="1200">
        <a:solidFill>
          <a:schemeClr val="tx1"/>
        </a:solidFill>
        <a:latin typeface="+mn-lt"/>
        <a:ea typeface="+mn-ea"/>
        <a:cs typeface="+mn-cs"/>
      </a:defRPr>
    </a:lvl3pPr>
    <a:lvl4pPr marL="1828328" algn="l" defTabSz="1218885" rtl="0" eaLnBrk="1" latinLnBrk="0" hangingPunct="1">
      <a:defRPr sz="1600" kern="1200">
        <a:solidFill>
          <a:schemeClr val="tx1"/>
        </a:solidFill>
        <a:latin typeface="+mn-lt"/>
        <a:ea typeface="+mn-ea"/>
        <a:cs typeface="+mn-cs"/>
      </a:defRPr>
    </a:lvl4pPr>
    <a:lvl5pPr marL="2437771" algn="l" defTabSz="1218885" rtl="0" eaLnBrk="1" latinLnBrk="0" hangingPunct="1">
      <a:defRPr sz="1600" kern="1200">
        <a:solidFill>
          <a:schemeClr val="tx1"/>
        </a:solidFill>
        <a:latin typeface="+mn-lt"/>
        <a:ea typeface="+mn-ea"/>
        <a:cs typeface="+mn-cs"/>
      </a:defRPr>
    </a:lvl5pPr>
    <a:lvl6pPr marL="3047213" algn="l" defTabSz="1218885" rtl="0" eaLnBrk="1" latinLnBrk="0" hangingPunct="1">
      <a:defRPr sz="1600" kern="1200">
        <a:solidFill>
          <a:schemeClr val="tx1"/>
        </a:solidFill>
        <a:latin typeface="+mn-lt"/>
        <a:ea typeface="+mn-ea"/>
        <a:cs typeface="+mn-cs"/>
      </a:defRPr>
    </a:lvl6pPr>
    <a:lvl7pPr marL="3656656" algn="l" defTabSz="1218885" rtl="0" eaLnBrk="1" latinLnBrk="0" hangingPunct="1">
      <a:defRPr sz="1600" kern="1200">
        <a:solidFill>
          <a:schemeClr val="tx1"/>
        </a:solidFill>
        <a:latin typeface="+mn-lt"/>
        <a:ea typeface="+mn-ea"/>
        <a:cs typeface="+mn-cs"/>
      </a:defRPr>
    </a:lvl7pPr>
    <a:lvl8pPr marL="4266097" algn="l" defTabSz="1218885" rtl="0" eaLnBrk="1" latinLnBrk="0" hangingPunct="1">
      <a:defRPr sz="1600" kern="1200">
        <a:solidFill>
          <a:schemeClr val="tx1"/>
        </a:solidFill>
        <a:latin typeface="+mn-lt"/>
        <a:ea typeface="+mn-ea"/>
        <a:cs typeface="+mn-cs"/>
      </a:defRPr>
    </a:lvl8pPr>
    <a:lvl9pPr marL="4875541" algn="l" defTabSz="1218885"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1</a:t>
            </a:fld>
            <a:endParaRPr lang="en-US" dirty="0"/>
          </a:p>
        </p:txBody>
      </p:sp>
    </p:spTree>
    <p:extLst>
      <p:ext uri="{BB962C8B-B14F-4D97-AF65-F5344CB8AC3E}">
        <p14:creationId xmlns:p14="http://schemas.microsoft.com/office/powerpoint/2010/main" val="29188259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lv-LV" dirty="0"/>
          </a:p>
        </p:txBody>
      </p:sp>
      <p:sp>
        <p:nvSpPr>
          <p:cNvPr id="4" name="Slide Number Placeholder 3"/>
          <p:cNvSpPr>
            <a:spLocks noGrp="1"/>
          </p:cNvSpPr>
          <p:nvPr>
            <p:ph type="sldNum" sz="quarter" idx="10"/>
          </p:nvPr>
        </p:nvSpPr>
        <p:spPr/>
        <p:txBody>
          <a:bodyPr/>
          <a:lstStyle/>
          <a:p>
            <a:fld id="{A76F39D3-44DA-48FC-8637-E09CF8CC5184}" type="slidenum">
              <a:rPr lang="en-US" smtClean="0"/>
              <a:t>2</a:t>
            </a:fld>
            <a:endParaRPr lang="en-US" dirty="0"/>
          </a:p>
        </p:txBody>
      </p:sp>
    </p:spTree>
    <p:extLst>
      <p:ext uri="{BB962C8B-B14F-4D97-AF65-F5344CB8AC3E}">
        <p14:creationId xmlns:p14="http://schemas.microsoft.com/office/powerpoint/2010/main" val="3142813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Although</a:t>
            </a:r>
            <a:r>
              <a:rPr lang="en-US" baseline="0" dirty="0" smtClean="0"/>
              <a:t> integrating systems is a key reason you would use service bus, it is also used within applications to decouple parts of the applications so that you can provide built in resilience and mechanism to scale your applications easily.  These slides illustrate both these principles starting with resilience.</a:t>
            </a:r>
          </a:p>
          <a:p>
            <a:endParaRPr lang="en-US" baseline="0" dirty="0" smtClean="0"/>
          </a:p>
          <a:p>
            <a:r>
              <a:rPr lang="en-US" baseline="0" dirty="0" smtClean="0"/>
              <a:t>In normal systems, components are tightly coupled which means that if any one of them fails, the whole thing fails and creates bad user experiences.</a:t>
            </a:r>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7</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By loosely coupling back and front ends of an application</a:t>
            </a:r>
            <a:r>
              <a:rPr lang="en-US" baseline="0" dirty="0" smtClean="0"/>
              <a:t> and shifting the application architecture to process transactions differently, the front end can send shipping requests first to a queue.  Once on the queue, the store front end can send an acknowledgement to the user confirming the order.  The assumption is that the order will get shipped.  If there is some downstream problem, the system will have to communicate back to the user outside of the order transaction (for example – maybe the requested shipping date was not available).</a:t>
            </a:r>
          </a:p>
          <a:p>
            <a:endParaRPr lang="en-US" baseline="0" dirty="0" smtClean="0"/>
          </a:p>
          <a:p>
            <a:r>
              <a:rPr lang="en-US" baseline="0" dirty="0" smtClean="0"/>
              <a:t>The Shipping service get’s orders from the queue in this architecture, it is not being SENT orders from the store front end.  When the shipping service is working correctly – it just continues to get orders from the queue.  If for some reason the Store Front end fails and there is a backlog of orders on the queue, the shipping service can still work.  Likewise, if the shipping service is down, the store front end can still take orders.</a:t>
            </a:r>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8</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9</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F39D3-44DA-48FC-8637-E09CF8CC5184}" type="slidenum">
              <a:rPr lang="en-US" smtClean="0"/>
              <a:t>11</a:t>
            </a:fld>
            <a:endParaRPr lang="en-US" dirty="0"/>
          </a:p>
        </p:txBody>
      </p:sp>
    </p:spTree>
    <p:extLst>
      <p:ext uri="{BB962C8B-B14F-4D97-AF65-F5344CB8AC3E}">
        <p14:creationId xmlns:p14="http://schemas.microsoft.com/office/powerpoint/2010/main" val="26544346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76F39D3-44DA-48FC-8637-E09CF8CC5184}" type="slidenum">
              <a:rPr lang="en-US" smtClean="0"/>
              <a:t>12</a:t>
            </a:fld>
            <a:endParaRPr lang="en-US" dirty="0"/>
          </a:p>
        </p:txBody>
      </p:sp>
    </p:spTree>
    <p:extLst>
      <p:ext uri="{BB962C8B-B14F-4D97-AF65-F5344CB8AC3E}">
        <p14:creationId xmlns:p14="http://schemas.microsoft.com/office/powerpoint/2010/main" val="480799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ida attēla vietturis 1"/>
          <p:cNvSpPr>
            <a:spLocks noGrp="1" noRot="1" noChangeAspect="1"/>
          </p:cNvSpPr>
          <p:nvPr>
            <p:ph type="sldImg"/>
          </p:nvPr>
        </p:nvSpPr>
        <p:spPr/>
      </p:sp>
      <p:sp>
        <p:nvSpPr>
          <p:cNvPr id="3" name="Piezīmju vietturis 2"/>
          <p:cNvSpPr>
            <a:spLocks noGrp="1"/>
          </p:cNvSpPr>
          <p:nvPr>
            <p:ph type="body" idx="1"/>
          </p:nvPr>
        </p:nvSpPr>
        <p:spPr/>
        <p:txBody>
          <a:bodyPr/>
          <a:lstStyle/>
          <a:p>
            <a:endParaRPr lang="lv-LV"/>
          </a:p>
        </p:txBody>
      </p:sp>
      <p:sp>
        <p:nvSpPr>
          <p:cNvPr id="4" name="Slaida numura vietturis 3"/>
          <p:cNvSpPr>
            <a:spLocks noGrp="1"/>
          </p:cNvSpPr>
          <p:nvPr>
            <p:ph type="sldNum" sz="quarter" idx="10"/>
          </p:nvPr>
        </p:nvSpPr>
        <p:spPr/>
        <p:txBody>
          <a:bodyPr/>
          <a:lstStyle/>
          <a:p>
            <a:fld id="{A76F39D3-44DA-48FC-8637-E09CF8CC5184}" type="slidenum">
              <a:rPr lang="en-US" smtClean="0"/>
              <a:t>13</a:t>
            </a:fld>
            <a:endParaRPr lang="en-US" dirty="0"/>
          </a:p>
        </p:txBody>
      </p:sp>
    </p:spTree>
    <p:extLst>
      <p:ext uri="{BB962C8B-B14F-4D97-AF65-F5344CB8AC3E}">
        <p14:creationId xmlns:p14="http://schemas.microsoft.com/office/powerpoint/2010/main" val="32749744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ida attēla vietturis 1"/>
          <p:cNvSpPr>
            <a:spLocks noGrp="1" noRot="1" noChangeAspect="1"/>
          </p:cNvSpPr>
          <p:nvPr>
            <p:ph type="sldImg"/>
          </p:nvPr>
        </p:nvSpPr>
        <p:spPr/>
      </p:sp>
      <p:sp>
        <p:nvSpPr>
          <p:cNvPr id="3" name="Piezīmju vietturis 2"/>
          <p:cNvSpPr>
            <a:spLocks noGrp="1"/>
          </p:cNvSpPr>
          <p:nvPr>
            <p:ph type="body" idx="1"/>
          </p:nvPr>
        </p:nvSpPr>
        <p:spPr/>
        <p:txBody>
          <a:bodyPr/>
          <a:lstStyle/>
          <a:p>
            <a:endParaRPr lang="lv-LV"/>
          </a:p>
        </p:txBody>
      </p:sp>
      <p:sp>
        <p:nvSpPr>
          <p:cNvPr id="4" name="Slaida numura vietturis 3"/>
          <p:cNvSpPr>
            <a:spLocks noGrp="1"/>
          </p:cNvSpPr>
          <p:nvPr>
            <p:ph type="sldNum" sz="quarter" idx="10"/>
          </p:nvPr>
        </p:nvSpPr>
        <p:spPr/>
        <p:txBody>
          <a:bodyPr/>
          <a:lstStyle/>
          <a:p>
            <a:fld id="{A76F39D3-44DA-48FC-8637-E09CF8CC5184}" type="slidenum">
              <a:rPr lang="en-US" smtClean="0"/>
              <a:t>14</a:t>
            </a:fld>
            <a:endParaRPr lang="en-US" dirty="0"/>
          </a:p>
        </p:txBody>
      </p:sp>
    </p:spTree>
    <p:extLst>
      <p:ext uri="{BB962C8B-B14F-4D97-AF65-F5344CB8AC3E}">
        <p14:creationId xmlns:p14="http://schemas.microsoft.com/office/powerpoint/2010/main" val="5278984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ida attēla vietturis 1"/>
          <p:cNvSpPr>
            <a:spLocks noGrp="1" noRot="1" noChangeAspect="1"/>
          </p:cNvSpPr>
          <p:nvPr>
            <p:ph type="sldImg"/>
          </p:nvPr>
        </p:nvSpPr>
        <p:spPr/>
      </p:sp>
      <p:sp>
        <p:nvSpPr>
          <p:cNvPr id="3" name="Piezīmju vietturis 2"/>
          <p:cNvSpPr>
            <a:spLocks noGrp="1"/>
          </p:cNvSpPr>
          <p:nvPr>
            <p:ph type="body" idx="1"/>
          </p:nvPr>
        </p:nvSpPr>
        <p:spPr/>
        <p:txBody>
          <a:bodyPr/>
          <a:lstStyle/>
          <a:p>
            <a:endParaRPr lang="lv-LV"/>
          </a:p>
        </p:txBody>
      </p:sp>
      <p:sp>
        <p:nvSpPr>
          <p:cNvPr id="4" name="Slaida numura vietturis 3"/>
          <p:cNvSpPr>
            <a:spLocks noGrp="1"/>
          </p:cNvSpPr>
          <p:nvPr>
            <p:ph type="sldNum" sz="quarter" idx="10"/>
          </p:nvPr>
        </p:nvSpPr>
        <p:spPr/>
        <p:txBody>
          <a:bodyPr/>
          <a:lstStyle/>
          <a:p>
            <a:fld id="{A76F39D3-44DA-48FC-8637-E09CF8CC5184}" type="slidenum">
              <a:rPr lang="en-US" smtClean="0"/>
              <a:t>18</a:t>
            </a:fld>
            <a:endParaRPr lang="en-US" dirty="0"/>
          </a:p>
        </p:txBody>
      </p:sp>
    </p:spTree>
    <p:extLst>
      <p:ext uri="{BB962C8B-B14F-4D97-AF65-F5344CB8AC3E}">
        <p14:creationId xmlns:p14="http://schemas.microsoft.com/office/powerpoint/2010/main" val="39279061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19</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In this example we show that the shipping service can itself consist of multiple instances of worker processes that are pulling orders from</a:t>
            </a:r>
            <a:r>
              <a:rPr lang="en-US" baseline="0" dirty="0" smtClean="0"/>
              <a:t> the order queue.  Each process will just pull one order, the queue guarantees order as well as ensuring that only 1 message is delivered to one instance of the tracking service.  In this way, if you have many orders coming in, it is easy to add more worker instances to process these orders.</a:t>
            </a:r>
            <a:endParaRPr lang="en-US" dirty="0"/>
          </a:p>
        </p:txBody>
      </p:sp>
      <p:sp>
        <p:nvSpPr>
          <p:cNvPr id="4" name="Slide Number Placeholder 3"/>
          <p:cNvSpPr>
            <a:spLocks noGrp="1"/>
          </p:cNvSpPr>
          <p:nvPr>
            <p:ph type="sldNum" sz="quarter" idx="10"/>
          </p:nvPr>
        </p:nvSpPr>
        <p:spPr/>
        <p:txBody>
          <a:bodyPr/>
          <a:lstStyle/>
          <a:p>
            <a:fld id="{82AABF77-E2E4-44CA-BA5C-65E132CF08D8}" type="slidenum">
              <a:rPr lang="en-US" smtClean="0">
                <a:solidFill>
                  <a:prstClr val="black"/>
                </a:solidFill>
              </a:rPr>
              <a:pPr/>
              <a:t>20</a:t>
            </a:fld>
            <a:endParaRPr lang="en-US" dirty="0">
              <a:solidFill>
                <a:prstClr val="black"/>
              </a:solidFill>
            </a:endParaRPr>
          </a:p>
        </p:txBody>
      </p:sp>
    </p:spTree>
    <p:extLst>
      <p:ext uri="{BB962C8B-B14F-4D97-AF65-F5344CB8AC3E}">
        <p14:creationId xmlns:p14="http://schemas.microsoft.com/office/powerpoint/2010/main" val="598847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Service Bus 1.0 supports the same brokered messaging feature set as the Windows Azure Service Bus. Service Bus queues offer reliable message storage and retrieval with a choice of protocols and APIs. </a:t>
            </a:r>
          </a:p>
          <a:p>
            <a:endParaRPr lang="en-US" dirty="0" smtClean="0"/>
          </a:p>
          <a:p>
            <a:r>
              <a:rPr lang="en-US" b="1" dirty="0" smtClean="0"/>
              <a:t>Service Bus Queues</a:t>
            </a:r>
          </a:p>
          <a:p>
            <a:r>
              <a:rPr lang="en-US" dirty="0" smtClean="0"/>
              <a:t>Service Bus queues provide load leveling by allowing the message receiver to process messages at its own pace. In addition, Service Bus queues provide load balancing by having multiple competing receivers that accept messages from the same queue. </a:t>
            </a:r>
          </a:p>
          <a:p>
            <a:endParaRPr lang="en-US" dirty="0" smtClean="0"/>
          </a:p>
          <a:p>
            <a:r>
              <a:rPr lang="en-US" b="1" dirty="0" smtClean="0"/>
              <a:t>Service Bus Topics</a:t>
            </a:r>
          </a:p>
          <a:p>
            <a:r>
              <a:rPr lang="en-US" dirty="0" smtClean="0"/>
              <a:t>In addition to queue features, Service Bus topics and subscriptions provide rich publish-subscribe capabilities that enable multiple, concurrent subscribers to independently retrieve filtered or unfiltered views of the published message stream. </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21</a:t>
            </a:fld>
            <a:endParaRPr lang="en-US" dirty="0"/>
          </a:p>
        </p:txBody>
      </p:sp>
    </p:spTree>
    <p:extLst>
      <p:ext uri="{BB962C8B-B14F-4D97-AF65-F5344CB8AC3E}">
        <p14:creationId xmlns:p14="http://schemas.microsoft.com/office/powerpoint/2010/main" val="52519265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0138" y="698500"/>
            <a:ext cx="4657725" cy="3492500"/>
          </a:xfrm>
        </p:spPr>
      </p:sp>
      <p:sp>
        <p:nvSpPr>
          <p:cNvPr id="3" name="Notes Placeholder 2"/>
          <p:cNvSpPr>
            <a:spLocks noGrp="1"/>
          </p:cNvSpPr>
          <p:nvPr>
            <p:ph type="body" idx="1"/>
          </p:nvPr>
        </p:nvSpPr>
        <p:spPr/>
        <p:txBody>
          <a:bodyPr/>
          <a:lstStyle/>
          <a:p>
            <a:r>
              <a:rPr lang="en-US" dirty="0" smtClean="0"/>
              <a:t>Service Bus Queues support a </a:t>
            </a:r>
            <a:r>
              <a:rPr lang="en-US" b="1" dirty="0" smtClean="0"/>
              <a:t>brokered messaging communication</a:t>
            </a:r>
            <a:r>
              <a:rPr lang="en-US" dirty="0" smtClean="0"/>
              <a:t> model. When using queues, components of a distributed application do not communicate directly with each other, they instead exchange messages via a queue, which acts as an intermediary. A message producer (sender) hands off a message to the queue and then continues its processing. Asynchronously, a message consumer (receiver) pulls the message from the queue and processes it. The producer does not have to wait for a reply from the consumer in order to continue to process and send further messages. </a:t>
            </a:r>
          </a:p>
          <a:p>
            <a:endParaRPr lang="en-US" dirty="0" smtClean="0"/>
          </a:p>
          <a:p>
            <a:r>
              <a:rPr lang="en-US" dirty="0" smtClean="0"/>
              <a:t>Queues offer </a:t>
            </a:r>
            <a:r>
              <a:rPr lang="en-US" b="1" dirty="0" smtClean="0"/>
              <a:t>First In, First Out (FIFO)</a:t>
            </a:r>
            <a:r>
              <a:rPr lang="en-US" dirty="0" smtClean="0"/>
              <a:t> message delivery to one or more competing consumers. That is, messages are typically received and processed by the receivers in the order in which they were added to the queue, and each message is received and processed by only one message consumer. Using queues can enable you to scale out your applications better, and enable more resiliency to your architecture.</a:t>
            </a:r>
          </a:p>
          <a:p>
            <a:endParaRPr lang="en-US" dirty="0" smtClean="0"/>
          </a:p>
          <a:p>
            <a:pPr marL="225425" indent="-225425" defTabSz="912312">
              <a:lnSpc>
                <a:spcPct val="90000"/>
              </a:lnSpc>
              <a:spcBef>
                <a:spcPts val="600"/>
              </a:spcBef>
              <a:spcAft>
                <a:spcPts val="300"/>
              </a:spcAft>
              <a:buFont typeface="Arial" pitchFamily="34" charset="0"/>
              <a:buChar char="•"/>
            </a:pPr>
            <a:r>
              <a:rPr lang="en-GB" dirty="0" smtClean="0"/>
              <a:t>Between web and worker roles in a multi-tier application.</a:t>
            </a:r>
          </a:p>
          <a:p>
            <a:pPr marL="225425" indent="-225425" defTabSz="912312">
              <a:lnSpc>
                <a:spcPct val="90000"/>
              </a:lnSpc>
              <a:spcBef>
                <a:spcPts val="600"/>
              </a:spcBef>
              <a:spcAft>
                <a:spcPts val="300"/>
              </a:spcAft>
              <a:buFont typeface="Arial" pitchFamily="34" charset="0"/>
              <a:buChar char="•"/>
            </a:pPr>
            <a:r>
              <a:rPr lang="en-GB" dirty="0" smtClean="0"/>
              <a:t>Between existing</a:t>
            </a:r>
            <a:r>
              <a:rPr lang="en-GB" baseline="0" dirty="0" smtClean="0"/>
              <a:t> </a:t>
            </a:r>
            <a:r>
              <a:rPr lang="en-GB" baseline="0" dirty="0" err="1" smtClean="0"/>
              <a:t>datacenter</a:t>
            </a:r>
            <a:r>
              <a:rPr lang="en-GB" dirty="0" smtClean="0"/>
              <a:t> apps and Windows Azure Pack hosted apps for a hybrid solution.</a:t>
            </a:r>
          </a:p>
          <a:p>
            <a:pPr marL="225425" indent="-225425" defTabSz="912312">
              <a:lnSpc>
                <a:spcPct val="90000"/>
              </a:lnSpc>
              <a:spcBef>
                <a:spcPts val="600"/>
              </a:spcBef>
              <a:spcAft>
                <a:spcPts val="300"/>
              </a:spcAft>
              <a:buFont typeface="Arial" pitchFamily="34" charset="0"/>
              <a:buChar char="•"/>
            </a:pPr>
            <a:r>
              <a:rPr lang="en-GB" dirty="0" smtClean="0"/>
              <a:t>Between components of a distributed application running on-premises in different organizations or departments of an organization.</a:t>
            </a:r>
          </a:p>
          <a:p>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22</a:t>
            </a:fld>
            <a:endParaRPr lang="en-US" dirty="0">
              <a:solidFill>
                <a:prstClr val="black"/>
              </a:solidFill>
            </a:endParaRPr>
          </a:p>
        </p:txBody>
      </p:sp>
    </p:spTree>
    <p:extLst>
      <p:ext uri="{BB962C8B-B14F-4D97-AF65-F5344CB8AC3E}">
        <p14:creationId xmlns:p14="http://schemas.microsoft.com/office/powerpoint/2010/main" val="40880991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Service Bus Queues support a </a:t>
            </a:r>
            <a:r>
              <a:rPr lang="en-US" b="1" dirty="0" smtClean="0"/>
              <a:t>brokered messaging communication</a:t>
            </a:r>
            <a:r>
              <a:rPr lang="en-US" dirty="0" smtClean="0"/>
              <a:t> model. When using queues, components of a distributed application do not communicate directly with each other, they instead exchange messages via a queue, which acts as an intermediary. A message producer (sender) hands off a message to the queue and then continues its processing. Asynchronously, a message consumer (receiver) pulls the message from the queue and processes it. The producer does not have to wait for a reply from the consumer in order to continue to process and send further messages. Queues offer </a:t>
            </a:r>
            <a:r>
              <a:rPr lang="en-US" b="1" dirty="0" smtClean="0"/>
              <a:t>First In, First Out (FIFO)</a:t>
            </a:r>
            <a:r>
              <a:rPr lang="en-US" dirty="0" smtClean="0"/>
              <a:t> message delivery to one or more competing consumers. That is, messages are typically received and processed by the receivers in the order in which they were added to the queue, and each message is received and processed by only one message consumer. Using queues can enable you to scale out your applications better, and enable more resiliency to your architecture.</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23</a:t>
            </a:fld>
            <a:endParaRPr lang="en-US" dirty="0"/>
          </a:p>
        </p:txBody>
      </p:sp>
    </p:spTree>
    <p:extLst>
      <p:ext uri="{BB962C8B-B14F-4D97-AF65-F5344CB8AC3E}">
        <p14:creationId xmlns:p14="http://schemas.microsoft.com/office/powerpoint/2010/main" val="3467554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0138" y="698500"/>
            <a:ext cx="4657725" cy="3492500"/>
          </a:xfrm>
        </p:spPr>
      </p:sp>
      <p:sp>
        <p:nvSpPr>
          <p:cNvPr id="3" name="Notes Placeholder 2"/>
          <p:cNvSpPr>
            <a:spLocks noGrp="1"/>
          </p:cNvSpPr>
          <p:nvPr>
            <p:ph type="body" idx="1"/>
          </p:nvPr>
        </p:nvSpPr>
        <p:spPr/>
        <p:txBody>
          <a:bodyPr/>
          <a:lstStyle/>
          <a:p>
            <a:r>
              <a:rPr lang="en-US" dirty="0" smtClean="0"/>
              <a:t>This is a simple animation that shows the basic mechanics of a queue.  We have publishers and consumers.  Using a simple API,</a:t>
            </a:r>
            <a:r>
              <a:rPr lang="en-US" baseline="0" dirty="0" smtClean="0"/>
              <a:t> a publisher creates a message that contains message properties and data.  These messages are created by the publisher and there does need to be some agreement between publishers and consumers on what the message properties and content are so that each understands how to handle the data in the messages.</a:t>
            </a:r>
          </a:p>
          <a:p>
            <a:endParaRPr lang="en-US" baseline="0" dirty="0" smtClean="0"/>
          </a:p>
          <a:p>
            <a:r>
              <a:rPr lang="en-US" baseline="0" dirty="0" smtClean="0"/>
              <a:t>The Queue itself does not PULL and it DOES NOT push data – it is simply a store for the messages and ensures the right ordered delivery of the messages for consumers who ASK for a message.</a:t>
            </a:r>
          </a:p>
          <a:p>
            <a:endParaRPr lang="en-US" baseline="0" dirty="0" smtClean="0"/>
          </a:p>
          <a:p>
            <a:r>
              <a:rPr lang="en-US" baseline="0" dirty="0" smtClean="0"/>
              <a:t>The typical pattern for consumers is to run in a loop, polling for messages from the queue.</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24</a:t>
            </a:fld>
            <a:endParaRPr lang="en-US" dirty="0">
              <a:solidFill>
                <a:prstClr val="black"/>
              </a:solidFill>
            </a:endParaRPr>
          </a:p>
        </p:txBody>
      </p:sp>
    </p:spTree>
    <p:extLst>
      <p:ext uri="{BB962C8B-B14F-4D97-AF65-F5344CB8AC3E}">
        <p14:creationId xmlns:p14="http://schemas.microsoft.com/office/powerpoint/2010/main" val="32860920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smtClean="0"/>
          </a:p>
          <a:p>
            <a:r>
              <a:rPr lang="en-US" b="1" dirty="0" smtClean="0"/>
              <a:t>Reliable Message Delivery</a:t>
            </a:r>
          </a:p>
          <a:p>
            <a:r>
              <a:rPr lang="en-US" dirty="0" smtClean="0"/>
              <a:t>The Service Bus service is a messaging infrastructure that sits between applications allowing them to exchange messages in a loosely coupled way for improved scale and resiliency. </a:t>
            </a:r>
          </a:p>
          <a:p>
            <a:endParaRPr lang="en-US" b="1" dirty="0" smtClean="0"/>
          </a:p>
          <a:p>
            <a:r>
              <a:rPr lang="en-US" b="1" dirty="0" smtClean="0"/>
              <a:t>Connect on-premises applications </a:t>
            </a:r>
            <a:r>
              <a:rPr lang="en-US" dirty="0" smtClean="0"/>
              <a:t>Service Bus Relay solves the challenges of communicating between traditional applications and the outside world by allowing traditional web services to project public endpoints. Systems can then access these web services, which continue to run on-premises from anywhere on the planet.</a:t>
            </a:r>
          </a:p>
          <a:p>
            <a:endParaRPr lang="en-US" dirty="0" smtClean="0"/>
          </a:p>
          <a:p>
            <a:r>
              <a:rPr lang="en-US" b="1" dirty="0" smtClean="0"/>
              <a:t>Queues</a:t>
            </a:r>
            <a:r>
              <a:rPr lang="en-US" b="1" baseline="0" dirty="0" smtClean="0"/>
              <a:t> and Topics</a:t>
            </a:r>
            <a:endParaRPr lang="en-US" b="1" dirty="0" smtClean="0"/>
          </a:p>
          <a:p>
            <a:r>
              <a:rPr lang="en-US" dirty="0" smtClean="0"/>
              <a:t>Service Bus Queues offer simple first in, first out guaranteed message delivery and supports a range of standard protocols (REST, AMQP, WS*) and API’s to put/pull messages on/off a queue. Service Bus Topics deliver messages to multiple subscriptions and easily fan out message delivery at scale to downstream systems.</a:t>
            </a:r>
          </a:p>
          <a:p>
            <a:endParaRPr lang="en-GB" dirty="0"/>
          </a:p>
        </p:txBody>
      </p:sp>
      <p:sp>
        <p:nvSpPr>
          <p:cNvPr id="4" name="Slide Number Placeholder 3"/>
          <p:cNvSpPr>
            <a:spLocks noGrp="1"/>
          </p:cNvSpPr>
          <p:nvPr>
            <p:ph type="sldNum" sz="quarter" idx="10"/>
          </p:nvPr>
        </p:nvSpPr>
        <p:spPr/>
        <p:txBody>
          <a:bodyPr/>
          <a:lstStyle/>
          <a:p>
            <a:fld id="{4B1D0724-9343-4524-9E0E-11976C0D8AD2}" type="slidenum">
              <a:rPr lang="en-GB" smtClean="0"/>
              <a:t>25</a:t>
            </a:fld>
            <a:endParaRPr lang="en-GB"/>
          </a:p>
        </p:txBody>
      </p:sp>
    </p:spTree>
    <p:extLst>
      <p:ext uri="{BB962C8B-B14F-4D97-AF65-F5344CB8AC3E}">
        <p14:creationId xmlns:p14="http://schemas.microsoft.com/office/powerpoint/2010/main" val="23638308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0138" y="698500"/>
            <a:ext cx="4657725" cy="3492500"/>
          </a:xfrm>
        </p:spPr>
      </p:sp>
      <p:sp>
        <p:nvSpPr>
          <p:cNvPr id="3" name="Notes Placeholder 2"/>
          <p:cNvSpPr>
            <a:spLocks noGrp="1"/>
          </p:cNvSpPr>
          <p:nvPr>
            <p:ph type="body" idx="1"/>
          </p:nvPr>
        </p:nvSpPr>
        <p:spPr/>
        <p:txBody>
          <a:bodyPr/>
          <a:lstStyle/>
          <a:p>
            <a:r>
              <a:rPr lang="en-US" b="0" dirty="0" smtClean="0"/>
              <a:t>Service Bus topics and subscriptions support a publish/subscribe messaging communication model. When using topics and subscriptions, components of a distributed application do not communicate directly with each other, they instead exchange messages via a topic, which acts as an intermediary.</a:t>
            </a:r>
          </a:p>
          <a:p>
            <a:r>
              <a:rPr lang="en-US" b="0" dirty="0" smtClean="0"/>
              <a:t>In contrast to Service Bus queues, where each message is processed by a single consumer, topics and subscriptions provide a one-to-many form of communication, using a publish/subscribe pattern. It is possible to register multiple subscriptions to a topic. When a message is sent to a topic, it is then made available to each subscription to handle/process independently.</a:t>
            </a:r>
          </a:p>
          <a:p>
            <a:r>
              <a:rPr lang="en-US" b="0" dirty="0" smtClean="0"/>
              <a:t>A topic subscription resembles a virtual queue that receives copies of the messages that were sent to the topic. You can optionally register filter rules for a topic on a per-subscription basis, which allows you to filter/restrict which messages to a topic are received by which topic subscriptions.</a:t>
            </a:r>
          </a:p>
          <a:p>
            <a:endParaRPr lang="en-US" b="0" dirty="0" smtClean="0"/>
          </a:p>
          <a:p>
            <a:pPr marL="225425" indent="-225425" defTabSz="912312">
              <a:lnSpc>
                <a:spcPct val="90000"/>
              </a:lnSpc>
              <a:spcBef>
                <a:spcPts val="600"/>
              </a:spcBef>
              <a:spcAft>
                <a:spcPts val="300"/>
              </a:spcAft>
              <a:buFont typeface="Arial" pitchFamily="34" charset="0"/>
              <a:buChar char="•"/>
            </a:pPr>
            <a:r>
              <a:rPr lang="en-GB" sz="1200" dirty="0" smtClean="0"/>
              <a:t>Service Bus topics and subscriptions support a publish/subscribe messaging communication model. </a:t>
            </a:r>
          </a:p>
          <a:p>
            <a:pPr marL="225425" indent="-225425" defTabSz="912312">
              <a:lnSpc>
                <a:spcPct val="90000"/>
              </a:lnSpc>
              <a:spcBef>
                <a:spcPts val="600"/>
              </a:spcBef>
              <a:spcAft>
                <a:spcPts val="300"/>
              </a:spcAft>
              <a:buFont typeface="Arial" pitchFamily="34" charset="0"/>
              <a:buChar char="•"/>
            </a:pPr>
            <a:r>
              <a:rPr lang="en-GB" sz="1200" dirty="0" smtClean="0"/>
              <a:t>Components of a distributed </a:t>
            </a:r>
            <a:br>
              <a:rPr lang="en-GB" sz="1200" dirty="0" smtClean="0"/>
            </a:br>
            <a:r>
              <a:rPr lang="en-GB" sz="1200" dirty="0" smtClean="0"/>
              <a:t>application do not communicate </a:t>
            </a:r>
            <a:br>
              <a:rPr lang="en-GB" sz="1200" dirty="0" smtClean="0"/>
            </a:br>
            <a:r>
              <a:rPr lang="en-GB" sz="1200" dirty="0" smtClean="0"/>
              <a:t>directly with each other, they instead exchange messages via a topic, which </a:t>
            </a:r>
            <a:br>
              <a:rPr lang="en-GB" sz="1200" dirty="0" smtClean="0"/>
            </a:br>
            <a:r>
              <a:rPr lang="en-GB" sz="1200" dirty="0" smtClean="0"/>
              <a:t>acts as an intermediary.</a:t>
            </a:r>
          </a:p>
          <a:p>
            <a:pPr marL="225425" indent="-225425" defTabSz="912312">
              <a:lnSpc>
                <a:spcPct val="90000"/>
              </a:lnSpc>
              <a:spcBef>
                <a:spcPts val="600"/>
              </a:spcBef>
              <a:spcAft>
                <a:spcPts val="300"/>
              </a:spcAft>
              <a:buFont typeface="Arial" pitchFamily="34" charset="0"/>
              <a:buChar char="•"/>
            </a:pPr>
            <a:r>
              <a:rPr lang="en-GB" sz="1200" dirty="0" smtClean="0"/>
              <a:t>Subscriptions provide a one-to-many </a:t>
            </a:r>
            <a:br>
              <a:rPr lang="en-GB" sz="1200" dirty="0" smtClean="0"/>
            </a:br>
            <a:r>
              <a:rPr lang="en-GB" sz="1200" dirty="0" smtClean="0"/>
              <a:t>form of communication, using a publish/subscribe pattern.</a:t>
            </a:r>
          </a:p>
          <a:p>
            <a:r>
              <a:rPr lang="en-US" b="0" dirty="0" smtClean="0"/>
              <a:t> subscriptions enable you to scale to process a very large number of messages across a very large number of users and applications.</a:t>
            </a:r>
            <a:endParaRPr lang="en-US" b="0"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26</a:t>
            </a:fld>
            <a:endParaRPr lang="en-US" dirty="0">
              <a:solidFill>
                <a:prstClr val="black"/>
              </a:solidFill>
            </a:endParaRPr>
          </a:p>
        </p:txBody>
      </p:sp>
    </p:spTree>
    <p:extLst>
      <p:ext uri="{BB962C8B-B14F-4D97-AF65-F5344CB8AC3E}">
        <p14:creationId xmlns:p14="http://schemas.microsoft.com/office/powerpoint/2010/main" val="32407443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00138" y="698500"/>
            <a:ext cx="4657725" cy="3492500"/>
          </a:xfrm>
        </p:spPr>
      </p:sp>
      <p:sp>
        <p:nvSpPr>
          <p:cNvPr id="3" name="Notes Placeholder 2"/>
          <p:cNvSpPr>
            <a:spLocks noGrp="1"/>
          </p:cNvSpPr>
          <p:nvPr>
            <p:ph type="body" idx="1"/>
          </p:nvPr>
        </p:nvSpPr>
        <p:spPr/>
        <p:txBody>
          <a:bodyPr/>
          <a:lstStyle/>
          <a:p>
            <a:r>
              <a:rPr lang="en-US" dirty="0" smtClean="0"/>
              <a:t>Topics</a:t>
            </a:r>
            <a:r>
              <a:rPr lang="en-US" baseline="0" dirty="0" smtClean="0"/>
              <a:t> are in essence, just more complex queues.  We have the same publisher and consumer model.  The difference is that with topics, you create one or more subscriptions which themselves can have rules that will only select certain messages sent to the topic.  Publishers send to the Topic, but Consumers receive from one or more subscriptions.  The Rules are applied (using the Service Bus API – there is no tooling/UI for this (Yet)) to subscriptions which affect which messages get to that subscription.  The animation shows that you can actually set rules up after messages are already waiting at the subscription causing the subscription to have different messages that the subscription rule would indicate.</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28</a:t>
            </a:fld>
            <a:endParaRPr lang="en-US" dirty="0">
              <a:solidFill>
                <a:prstClr val="black"/>
              </a:solidFill>
            </a:endParaRPr>
          </a:p>
        </p:txBody>
      </p:sp>
    </p:spTree>
    <p:extLst>
      <p:ext uri="{BB962C8B-B14F-4D97-AF65-F5344CB8AC3E}">
        <p14:creationId xmlns:p14="http://schemas.microsoft.com/office/powerpoint/2010/main" val="41968720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b="0" dirty="0" smtClean="0"/>
              <a:t>Service Bus topics and subscriptions support a publish/subscribe messaging communication model. When using topics and subscriptions, components of a distributed application do not communicate directly with each other, they instead exchange messages via a topic, which acts as an intermediary.</a:t>
            </a:r>
          </a:p>
          <a:p>
            <a:r>
              <a:rPr lang="en-US" b="0" dirty="0" smtClean="0"/>
              <a:t>In contrast to Service Bus queues, where each message is processed by a single consumer, topics and subscriptions provide a one-to-many form of communication, using a publish/subscribe pattern. It is possible to register multiple subscriptions to a topic. When a message is sent to a topic, it is then made available to each subscription to handle/process independently.</a:t>
            </a:r>
          </a:p>
          <a:p>
            <a:r>
              <a:rPr lang="en-US" b="0" dirty="0" smtClean="0"/>
              <a:t>A topic subscription resembles a virtual queue that receives copies of the messages that were sent to the topic. You can optionally register filter rules for a topic on a per-subscription basis, which allows you to filter/restrict which messages to a topic are received by which topic subscriptions.</a:t>
            </a:r>
          </a:p>
          <a:p>
            <a:endParaRPr lang="en-US" b="0" dirty="0" smtClean="0"/>
          </a:p>
          <a:p>
            <a:r>
              <a:rPr lang="en-US" b="0" dirty="0" smtClean="0"/>
              <a:t>Service Bus topics and subscriptions enable you to scale to process a very large number of messages across a very large number of users and applications.</a:t>
            </a:r>
            <a:endParaRPr lang="en-US" b="0"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29</a:t>
            </a:fld>
            <a:endParaRPr lang="en-US" dirty="0">
              <a:solidFill>
                <a:prstClr val="black"/>
              </a:solidFill>
            </a:endParaRPr>
          </a:p>
        </p:txBody>
      </p:sp>
    </p:spTree>
    <p:extLst>
      <p:ext uri="{BB962C8B-B14F-4D97-AF65-F5344CB8AC3E}">
        <p14:creationId xmlns:p14="http://schemas.microsoft.com/office/powerpoint/2010/main" val="3611444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This is a simple animation that shows the basic mechanics of a queue.  We have publishers and consumers.  Using a simple API,</a:t>
            </a:r>
            <a:r>
              <a:rPr lang="en-US" baseline="0" dirty="0" smtClean="0"/>
              <a:t> a publisher creates a message that contains message properties and data.  These messages are created by the publisher and there does need to be some agreement between publishers and consumers on what the message properties and content are so that each understands how to handle the data in the messages.</a:t>
            </a:r>
          </a:p>
          <a:p>
            <a:endParaRPr lang="en-US" baseline="0" dirty="0" smtClean="0"/>
          </a:p>
          <a:p>
            <a:r>
              <a:rPr lang="en-US" baseline="0" dirty="0" smtClean="0"/>
              <a:t>The Queue itself does not PULL and it DOES NOT push data – it is simply a store for the messages and ensures the right ordered delivery of the messages for consumers who ASK for a message.</a:t>
            </a:r>
          </a:p>
          <a:p>
            <a:endParaRPr lang="en-US" baseline="0" dirty="0" smtClean="0"/>
          </a:p>
          <a:p>
            <a:r>
              <a:rPr lang="en-US" baseline="0" dirty="0" smtClean="0"/>
              <a:t>The typical pattern for consumers is to run in a loop, polling for messages from the queue.</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30</a:t>
            </a:fld>
            <a:endParaRPr lang="en-US" dirty="0">
              <a:solidFill>
                <a:prstClr val="black"/>
              </a:solidFill>
            </a:endParaRPr>
          </a:p>
        </p:txBody>
      </p:sp>
    </p:spTree>
    <p:extLst>
      <p:ext uri="{BB962C8B-B14F-4D97-AF65-F5344CB8AC3E}">
        <p14:creationId xmlns:p14="http://schemas.microsoft.com/office/powerpoint/2010/main" val="18677014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Topics</a:t>
            </a:r>
            <a:r>
              <a:rPr lang="en-US" baseline="0" dirty="0" smtClean="0"/>
              <a:t> are in essence, just more complex queues.  We have the same publisher and consumer model.  The difference is that with topics, you create one or more subscriptions which themselves can have rules that will only select certain messages sent to the topic.  Publishers send to the Topic, but Consumers receive from one or more subscriptions.  The Rules are applied (using the Service Bus API – there is no tooling/UI for this (Yet)) to subscriptions which affect which messages get to that subscription.  The animation shows that you can actually set rules up after messages are already waiting at the subscription causing the subscription to have different messages that the subscription rule would indicate.</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solidFill>
                  <a:prstClr val="black"/>
                </a:solidFill>
              </a:rPr>
              <a:pPr/>
              <a:t>31</a:t>
            </a:fld>
            <a:endParaRPr lang="en-US" dirty="0">
              <a:solidFill>
                <a:prstClr val="black"/>
              </a:solidFill>
            </a:endParaRPr>
          </a:p>
        </p:txBody>
      </p:sp>
    </p:spTree>
    <p:extLst>
      <p:ext uri="{BB962C8B-B14F-4D97-AF65-F5344CB8AC3E}">
        <p14:creationId xmlns:p14="http://schemas.microsoft.com/office/powerpoint/2010/main" val="22296678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Service Bus is built on the Microsoft .NET Framework 4.0 PU3, Windows Server 2008 R2, SQL Server 2008 R2 and SQL Database, and Windows PowerShell 3.0. All these platforms must be running on a 64-bit operating system. The storage layer for the system (SQL) can be on dedicated remote server or on one of the compute nodes or in Windows Azure SQL Database. The compute nodes used this stack can be hosted either on-premises or on Windows Azure IAAS.</a:t>
            </a: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32</a:t>
            </a:fld>
            <a:endParaRPr lang="en-US" dirty="0"/>
          </a:p>
        </p:txBody>
      </p:sp>
    </p:spTree>
    <p:extLst>
      <p:ext uri="{BB962C8B-B14F-4D97-AF65-F5344CB8AC3E}">
        <p14:creationId xmlns:p14="http://schemas.microsoft.com/office/powerpoint/2010/main" val="3856107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All incoming requests from clients are first received and processed by the Service Bus Gateway. The protocol heads process the requests and perform the necessary authentication, authorization, and address resolution. The request is then forwarded to the appropriate message broker. In some cases, the client then communicates with the message broker directly for subsequent requests. </a:t>
            </a:r>
          </a:p>
          <a:p>
            <a:endParaRPr lang="en-US" dirty="0" smtClean="0"/>
          </a:p>
          <a:p>
            <a:r>
              <a:rPr lang="en-US" dirty="0" smtClean="0"/>
              <a:t>Clients can use </a:t>
            </a:r>
            <a:r>
              <a:rPr lang="en-US" dirty="0" err="1" smtClean="0"/>
              <a:t>Net.TCP</a:t>
            </a:r>
            <a:r>
              <a:rPr lang="en-US" dirty="0" smtClean="0"/>
              <a:t> or REST over HTTP as the protocol for communication with the Service Bus 1.0 server.</a:t>
            </a:r>
          </a:p>
          <a:p>
            <a:endParaRPr lang="en-US" dirty="0" smtClean="0"/>
          </a:p>
          <a:p>
            <a:r>
              <a:rPr lang="en-US" b="1" dirty="0" err="1" smtClean="0"/>
              <a:t>Net.TCP</a:t>
            </a:r>
            <a:r>
              <a:rPr lang="en-US" b="1" dirty="0" smtClean="0"/>
              <a:t> Interaction</a:t>
            </a:r>
          </a:p>
          <a:p>
            <a:r>
              <a:rPr lang="en-US" dirty="0" smtClean="0"/>
              <a:t>When a </a:t>
            </a:r>
            <a:r>
              <a:rPr lang="en-US" dirty="0" err="1" smtClean="0"/>
              <a:t>Net.TCP</a:t>
            </a:r>
            <a:r>
              <a:rPr lang="en-US" dirty="0" smtClean="0"/>
              <a:t> client requests is received at the gateway, it identifies the host (message container) for the messaging entity, such as a queue, topic, or subscription. The service then forwards the requests to the appropriate Service Bus message broker (local or remote) in which the message container is running. </a:t>
            </a:r>
          </a:p>
          <a:p>
            <a:r>
              <a:rPr lang="en-US" dirty="0" smtClean="0"/>
              <a:t>The messaging redirect mode is supported for </a:t>
            </a:r>
            <a:r>
              <a:rPr lang="en-US" dirty="0" err="1" smtClean="0"/>
              <a:t>Net.TCP</a:t>
            </a:r>
            <a:r>
              <a:rPr lang="en-US" dirty="0" smtClean="0"/>
              <a:t> requests only. In this mode, after authentication and authorization the client can ask the gateway to respond with the address of the Service Bus message broker. The client can then connect directly to the Service Bus message broker for subsequent requests. This feature reduces the overhead of routing all requests through the gateway for every message sent over the wire.</a:t>
            </a:r>
          </a:p>
          <a:p>
            <a:endParaRPr lang="en-US" dirty="0" smtClean="0"/>
          </a:p>
          <a:p>
            <a:r>
              <a:rPr lang="en-US" b="1" dirty="0" smtClean="0"/>
              <a:t>REST interaction</a:t>
            </a:r>
          </a:p>
          <a:p>
            <a:r>
              <a:rPr lang="en-US" dirty="0" smtClean="0"/>
              <a:t>When a client requests REST over HTTP as the protocol, the gateway NT service identifies the host (message container) for the messaging entity, such as a queue, topic, or subscription. The service then forwards the requests to the appropriate Service Bus message broker (local or remote) in which the message container is running. The REST interaction pattern does not support the messaging redirect feature.</a:t>
            </a:r>
          </a:p>
          <a:p>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33</a:t>
            </a:fld>
            <a:endParaRPr lang="en-US" dirty="0"/>
          </a:p>
        </p:txBody>
      </p:sp>
    </p:spTree>
    <p:extLst>
      <p:ext uri="{BB962C8B-B14F-4D97-AF65-F5344CB8AC3E}">
        <p14:creationId xmlns:p14="http://schemas.microsoft.com/office/powerpoint/2010/main" val="13949837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The message broker is an NT service that hosts the protocol head and one or more message containers. The service registers itself with Windows Fabric and acts as a host for the message container service.</a:t>
            </a:r>
          </a:p>
          <a:p>
            <a:endParaRPr lang="en-US" dirty="0" smtClean="0"/>
          </a:p>
          <a:p>
            <a:r>
              <a:rPr lang="en-US" b="1" dirty="0" smtClean="0"/>
              <a:t>Message Container</a:t>
            </a:r>
          </a:p>
          <a:p>
            <a:r>
              <a:rPr lang="en-US" dirty="0" smtClean="0"/>
              <a:t>You can view the message container as a logical collection of runtime (compute) logic that is backed by a persistent store (SQL Database). In the case of failover or for load balancing, the message container is a modular service that moves. Each message container is backed by a store (SQL database) and hosts a set of queues, topics, and subscriptions as determined by a simple round-robin capacity management algorithm. Entities such as queues, topics, and subscriptions placed in a container cannot be moved, and remain with the container and its associated database. All state related to the message container is persisted in the database.</a:t>
            </a:r>
          </a:p>
          <a:p>
            <a:endParaRPr lang="en-US" dirty="0" smtClean="0"/>
          </a:p>
          <a:p>
            <a:r>
              <a:rPr lang="en-US" b="1" dirty="0" smtClean="0"/>
              <a:t>Windows Fabric</a:t>
            </a:r>
          </a:p>
          <a:p>
            <a:r>
              <a:rPr lang="en-US" dirty="0" smtClean="0"/>
              <a:t>This process contains the core logic necessary for high availability, farm and cluster formation, and load balancing across machines in the farm. The messaging broker service on each machine registers with the Windows Fabric process on respective machines. Windows Fabric determines the number of registered instances of the message container service and places them on the various machines in the farm based on a simple load balancing algorithm.</a:t>
            </a:r>
          </a:p>
          <a:p>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34</a:t>
            </a:fld>
            <a:endParaRPr lang="en-US" dirty="0"/>
          </a:p>
        </p:txBody>
      </p:sp>
    </p:spTree>
    <p:extLst>
      <p:ext uri="{BB962C8B-B14F-4D97-AF65-F5344CB8AC3E}">
        <p14:creationId xmlns:p14="http://schemas.microsoft.com/office/powerpoint/2010/main" val="5100790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Service Bus 1.0 is built on the Microsoft .NET Framework 4.0 PU3, Windows Server 2008 R2, SQL Server 2008 R2 and SQL Database, and Windows PowerShell 3.0. All these platforms must be running on a 64-bit operating system. The storage layer for the system (SQL) can be on dedicated remote server or on one of the compute nodes or in Windows Azure SQL Database. The compute nodes used this stack can be hosted either on-premises or on Windows Azure IAAS.</a:t>
            </a:r>
          </a:p>
          <a:p>
            <a:endParaRPr lang="en-US" dirty="0" smtClean="0"/>
          </a:p>
          <a:p>
            <a:r>
              <a:rPr lang="en-US" dirty="0" smtClean="0"/>
              <a:t>The Service Bus 1.0 provides a messaging platform for enterprise applications with a multi-host farm topology that provides both scale and high availability. The platform is based on Windows Server and Microsoft SQL Server. Developers that want a lightweight development environment can install the Service Bus 1.0 on Windows client operating systems (64-bits) and Microsoft SQL Express.</a:t>
            </a:r>
          </a:p>
          <a:p>
            <a:r>
              <a:rPr lang="en-US" dirty="0" smtClean="0"/>
              <a:t>You can deploy the Service Bus 1.0 in a hosted environment such as Windows Azure Virtual Machines using a hosted Microsoft SQL Server database, or Windows Azure SQL Database (IaaS).</a:t>
            </a:r>
          </a:p>
          <a:p>
            <a:endParaRPr lang="en-US" b="1" dirty="0"/>
          </a:p>
        </p:txBody>
      </p:sp>
      <p:sp>
        <p:nvSpPr>
          <p:cNvPr id="4" name="Slide Number Placeholder 3"/>
          <p:cNvSpPr>
            <a:spLocks noGrp="1"/>
          </p:cNvSpPr>
          <p:nvPr>
            <p:ph type="sldNum" sz="quarter" idx="10"/>
          </p:nvPr>
        </p:nvSpPr>
        <p:spPr/>
        <p:txBody>
          <a:bodyPr/>
          <a:lstStyle/>
          <a:p>
            <a:fld id="{A76F39D3-44DA-48FC-8637-E09CF8CC5184}" type="slidenum">
              <a:rPr lang="en-US" smtClean="0"/>
              <a:t>35</a:t>
            </a:fld>
            <a:endParaRPr lang="en-US" dirty="0"/>
          </a:p>
        </p:txBody>
      </p:sp>
    </p:spTree>
    <p:extLst>
      <p:ext uri="{BB962C8B-B14F-4D97-AF65-F5344CB8AC3E}">
        <p14:creationId xmlns:p14="http://schemas.microsoft.com/office/powerpoint/2010/main" val="29608951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smtClean="0"/>
              <a:t>Although symmetry exists between Service Bus 1.0 and Windows Azure Service Bus in APIs and messaging features, there are differences between the two Service Bus products.</a:t>
            </a:r>
          </a:p>
          <a:p>
            <a:endParaRPr lang="en-US" dirty="0" smtClean="0"/>
          </a:p>
          <a:p>
            <a:r>
              <a:rPr lang="en-US" dirty="0" smtClean="0"/>
              <a:t>With respect to manageability, in a hosted Platform As A Service (Windows Azure) environment, the PaaS vendor (Microsoft) provides the management. With the Service Bus 1.0, the local administrator deploys, secures, scales, and monitors the Service Bus 1.0 farm. </a:t>
            </a:r>
            <a:br>
              <a:rPr lang="en-US" dirty="0" smtClean="0"/>
            </a:br>
            <a:r>
              <a:rPr lang="en-US" dirty="0" smtClean="0"/>
              <a:t>In both Windows Azure and Windows Server, the Service Bus requires access tokens for authorizing access to its messaging entities. Because the Windows Azure Access Control Service (ACS) is not available on Windows Server, the Service Bus 1.0 includes a simple Service Bus Security Token Service (SBSTS) integrated with the Windows security model. The SBSTS can issue Simple Web Tokens (SWTs) based on Windows identities (stored in the local Windows identity store or in Active Directory).</a:t>
            </a:r>
            <a:br>
              <a:rPr lang="en-US" dirty="0" smtClean="0"/>
            </a:br>
            <a:r>
              <a:rPr lang="en-US" dirty="0" smtClean="0"/>
              <a:t>While quotas and other runtime settings are fixed in the Windows Azure Service Bus, with the Service Bus 1.0 an administrator can change those settings and customize the Service Bus 1.0 farm.</a:t>
            </a:r>
            <a:br>
              <a:rPr lang="en-US" dirty="0" smtClean="0"/>
            </a:br>
            <a:r>
              <a:rPr lang="en-US" dirty="0" smtClean="0"/>
              <a:t>The addressing schema is fixed in the Windows Azure Service Bus. In other words, all the endpoints have the Service Bus postfix added to the URL. With the Service Bus 1.0, you can use the fully qualified domain name (FQDN) of the hosts, or a mapped DNS entry representing your service.</a:t>
            </a:r>
            <a:br>
              <a:rPr lang="en-US" dirty="0" smtClean="0"/>
            </a:br>
            <a:endParaRPr lang="en-US" dirty="0"/>
          </a:p>
        </p:txBody>
      </p:sp>
      <p:sp>
        <p:nvSpPr>
          <p:cNvPr id="4" name="Slide Number Placeholder 3"/>
          <p:cNvSpPr>
            <a:spLocks noGrp="1"/>
          </p:cNvSpPr>
          <p:nvPr>
            <p:ph type="sldNum" sz="quarter" idx="10"/>
          </p:nvPr>
        </p:nvSpPr>
        <p:spPr/>
        <p:txBody>
          <a:bodyPr/>
          <a:lstStyle/>
          <a:p>
            <a:fld id="{A76F39D3-44DA-48FC-8637-E09CF8CC5184}" type="slidenum">
              <a:rPr lang="en-US" smtClean="0"/>
              <a:t>36</a:t>
            </a:fld>
            <a:endParaRPr lang="en-US" dirty="0"/>
          </a:p>
        </p:txBody>
      </p:sp>
    </p:spTree>
    <p:extLst>
      <p:ext uri="{BB962C8B-B14F-4D97-AF65-F5344CB8AC3E}">
        <p14:creationId xmlns:p14="http://schemas.microsoft.com/office/powerpoint/2010/main" val="26423306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lv-LV" dirty="0" smtClean="0"/>
              <a:t>_A_A_A_</a:t>
            </a:r>
            <a:endParaRPr lang="lv-LV" dirty="0"/>
          </a:p>
        </p:txBody>
      </p:sp>
      <p:sp>
        <p:nvSpPr>
          <p:cNvPr id="4" name="Slide Number Placeholder 3"/>
          <p:cNvSpPr>
            <a:spLocks noGrp="1"/>
          </p:cNvSpPr>
          <p:nvPr>
            <p:ph type="sldNum" sz="quarter" idx="10"/>
          </p:nvPr>
        </p:nvSpPr>
        <p:spPr/>
        <p:txBody>
          <a:bodyPr/>
          <a:lstStyle/>
          <a:p>
            <a:fld id="{A76F39D3-44DA-48FC-8637-E09CF8CC5184}" type="slidenum">
              <a:rPr lang="en-US" smtClean="0"/>
              <a:t>37</a:t>
            </a:fld>
            <a:endParaRPr lang="en-US" dirty="0"/>
          </a:p>
        </p:txBody>
      </p:sp>
    </p:spTree>
    <p:extLst>
      <p:ext uri="{BB962C8B-B14F-4D97-AF65-F5344CB8AC3E}">
        <p14:creationId xmlns:p14="http://schemas.microsoft.com/office/powerpoint/2010/main" val="321115768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microsoft.com/office/2007/relationships/hdphoto" Target="../media/hdphoto2.wdp"/></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4.png"/><Relationship Id="rId1" Type="http://schemas.openxmlformats.org/officeDocument/2006/relationships/slideMaster" Target="../slideMasters/slideMaster3.xml"/><Relationship Id="rId5" Type="http://schemas.microsoft.com/office/2007/relationships/hdphoto" Target="../media/hdphoto3.wdp"/><Relationship Id="rId4" Type="http://schemas.openxmlformats.org/officeDocument/2006/relationships/image" Target="../media/image13.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9438" y="2234115"/>
            <a:ext cx="6281777" cy="1359196"/>
          </a:xfrm>
        </p:spPr>
        <p:txBody>
          <a:bodyPr anchor="ctr" anchorCtr="0">
            <a:noAutofit/>
          </a:bodyPr>
          <a:lstStyle>
            <a:lvl1pPr>
              <a:lnSpc>
                <a:spcPct val="90000"/>
              </a:lnSpc>
              <a:defRPr sz="5026"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389438" y="4612345"/>
            <a:ext cx="4091815" cy="858697"/>
          </a:xfrm>
        </p:spPr>
        <p:txBody>
          <a:bodyPr/>
          <a:lstStyle>
            <a:lvl1pPr marL="0" indent="0">
              <a:buFont typeface="Arial" pitchFamily="34" charset="0"/>
              <a:buNone/>
              <a:defRPr sz="1800">
                <a:solidFill>
                  <a:schemeClr val="bg1">
                    <a:alpha val="98000"/>
                  </a:schemeClr>
                </a:solidFill>
                <a:latin typeface="+mj-lt"/>
              </a:defRPr>
            </a:lvl1pPr>
            <a:lvl2pPr marL="345319" indent="0">
              <a:buFont typeface="Arial" pitchFamily="34" charset="0"/>
              <a:buNone/>
              <a:defRPr/>
            </a:lvl2pPr>
            <a:lvl3pPr marL="641819" indent="0">
              <a:buFont typeface="Arial" pitchFamily="34" charset="0"/>
              <a:buNone/>
              <a:defRPr/>
            </a:lvl3pPr>
            <a:lvl4pPr marL="944271" indent="0">
              <a:buFont typeface="Arial" pitchFamily="34" charset="0"/>
              <a:buNone/>
              <a:defRPr/>
            </a:lvl4pPr>
            <a:lvl5pPr marL="1203856"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48126" y="6375402"/>
            <a:ext cx="904750" cy="194387"/>
          </a:xfrm>
          <a:prstGeom prst="rect">
            <a:avLst/>
          </a:prstGeom>
        </p:spPr>
      </p:pic>
    </p:spTree>
    <p:extLst>
      <p:ext uri="{BB962C8B-B14F-4D97-AF65-F5344CB8AC3E}">
        <p14:creationId xmlns:p14="http://schemas.microsoft.com/office/powerpoint/2010/main" val="514422698"/>
      </p:ext>
    </p:extLst>
  </p:cSld>
  <p:clrMapOvr>
    <a:masterClrMapping/>
  </p:clrMapOvr>
  <p:transition>
    <p:fade/>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571438"/>
          </a:xfrm>
        </p:spPr>
        <p:txBody>
          <a:bodyPr/>
          <a:lstStyle>
            <a:lvl1pPr>
              <a:defRPr sz="4126"/>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800"/>
            <a:ext cx="8363938" cy="713144"/>
          </a:xfrm>
        </p:spPr>
        <p:txBody>
          <a:bodyPr/>
          <a:lstStyle>
            <a:lvl1pPr marL="2382" indent="0">
              <a:spcBef>
                <a:spcPts val="0"/>
              </a:spcBef>
              <a:spcAft>
                <a:spcPts val="675"/>
              </a:spcAft>
              <a:buSzPct val="80000"/>
              <a:buFont typeface="Arial" pitchFamily="34" charset="0"/>
              <a:buNone/>
              <a:defRPr sz="3001" spc="-75" baseline="0">
                <a:gradFill>
                  <a:gsLst>
                    <a:gs pos="0">
                      <a:srgbClr val="595959"/>
                    </a:gs>
                    <a:gs pos="86000">
                      <a:srgbClr val="595959"/>
                    </a:gs>
                  </a:gsLst>
                  <a:lin ang="5400000" scaled="0"/>
                </a:gradFill>
                <a:latin typeface="Segoe UI Light" pitchFamily="34" charset="0"/>
              </a:defRPr>
            </a:lvl1pPr>
            <a:lvl2pPr marL="2382" indent="0">
              <a:spcBef>
                <a:spcPts val="0"/>
              </a:spcBef>
              <a:buSzPct val="80000"/>
              <a:buFont typeface="Arial" pitchFamily="34" charset="0"/>
              <a:buNone/>
              <a:defRPr sz="1500" spc="-38" baseline="0">
                <a:gradFill>
                  <a:gsLst>
                    <a:gs pos="0">
                      <a:srgbClr val="595959"/>
                    </a:gs>
                    <a:gs pos="86000">
                      <a:srgbClr val="595959"/>
                    </a:gs>
                  </a:gsLst>
                  <a:lin ang="5400000" scaled="0"/>
                </a:gradFill>
              </a:defRPr>
            </a:lvl2pPr>
            <a:lvl3pPr marL="944271" indent="-302453">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3856" indent="-259586">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297" indent="-252441">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cSld>
  <p:clrMapOvr>
    <a:masterClrMapping/>
  </p:clrMapOvr>
  <p:transition>
    <p:fade/>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571438"/>
          </a:xfrm>
        </p:spPr>
        <p:txBody>
          <a:bodyPr/>
          <a:lstStyle>
            <a:lvl1pPr algn="l" defTabSz="685849" rtl="0" eaLnBrk="1" latinLnBrk="0" hangingPunct="1">
              <a:lnSpc>
                <a:spcPct val="90000"/>
              </a:lnSpc>
              <a:spcBef>
                <a:spcPct val="0"/>
              </a:spcBef>
              <a:buNone/>
              <a:defRPr lang="en-US" sz="4126" b="0" kern="1200" cap="none" spc="-75"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801"/>
            <a:ext cx="8363938" cy="1526828"/>
          </a:xfrm>
        </p:spPr>
        <p:txBody>
          <a:bodyPr/>
          <a:lstStyle>
            <a:lvl1pPr marL="0" indent="0">
              <a:spcBef>
                <a:spcPts val="0"/>
              </a:spcBef>
              <a:spcAft>
                <a:spcPts val="0"/>
              </a:spcAft>
              <a:buFont typeface="Arial" pitchFamily="34" charset="0"/>
              <a:buNone/>
              <a:defRPr lang="en-US" sz="2401" kern="1200" dirty="0" smtClean="0">
                <a:gradFill>
                  <a:gsLst>
                    <a:gs pos="0">
                      <a:srgbClr val="595959"/>
                    </a:gs>
                    <a:gs pos="86000">
                      <a:srgbClr val="595959"/>
                    </a:gs>
                  </a:gsLst>
                  <a:lin ang="5400000" scaled="0"/>
                </a:gradFill>
                <a:latin typeface="+mn-lt"/>
                <a:ea typeface="+mn-ea"/>
                <a:cs typeface="+mn-cs"/>
              </a:defRPr>
            </a:lvl1pPr>
            <a:lvl2pPr marL="516790" indent="-257204">
              <a:spcBef>
                <a:spcPts val="0"/>
              </a:spcBef>
              <a:spcAft>
                <a:spcPts val="0"/>
              </a:spcAft>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300"/>
              </a:spcAft>
              <a:buNone/>
              <a:defRPr sz="1500"/>
            </a:lvl3pPr>
            <a:lvl4pPr marL="0" indent="0">
              <a:spcBef>
                <a:spcPts val="0"/>
              </a:spcBef>
              <a:spcAft>
                <a:spcPts val="300"/>
              </a:spcAft>
              <a:buNone/>
              <a:defRPr/>
            </a:lvl4pPr>
            <a:lvl5pPr marL="257204" indent="-257204">
              <a:spcBef>
                <a:spcPts val="0"/>
              </a:spcBef>
              <a:spcAft>
                <a:spcPts val="300"/>
              </a:spcAft>
              <a:buFont typeface="Arial" pitchFamily="34" charset="0"/>
              <a:buChar char="•"/>
              <a:defRPr/>
            </a:lvl5pPr>
            <a:lvl6pPr marL="775183" indent="-257204">
              <a:buFont typeface="Arial" pitchFamily="34" charset="0"/>
              <a:buChar char="•"/>
              <a:defRPr sz="1800">
                <a:gradFill>
                  <a:gsLst>
                    <a:gs pos="0">
                      <a:srgbClr val="595959"/>
                    </a:gs>
                    <a:gs pos="86000">
                      <a:srgbClr val="595959"/>
                    </a:gs>
                  </a:gsLst>
                  <a:lin ang="5400000" scaled="0"/>
                </a:gradFill>
              </a:defRPr>
            </a:lvl6pPr>
            <a:lvl7pPr marL="941890" indent="-169088">
              <a:defRPr>
                <a:gradFill>
                  <a:gsLst>
                    <a:gs pos="0">
                      <a:srgbClr val="595959"/>
                    </a:gs>
                    <a:gs pos="86000">
                      <a:srgbClr val="595959"/>
                    </a:gs>
                  </a:gsLst>
                  <a:lin ang="5400000" scaled="0"/>
                </a:gradFill>
              </a:defRPr>
            </a:lvl7pPr>
            <a:lvl8pPr marL="1115740" indent="-173850">
              <a:defRPr>
                <a:gradFill>
                  <a:gsLst>
                    <a:gs pos="0">
                      <a:srgbClr val="595959"/>
                    </a:gs>
                    <a:gs pos="86000">
                      <a:srgbClr val="595959"/>
                    </a:gs>
                  </a:gsLst>
                  <a:lin ang="5400000" scaled="0"/>
                </a:gradFill>
              </a:defRPr>
            </a:lvl8pPr>
          </a:lstStyle>
          <a:p>
            <a:pPr marL="259586" lvl="0" indent="-259586" algn="l" defTabSz="685849" rtl="0" eaLnBrk="1" latinLnBrk="0" hangingPunct="1">
              <a:lnSpc>
                <a:spcPct val="90000"/>
              </a:lnSpc>
              <a:spcBef>
                <a:spcPct val="20000"/>
              </a:spcBef>
              <a:buSzPct val="90000"/>
              <a:buFont typeface="Arial" pitchFamily="34" charset="0"/>
              <a:buChar char="•"/>
            </a:pPr>
            <a:r>
              <a:rPr lang="en-US" smtClean="0"/>
              <a:t>Click to edit Master text styles</a:t>
            </a:r>
          </a:p>
          <a:p>
            <a:pPr marL="259586" lvl="1" indent="-259586" algn="l" defTabSz="685849" rtl="0" eaLnBrk="1" latinLnBrk="0" hangingPunct="1">
              <a:lnSpc>
                <a:spcPct val="90000"/>
              </a:lnSpc>
              <a:spcBef>
                <a:spcPct val="20000"/>
              </a:spcBef>
              <a:buSzPct val="90000"/>
              <a:buFont typeface="Arial" pitchFamily="34" charset="0"/>
              <a:buChar char="•"/>
            </a:pPr>
            <a:r>
              <a:rPr lang="en-US" smtClean="0"/>
              <a:t>Second level</a:t>
            </a:r>
          </a:p>
          <a:p>
            <a:pPr marL="259586" lvl="2" indent="-259586" algn="l" defTabSz="685849" rtl="0" eaLnBrk="1" latinLnBrk="0" hangingPunct="1">
              <a:lnSpc>
                <a:spcPct val="90000"/>
              </a:lnSpc>
              <a:spcBef>
                <a:spcPct val="20000"/>
              </a:spcBef>
              <a:buSzPct val="90000"/>
              <a:buFont typeface="Arial" pitchFamily="34" charset="0"/>
              <a:buChar char="•"/>
            </a:pPr>
            <a:r>
              <a:rPr lang="en-US" smtClean="0"/>
              <a:t>Third level</a:t>
            </a:r>
          </a:p>
          <a:p>
            <a:pPr marL="259586" lvl="3" indent="-259586" algn="l" defTabSz="685849" rtl="0" eaLnBrk="1" latinLnBrk="0" hangingPunct="1">
              <a:lnSpc>
                <a:spcPct val="90000"/>
              </a:lnSpc>
              <a:spcBef>
                <a:spcPct val="20000"/>
              </a:spcBef>
              <a:buSzPct val="90000"/>
              <a:buFont typeface="Arial" pitchFamily="34" charset="0"/>
              <a:buChar char="•"/>
            </a:pPr>
            <a:r>
              <a:rPr lang="en-US" smtClean="0"/>
              <a:t>Fourth level</a:t>
            </a:r>
          </a:p>
          <a:p>
            <a:pPr marL="259586" lvl="4" indent="-259586" algn="l" defTabSz="685849"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spTree>
    <p:extLst>
      <p:ext uri="{BB962C8B-B14F-4D97-AF65-F5344CB8AC3E}">
        <p14:creationId xmlns:p14="http://schemas.microsoft.com/office/powerpoint/2010/main" val="1520412128"/>
      </p:ext>
    </p:extLst>
  </p:cSld>
  <p:clrMapOvr>
    <a:masterClrMapping/>
  </p:clrMapOvr>
  <p:transition>
    <p:fade/>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571438"/>
          </a:xfrm>
        </p:spPr>
        <p:txBody>
          <a:bodyPr/>
          <a:lstStyle>
            <a:lvl1pPr>
              <a:defRPr sz="4126"/>
            </a:lvl1pPr>
          </a:lstStyle>
          <a:p>
            <a:r>
              <a:rPr lang="en-US" smtClean="0"/>
              <a:t>Click to edit Master title style</a:t>
            </a:r>
            <a:endParaRPr lang="en-US" dirty="0"/>
          </a:p>
        </p:txBody>
      </p:sp>
      <p:sp>
        <p:nvSpPr>
          <p:cNvPr id="3" name="Content Placeholder 2"/>
          <p:cNvSpPr>
            <a:spLocks noGrp="1"/>
          </p:cNvSpPr>
          <p:nvPr>
            <p:ph sz="half" idx="1"/>
          </p:nvPr>
        </p:nvSpPr>
        <p:spPr>
          <a:xfrm>
            <a:off x="389437" y="1447801"/>
            <a:ext cx="4115872" cy="1833194"/>
          </a:xfrm>
        </p:spPr>
        <p:txBody>
          <a:bodyPr/>
          <a:lstStyle>
            <a:lvl1pPr marL="256013" indent="-256013">
              <a:lnSpc>
                <a:spcPct val="90000"/>
              </a:lnSpc>
              <a:buSzPct val="80000"/>
              <a:buFont typeface="Arial" pitchFamily="34" charset="0"/>
              <a:buChar char="•"/>
              <a:defRPr sz="2401"/>
            </a:lvl1pPr>
            <a:lvl2pPr marL="470350" indent="-214336">
              <a:lnSpc>
                <a:spcPct val="90000"/>
              </a:lnSpc>
              <a:buSzPct val="80000"/>
              <a:buFont typeface="Arial" pitchFamily="34" charset="0"/>
              <a:buChar char="•"/>
              <a:defRPr sz="2101"/>
            </a:lvl2pPr>
            <a:lvl3pPr marL="685876" indent="-215526">
              <a:lnSpc>
                <a:spcPct val="90000"/>
              </a:lnSpc>
              <a:buSzPct val="80000"/>
              <a:buFont typeface="Arial" pitchFamily="34" charset="0"/>
              <a:buChar char="•"/>
              <a:defRPr sz="1800"/>
            </a:lvl3pPr>
            <a:lvl4pPr marL="1284829" indent="-169088">
              <a:lnSpc>
                <a:spcPct val="90000"/>
              </a:lnSpc>
              <a:buSzPct val="80000"/>
              <a:buFont typeface="Arial" pitchFamily="34" charset="0"/>
              <a:buChar char="•"/>
              <a:defRPr sz="1500"/>
            </a:lvl4pPr>
            <a:lvl5pPr marL="1458678" indent="-173850">
              <a:lnSpc>
                <a:spcPct val="90000"/>
              </a:lnSpc>
              <a:buSzPct val="80000"/>
              <a:buFont typeface="Arial" pitchFamily="34" charset="0"/>
              <a:buChar char="•"/>
              <a:defRPr sz="1500"/>
            </a:lvl5pPr>
            <a:lvl6pPr>
              <a:defRPr sz="1425"/>
            </a:lvl6pPr>
            <a:lvl7pPr>
              <a:defRPr sz="1425"/>
            </a:lvl7pPr>
            <a:lvl8pPr>
              <a:defRPr sz="1425"/>
            </a:lvl8pPr>
            <a:lvl9pPr>
              <a:defRPr sz="1425"/>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7501" y="1447801"/>
            <a:ext cx="4115872" cy="1833194"/>
          </a:xfrm>
        </p:spPr>
        <p:txBody>
          <a:bodyPr/>
          <a:lstStyle>
            <a:lvl1pPr marL="342938" indent="-342938">
              <a:lnSpc>
                <a:spcPct val="90000"/>
              </a:lnSpc>
              <a:buSzPct val="80000"/>
              <a:buFont typeface="Arial" pitchFamily="34" charset="0"/>
              <a:buChar char="•"/>
              <a:defRPr lang="en-US" sz="2401" kern="1200" dirty="0" smtClean="0">
                <a:gradFill>
                  <a:gsLst>
                    <a:gs pos="0">
                      <a:srgbClr val="595959"/>
                    </a:gs>
                    <a:gs pos="86000">
                      <a:srgbClr val="595959"/>
                    </a:gs>
                  </a:gsLst>
                  <a:lin ang="5400000" scaled="0"/>
                </a:gradFill>
                <a:latin typeface="+mn-lt"/>
                <a:ea typeface="+mn-ea"/>
                <a:cs typeface="+mn-cs"/>
              </a:defRPr>
            </a:lvl1pPr>
            <a:lvl2pPr marL="598951" indent="-342938">
              <a:lnSpc>
                <a:spcPct val="90000"/>
              </a:lnSpc>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727553" indent="-257204">
              <a:lnSpc>
                <a:spcPct val="90000"/>
              </a:lnSpc>
              <a:buSzPct val="80000"/>
              <a:buFont typeface="Arial" pitchFamily="34" charset="0"/>
              <a:buChar char="•"/>
              <a:defRPr lang="en-US" sz="1800" kern="1200" dirty="0" smtClean="0">
                <a:gradFill>
                  <a:gsLst>
                    <a:gs pos="0">
                      <a:srgbClr val="595959"/>
                    </a:gs>
                    <a:gs pos="86000">
                      <a:srgbClr val="595959"/>
                    </a:gs>
                  </a:gsLst>
                  <a:lin ang="5400000" scaled="0"/>
                </a:gradFill>
                <a:latin typeface="+mn-lt"/>
                <a:ea typeface="+mn-ea"/>
                <a:cs typeface="+mn-cs"/>
              </a:defRPr>
            </a:lvl3pPr>
            <a:lvl4pPr marL="1372945" indent="-257204">
              <a:lnSpc>
                <a:spcPct val="90000"/>
              </a:lnSpc>
              <a:buSzPct val="80000"/>
              <a:buFont typeface="Arial" pitchFamily="34" charset="0"/>
              <a:buChar char="•"/>
              <a:defRPr lang="en-US" sz="1500" kern="1200" dirty="0" smtClean="0">
                <a:gradFill>
                  <a:gsLst>
                    <a:gs pos="0">
                      <a:srgbClr val="595959"/>
                    </a:gs>
                    <a:gs pos="86000">
                      <a:srgbClr val="595959"/>
                    </a:gs>
                  </a:gsLst>
                  <a:lin ang="5400000" scaled="0"/>
                </a:gradFill>
                <a:latin typeface="+mn-lt"/>
                <a:ea typeface="+mn-ea"/>
                <a:cs typeface="+mn-cs"/>
              </a:defRPr>
            </a:lvl4pPr>
            <a:lvl5pPr marL="1542032" indent="-257204">
              <a:lnSpc>
                <a:spcPct val="90000"/>
              </a:lnSpc>
              <a:buSzPct val="80000"/>
              <a:buFont typeface="Arial" pitchFamily="34" charset="0"/>
              <a:buChar char="•"/>
              <a:defRPr lang="en-US" sz="1500" kern="1200" dirty="0">
                <a:gradFill>
                  <a:gsLst>
                    <a:gs pos="0">
                      <a:srgbClr val="595959"/>
                    </a:gs>
                    <a:gs pos="86000">
                      <a:srgbClr val="595959"/>
                    </a:gs>
                  </a:gsLst>
                  <a:lin ang="5400000" scaled="0"/>
                </a:gradFill>
                <a:latin typeface="+mn-lt"/>
                <a:ea typeface="+mn-ea"/>
                <a:cs typeface="+mn-cs"/>
              </a:defRPr>
            </a:lvl5pPr>
            <a:lvl6pPr>
              <a:defRPr sz="1425"/>
            </a:lvl6pPr>
            <a:lvl7pPr>
              <a:defRPr sz="1425"/>
            </a:lvl7pPr>
            <a:lvl8pPr>
              <a:defRPr sz="1425"/>
            </a:lvl8pPr>
            <a:lvl9pPr>
              <a:defRPr sz="1425"/>
            </a:lvl9pPr>
          </a:lstStyle>
          <a:p>
            <a:pPr marL="256013" lvl="0" indent="-256013" algn="l" defTabSz="685849" rtl="0" eaLnBrk="1" latinLnBrk="0" hangingPunct="1">
              <a:lnSpc>
                <a:spcPct val="90000"/>
              </a:lnSpc>
              <a:spcBef>
                <a:spcPct val="20000"/>
              </a:spcBef>
              <a:buSzPct val="80000"/>
              <a:buFont typeface="Arial" pitchFamily="34" charset="0"/>
              <a:buChar char="•"/>
            </a:pPr>
            <a:r>
              <a:rPr lang="en-US" smtClean="0"/>
              <a:t>Click to edit Master text styles</a:t>
            </a:r>
          </a:p>
          <a:p>
            <a:pPr marL="256013" lvl="1" indent="-256013" algn="l" defTabSz="685849" rtl="0" eaLnBrk="1" latinLnBrk="0" hangingPunct="1">
              <a:lnSpc>
                <a:spcPct val="90000"/>
              </a:lnSpc>
              <a:spcBef>
                <a:spcPct val="20000"/>
              </a:spcBef>
              <a:buSzPct val="80000"/>
              <a:buFont typeface="Arial" pitchFamily="34" charset="0"/>
              <a:buChar char="•"/>
            </a:pPr>
            <a:r>
              <a:rPr lang="en-US" smtClean="0"/>
              <a:t>Second level</a:t>
            </a:r>
          </a:p>
          <a:p>
            <a:pPr marL="256013" lvl="2" indent="-256013" algn="l" defTabSz="685849" rtl="0" eaLnBrk="1" latinLnBrk="0" hangingPunct="1">
              <a:lnSpc>
                <a:spcPct val="90000"/>
              </a:lnSpc>
              <a:spcBef>
                <a:spcPct val="20000"/>
              </a:spcBef>
              <a:buSzPct val="80000"/>
              <a:buFont typeface="Arial" pitchFamily="34" charset="0"/>
              <a:buChar char="•"/>
            </a:pPr>
            <a:r>
              <a:rPr lang="en-US" smtClean="0"/>
              <a:t>Third level</a:t>
            </a:r>
          </a:p>
          <a:p>
            <a:pPr marL="256013" lvl="3" indent="-256013" algn="l" defTabSz="685849" rtl="0" eaLnBrk="1" latinLnBrk="0" hangingPunct="1">
              <a:lnSpc>
                <a:spcPct val="90000"/>
              </a:lnSpc>
              <a:spcBef>
                <a:spcPct val="20000"/>
              </a:spcBef>
              <a:buSzPct val="80000"/>
              <a:buFont typeface="Arial" pitchFamily="34" charset="0"/>
              <a:buChar char="•"/>
            </a:pPr>
            <a:r>
              <a:rPr lang="en-US" smtClean="0"/>
              <a:t>Fourth level</a:t>
            </a:r>
          </a:p>
          <a:p>
            <a:pPr marL="256013" lvl="4" indent="-256013" algn="l" defTabSz="685849"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6" name="Picture 5"/>
          <p:cNvPicPr>
            <a:picLocks noChangeAspect="1"/>
          </p:cNvPicPr>
          <p:nvPr/>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44729" y="6344945"/>
            <a:ext cx="1028968" cy="436856"/>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571438"/>
          </a:xfrm>
        </p:spPr>
        <p:txBody>
          <a:bodyPr/>
          <a:lstStyle>
            <a:lvl1pPr>
              <a:defRPr sz="4126"/>
            </a:lvl1pPr>
          </a:lstStyle>
          <a:p>
            <a:r>
              <a:rPr lang="en-US" smtClean="0"/>
              <a:t>Click to edit Master title style</a:t>
            </a:r>
            <a:endParaRPr lang="en-US" dirty="0"/>
          </a:p>
        </p:txBody>
      </p:sp>
      <p:sp>
        <p:nvSpPr>
          <p:cNvPr id="3" name="Text Placeholder 2"/>
          <p:cNvSpPr>
            <a:spLocks noGrp="1"/>
          </p:cNvSpPr>
          <p:nvPr>
            <p:ph type="body" idx="1"/>
          </p:nvPr>
        </p:nvSpPr>
        <p:spPr>
          <a:xfrm>
            <a:off x="389437" y="1558474"/>
            <a:ext cx="4115872" cy="332527"/>
          </a:xfrm>
        </p:spPr>
        <p:txBody>
          <a:bodyPr anchor="b"/>
          <a:lstStyle>
            <a:lvl1pPr marL="0" indent="0">
              <a:lnSpc>
                <a:spcPct val="90000"/>
              </a:lnSpc>
              <a:spcBef>
                <a:spcPts val="0"/>
              </a:spcBef>
              <a:buNone/>
              <a:defRPr sz="2401" b="0">
                <a:latin typeface="Segoe UI Light" pitchFamily="34" charset="0"/>
              </a:defRPr>
            </a:lvl1pPr>
            <a:lvl2pPr marL="342925" indent="0">
              <a:buNone/>
              <a:defRPr sz="1500" b="1"/>
            </a:lvl2pPr>
            <a:lvl3pPr marL="685849" indent="0">
              <a:buNone/>
              <a:defRPr sz="1425" b="1"/>
            </a:lvl3pPr>
            <a:lvl4pPr marL="1028773" indent="0">
              <a:buNone/>
              <a:defRPr sz="1200" b="1"/>
            </a:lvl4pPr>
            <a:lvl5pPr marL="1371699" indent="0">
              <a:buNone/>
              <a:defRPr sz="1200" b="1"/>
            </a:lvl5pPr>
            <a:lvl6pPr marL="1714623" indent="0">
              <a:buNone/>
              <a:defRPr sz="1200" b="1"/>
            </a:lvl6pPr>
            <a:lvl7pPr marL="2057547" indent="0">
              <a:buNone/>
              <a:defRPr sz="1200" b="1"/>
            </a:lvl7pPr>
            <a:lvl8pPr marL="2400472" indent="0">
              <a:buNone/>
              <a:defRPr sz="1200" b="1"/>
            </a:lvl8pPr>
            <a:lvl9pPr marL="2743397"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381001" y="2266797"/>
            <a:ext cx="4114800" cy="1459117"/>
          </a:xfrm>
        </p:spPr>
        <p:txBody>
          <a:bodyPr/>
          <a:lstStyle>
            <a:lvl1pPr marL="302453" indent="-302453">
              <a:buSzPct val="80000"/>
              <a:buFont typeface="Arial" pitchFamily="34" charset="0"/>
              <a:buChar char="•"/>
              <a:defRPr sz="2101"/>
            </a:lvl1pPr>
            <a:lvl2pPr marL="558466" indent="-241724">
              <a:buSzPct val="80000"/>
              <a:buFont typeface="Arial" pitchFamily="34" charset="0"/>
              <a:buChar char="•"/>
              <a:defRPr sz="2101"/>
            </a:lvl2pPr>
            <a:lvl3pPr marL="770421" indent="-211956" defTabSz="772802">
              <a:buSzPct val="80000"/>
              <a:buFont typeface="Arial" pitchFamily="34" charset="0"/>
              <a:buChar char="•"/>
              <a:defRPr sz="1800"/>
            </a:lvl3pPr>
            <a:lvl4pPr marL="988329" indent="-215526">
              <a:buSzPct val="80000"/>
              <a:buFont typeface="Arial" pitchFamily="34" charset="0"/>
              <a:buChar char="•"/>
              <a:defRPr sz="1500"/>
            </a:lvl4pPr>
            <a:lvl5pPr marL="1156226" indent="-167896">
              <a:buSzPct val="80000"/>
              <a:buFont typeface="Arial" pitchFamily="34" charset="0"/>
              <a:buChar char="•"/>
              <a:defRPr sz="15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7501" y="1558474"/>
            <a:ext cx="4115872" cy="332527"/>
          </a:xfrm>
        </p:spPr>
        <p:txBody>
          <a:bodyPr anchor="b"/>
          <a:lstStyle>
            <a:lvl1pPr marL="0" indent="0">
              <a:lnSpc>
                <a:spcPct val="90000"/>
              </a:lnSpc>
              <a:spcBef>
                <a:spcPts val="0"/>
              </a:spcBef>
              <a:buNone/>
              <a:defRPr sz="2401" b="0">
                <a:latin typeface="Segoe UI Light" pitchFamily="34" charset="0"/>
              </a:defRPr>
            </a:lvl1pPr>
            <a:lvl2pPr marL="342925" indent="0">
              <a:buNone/>
              <a:defRPr sz="1500" b="1"/>
            </a:lvl2pPr>
            <a:lvl3pPr marL="685849" indent="0">
              <a:buNone/>
              <a:defRPr sz="1425" b="1"/>
            </a:lvl3pPr>
            <a:lvl4pPr marL="1028773" indent="0">
              <a:buNone/>
              <a:defRPr sz="1200" b="1"/>
            </a:lvl4pPr>
            <a:lvl5pPr marL="1371699" indent="0">
              <a:buNone/>
              <a:defRPr sz="1200" b="1"/>
            </a:lvl5pPr>
            <a:lvl6pPr marL="1714623" indent="0">
              <a:buNone/>
              <a:defRPr sz="1200" b="1"/>
            </a:lvl6pPr>
            <a:lvl7pPr marL="2057547" indent="0">
              <a:buNone/>
              <a:defRPr sz="1200" b="1"/>
            </a:lvl7pPr>
            <a:lvl8pPr marL="2400472" indent="0">
              <a:buNone/>
              <a:defRPr sz="1200" b="1"/>
            </a:lvl8pPr>
            <a:lvl9pPr marL="2743397"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37501" y="2266798"/>
            <a:ext cx="4115872" cy="1459117"/>
          </a:xfrm>
        </p:spPr>
        <p:txBody>
          <a:bodyPr/>
          <a:lstStyle>
            <a:lvl1pPr marL="222266" indent="-222266">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1pPr>
            <a:lvl2pPr marL="342938" indent="-342938">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573946" indent="-257204">
              <a:buSzPct val="80000"/>
              <a:buFont typeface="Arial" pitchFamily="34" charset="0"/>
              <a:buChar char="•"/>
              <a:defRPr lang="en-US" sz="1800" kern="1200" dirty="0" smtClean="0">
                <a:gradFill>
                  <a:gsLst>
                    <a:gs pos="0">
                      <a:srgbClr val="595959"/>
                    </a:gs>
                    <a:gs pos="86000">
                      <a:srgbClr val="595959"/>
                    </a:gs>
                  </a:gsLst>
                  <a:lin ang="5400000" scaled="0"/>
                </a:gradFill>
                <a:latin typeface="+mn-lt"/>
                <a:ea typeface="+mn-ea"/>
                <a:cs typeface="+mn-cs"/>
              </a:defRPr>
            </a:lvl3pPr>
            <a:lvl4pPr marL="1030005" indent="-257204">
              <a:buSzPct val="80000"/>
              <a:buFont typeface="Arial" pitchFamily="34" charset="0"/>
              <a:buChar char="•"/>
              <a:defRPr lang="en-US" sz="1500" kern="1200" dirty="0" smtClean="0">
                <a:gradFill>
                  <a:gsLst>
                    <a:gs pos="0">
                      <a:srgbClr val="595959"/>
                    </a:gs>
                    <a:gs pos="86000">
                      <a:srgbClr val="595959"/>
                    </a:gs>
                  </a:gsLst>
                  <a:lin ang="5400000" scaled="0"/>
                </a:gradFill>
                <a:latin typeface="+mn-lt"/>
                <a:ea typeface="+mn-ea"/>
                <a:cs typeface="+mn-cs"/>
              </a:defRPr>
            </a:lvl4pPr>
            <a:lvl5pPr marL="815670" indent="-257204">
              <a:buSzPct val="80000"/>
              <a:buFont typeface="Arial" pitchFamily="34" charset="0"/>
              <a:buChar char="•"/>
              <a:defRPr lang="en-US" sz="1500" kern="1200" dirty="0">
                <a:gradFill>
                  <a:gsLst>
                    <a:gs pos="0">
                      <a:srgbClr val="595959"/>
                    </a:gs>
                    <a:gs pos="86000">
                      <a:srgbClr val="595959"/>
                    </a:gs>
                  </a:gsLst>
                  <a:lin ang="5400000" scaled="0"/>
                </a:gradFill>
                <a:latin typeface="+mn-lt"/>
                <a:ea typeface="+mn-ea"/>
                <a:cs typeface="+mn-cs"/>
              </a:defRPr>
            </a:lvl5pPr>
            <a:lvl6pPr marL="1030005" indent="-257204">
              <a:defRPr sz="1200"/>
            </a:lvl6pPr>
            <a:lvl7pPr marL="1202665" indent="-214336">
              <a:defRPr sz="1200"/>
            </a:lvl7pPr>
            <a:lvl8pPr>
              <a:defRPr sz="1200"/>
            </a:lvl8pPr>
            <a:lvl9pPr>
              <a:defRPr sz="1200"/>
            </a:lvl9pPr>
          </a:lstStyle>
          <a:p>
            <a:pPr marL="302453" lvl="0" indent="-302453" algn="l" defTabSz="685849" rtl="0" eaLnBrk="1" latinLnBrk="0" hangingPunct="1">
              <a:lnSpc>
                <a:spcPct val="90000"/>
              </a:lnSpc>
              <a:spcBef>
                <a:spcPct val="20000"/>
              </a:spcBef>
              <a:buSzPct val="80000"/>
            </a:pPr>
            <a:r>
              <a:rPr lang="en-US" smtClean="0"/>
              <a:t>Click to edit Master text styles</a:t>
            </a:r>
          </a:p>
          <a:p>
            <a:pPr marL="302453" lvl="1" indent="-302453" algn="l" defTabSz="685849" rtl="0" eaLnBrk="1" latinLnBrk="0" hangingPunct="1">
              <a:lnSpc>
                <a:spcPct val="90000"/>
              </a:lnSpc>
              <a:spcBef>
                <a:spcPct val="20000"/>
              </a:spcBef>
              <a:buSzPct val="80000"/>
            </a:pPr>
            <a:r>
              <a:rPr lang="en-US" smtClean="0"/>
              <a:t>Second level</a:t>
            </a:r>
          </a:p>
          <a:p>
            <a:pPr marL="302453" lvl="2" indent="-302453" algn="l" defTabSz="685849" rtl="0" eaLnBrk="1" latinLnBrk="0" hangingPunct="1">
              <a:lnSpc>
                <a:spcPct val="90000"/>
              </a:lnSpc>
              <a:spcBef>
                <a:spcPct val="20000"/>
              </a:spcBef>
              <a:buSzPct val="80000"/>
            </a:pPr>
            <a:r>
              <a:rPr lang="en-US" smtClean="0"/>
              <a:t>Third level</a:t>
            </a:r>
          </a:p>
          <a:p>
            <a:pPr marL="302453" lvl="3" indent="-302453" algn="l" defTabSz="685849" rtl="0" eaLnBrk="1" latinLnBrk="0" hangingPunct="1">
              <a:lnSpc>
                <a:spcPct val="90000"/>
              </a:lnSpc>
              <a:spcBef>
                <a:spcPct val="20000"/>
              </a:spcBef>
              <a:buSzPct val="80000"/>
            </a:pPr>
            <a:r>
              <a:rPr lang="en-US" smtClean="0"/>
              <a:t>Fourth level</a:t>
            </a:r>
          </a:p>
          <a:p>
            <a:pPr marL="302453" lvl="4" indent="-302453" algn="l" defTabSz="685849" rtl="0" eaLnBrk="1" latinLnBrk="0" hangingPunct="1">
              <a:lnSpc>
                <a:spcPct val="90000"/>
              </a:lnSpc>
              <a:spcBef>
                <a:spcPct val="20000"/>
              </a:spcBef>
              <a:buSzPct val="80000"/>
            </a:pPr>
            <a:r>
              <a:rPr lang="en-US" smtClean="0"/>
              <a:t>Fifth level</a:t>
            </a:r>
            <a:endParaRPr lang="en-US" dirty="0"/>
          </a:p>
        </p:txBody>
      </p:sp>
      <p:pic>
        <p:nvPicPr>
          <p:cNvPr id="8" name="Picture 7"/>
          <p:cNvPicPr>
            <a:picLocks noChangeAspect="1"/>
          </p:cNvPicPr>
          <p:nvPr/>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44729" y="6344945"/>
            <a:ext cx="1028968" cy="436856"/>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571438"/>
          </a:xfrm>
        </p:spPr>
        <p:txBody>
          <a:bodyPr/>
          <a:lstStyle>
            <a:lvl1pPr>
              <a:defRPr sz="4126"/>
            </a:lvl1pPr>
          </a:lstStyle>
          <a:p>
            <a:r>
              <a:rPr lang="en-US" smtClean="0"/>
              <a:t>Click to edit Master title style</a:t>
            </a:r>
            <a:endParaRPr lang="en-US" dirty="0"/>
          </a:p>
        </p:txBody>
      </p:sp>
      <p:pic>
        <p:nvPicPr>
          <p:cNvPr id="4" name="Picture 3"/>
          <p:cNvPicPr>
            <a:picLocks noChangeAspect="1"/>
          </p:cNvPicPr>
          <p:nvPr/>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44729" y="6344945"/>
            <a:ext cx="1028968" cy="436856"/>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3" name="Picture 2"/>
          <p:cNvPicPr>
            <a:picLocks noChangeAspect="1"/>
          </p:cNvPicPr>
          <p:nvPr/>
        </p:nvPicPr>
        <p:blipFill>
          <a:blip r:embed="rId2" cstate="email">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a:ext>
            </a:extLst>
          </a:blip>
          <a:stretch>
            <a:fillRect/>
          </a:stretch>
        </p:blipFill>
        <p:spPr>
          <a:xfrm>
            <a:off x="7944729" y="6344945"/>
            <a:ext cx="1028968" cy="436856"/>
          </a:xfrm>
          <a:prstGeom prst="rect">
            <a:avLst/>
          </a:prstGeom>
        </p:spPr>
      </p:pic>
    </p:spTree>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p:nvSpPr>
        <p:spPr bwMode="auto">
          <a:xfrm>
            <a:off x="389436" y="1447800"/>
            <a:ext cx="8363937"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61" tIns="34281" rIns="68561" bIns="34281" numCol="1" spcCol="0" rtlCol="0" anchor="ctr" anchorCtr="0" compatLnSpc="1">
            <a:prstTxWarp prst="textNoShape">
              <a:avLst/>
            </a:prstTxWarp>
          </a:bodyPr>
          <a:lstStyle/>
          <a:p>
            <a:pPr algn="ctr" defTabSz="685416" fontAlgn="base">
              <a:spcBef>
                <a:spcPct val="0"/>
              </a:spcBef>
              <a:spcAft>
                <a:spcPct val="0"/>
              </a:spcAft>
            </a:pPr>
            <a:endParaRPr lang="en-US" sz="1725"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685849" rtl="0" eaLnBrk="1" latinLnBrk="0" hangingPunct="1">
              <a:lnSpc>
                <a:spcPct val="90000"/>
              </a:lnSpc>
              <a:spcBef>
                <a:spcPct val="0"/>
              </a:spcBef>
              <a:buNone/>
              <a:defRPr lang="en-US" sz="4126" b="0" kern="1200" cap="none" spc="-75"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2606032" y="3548162"/>
            <a:ext cx="5210341" cy="980881"/>
          </a:xfrm>
        </p:spPr>
        <p:txBody>
          <a:bodyPr lIns="182852" tIns="182852" anchor="ctr" anchorCtr="0"/>
          <a:lstStyle>
            <a:lvl1pPr marL="431054" indent="-428673">
              <a:spcAft>
                <a:spcPts val="900"/>
              </a:spcAft>
              <a:buNone/>
              <a:defRPr lang="en-US" sz="3301" kern="1200" spc="-75"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1800" kern="1200" spc="-38" baseline="0" dirty="0">
                <a:gradFill>
                  <a:gsLst>
                    <a:gs pos="0">
                      <a:srgbClr val="595959"/>
                    </a:gs>
                    <a:gs pos="86000">
                      <a:srgbClr val="595959"/>
                    </a:gs>
                  </a:gsLst>
                  <a:lin ang="5400000" scaled="0"/>
                </a:gradFill>
                <a:latin typeface="+mn-lt"/>
                <a:ea typeface="+mn-ea"/>
                <a:cs typeface="+mn-cs"/>
              </a:defRPr>
            </a:lvl2pPr>
          </a:lstStyle>
          <a:p>
            <a:pPr marL="2382" lvl="0" indent="0" algn="l" defTabSz="685849" rtl="0" eaLnBrk="1" latinLnBrk="0" hangingPunct="1">
              <a:lnSpc>
                <a:spcPct val="90000"/>
              </a:lnSpc>
              <a:spcBef>
                <a:spcPts val="0"/>
              </a:spcBef>
              <a:spcAft>
                <a:spcPts val="675"/>
              </a:spcAft>
              <a:buSzPct val="80000"/>
            </a:pPr>
            <a:r>
              <a:rPr lang="en-US" smtClean="0"/>
              <a:t>Click to edit Master text styles</a:t>
            </a:r>
          </a:p>
          <a:p>
            <a:pPr marL="2382" lvl="1" indent="0" algn="l" defTabSz="685849" rtl="0" eaLnBrk="1" latinLnBrk="0" hangingPunct="1">
              <a:lnSpc>
                <a:spcPct val="90000"/>
              </a:lnSpc>
              <a:spcBef>
                <a:spcPts val="0"/>
              </a:spcBef>
              <a:spcAft>
                <a:spcPts val="675"/>
              </a:spcAft>
              <a:buSzPct val="80000"/>
            </a:pPr>
            <a:r>
              <a:rPr lang="en-US" smtClean="0"/>
              <a:t>Second level</a:t>
            </a:r>
          </a:p>
        </p:txBody>
      </p:sp>
      <p:sp>
        <p:nvSpPr>
          <p:cNvPr id="18" name="Freeform 105"/>
          <p:cNvSpPr>
            <a:spLocks/>
          </p:cNvSpPr>
          <p:nvPr/>
        </p:nvSpPr>
        <p:spPr bwMode="black">
          <a:xfrm>
            <a:off x="900365" y="2133600"/>
            <a:ext cx="1399159" cy="3810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61734" tIns="30868" rIns="61734" bIns="30868" numCol="1" anchor="t" anchorCtr="0" compatLnSpc="1">
            <a:prstTxWarp prst="textNoShape">
              <a:avLst/>
            </a:prstTxWarp>
          </a:bodyPr>
          <a:lstStyle/>
          <a:p>
            <a:pPr lvl="0" defTabSz="914343"/>
            <a:endParaRPr lang="en-US" sz="1200" dirty="0">
              <a:solidFill>
                <a:srgbClr val="292929"/>
              </a:solidFill>
            </a:endParaRPr>
          </a:p>
        </p:txBody>
      </p:sp>
    </p:spTree>
    <p:extLst>
      <p:ext uri="{BB962C8B-B14F-4D97-AF65-F5344CB8AC3E}">
        <p14:creationId xmlns:p14="http://schemas.microsoft.com/office/powerpoint/2010/main" val="2480588676"/>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3"/>
            <a:ext cx="3154788" cy="1523495"/>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5"/>
            <a:ext cx="3154788" cy="461665"/>
          </a:xfrm>
        </p:spPr>
        <p:txBody>
          <a:bodyPr>
            <a:noAutofit/>
          </a:bodyPr>
          <a:lstStyle>
            <a:lvl1pPr marL="0" indent="0" algn="l" defTabSz="685849"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25" indent="0" algn="ctr">
              <a:buNone/>
              <a:defRPr>
                <a:solidFill>
                  <a:schemeClr val="tx1">
                    <a:tint val="75000"/>
                  </a:schemeClr>
                </a:solidFill>
              </a:defRPr>
            </a:lvl2pPr>
            <a:lvl3pPr marL="685849" indent="0" algn="ctr">
              <a:buNone/>
              <a:defRPr>
                <a:solidFill>
                  <a:schemeClr val="tx1">
                    <a:tint val="75000"/>
                  </a:schemeClr>
                </a:solidFill>
              </a:defRPr>
            </a:lvl3pPr>
            <a:lvl4pPr marL="1028773" indent="0" algn="ctr">
              <a:buNone/>
              <a:defRPr>
                <a:solidFill>
                  <a:schemeClr val="tx1">
                    <a:tint val="75000"/>
                  </a:schemeClr>
                </a:solidFill>
              </a:defRPr>
            </a:lvl4pPr>
            <a:lvl5pPr marL="1371699" indent="0" algn="ctr">
              <a:buNone/>
              <a:defRPr>
                <a:solidFill>
                  <a:schemeClr val="tx1">
                    <a:tint val="75000"/>
                  </a:schemeClr>
                </a:solidFill>
              </a:defRPr>
            </a:lvl5pPr>
            <a:lvl6pPr marL="1714623" indent="0" algn="ctr">
              <a:buNone/>
              <a:defRPr>
                <a:solidFill>
                  <a:schemeClr val="tx1">
                    <a:tint val="75000"/>
                  </a:schemeClr>
                </a:solidFill>
              </a:defRPr>
            </a:lvl6pPr>
            <a:lvl7pPr marL="2057547" indent="0" algn="ctr">
              <a:buNone/>
              <a:defRPr>
                <a:solidFill>
                  <a:schemeClr val="tx1">
                    <a:tint val="75000"/>
                  </a:schemeClr>
                </a:solidFill>
              </a:defRPr>
            </a:lvl7pPr>
            <a:lvl8pPr marL="2400472" indent="0" algn="ctr">
              <a:buNone/>
              <a:defRPr>
                <a:solidFill>
                  <a:schemeClr val="tx1">
                    <a:tint val="75000"/>
                  </a:schemeClr>
                </a:solidFill>
              </a:defRPr>
            </a:lvl8pPr>
            <a:lvl9pPr marL="2743397"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4" y="4160521"/>
            <a:ext cx="6656137" cy="1274539"/>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5026" b="0" i="0" u="none" strike="noStrike" kern="1200" cap="none" spc="-48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p:nvGrpSpPr>
        <p:grpSpPr>
          <a:xfrm>
            <a:off x="5786545" y="2136048"/>
            <a:ext cx="2625030" cy="2114059"/>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dirty="0"/>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sz="1800" dirty="0"/>
            </a:p>
          </p:txBody>
        </p:sp>
      </p:grpSp>
    </p:spTree>
    <p:extLst>
      <p:ext uri="{BB962C8B-B14F-4D97-AF65-F5344CB8AC3E}">
        <p14:creationId xmlns:p14="http://schemas.microsoft.com/office/powerpoint/2010/main" val="2559917533"/>
      </p:ext>
    </p:extLst>
  </p:cSld>
  <p:clrMapOvr>
    <a:masterClrMapping/>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3"/>
            <a:ext cx="3154788" cy="1523495"/>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5"/>
            <a:ext cx="3154788" cy="461665"/>
          </a:xfrm>
        </p:spPr>
        <p:txBody>
          <a:bodyPr>
            <a:noAutofit/>
          </a:bodyPr>
          <a:lstStyle>
            <a:lvl1pPr marL="0" indent="0" algn="l" defTabSz="685849"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25" indent="0" algn="ctr">
              <a:buNone/>
              <a:defRPr>
                <a:solidFill>
                  <a:schemeClr val="tx1">
                    <a:tint val="75000"/>
                  </a:schemeClr>
                </a:solidFill>
              </a:defRPr>
            </a:lvl2pPr>
            <a:lvl3pPr marL="685849" indent="0" algn="ctr">
              <a:buNone/>
              <a:defRPr>
                <a:solidFill>
                  <a:schemeClr val="tx1">
                    <a:tint val="75000"/>
                  </a:schemeClr>
                </a:solidFill>
              </a:defRPr>
            </a:lvl3pPr>
            <a:lvl4pPr marL="1028773" indent="0" algn="ctr">
              <a:buNone/>
              <a:defRPr>
                <a:solidFill>
                  <a:schemeClr val="tx1">
                    <a:tint val="75000"/>
                  </a:schemeClr>
                </a:solidFill>
              </a:defRPr>
            </a:lvl4pPr>
            <a:lvl5pPr marL="1371699" indent="0" algn="ctr">
              <a:buNone/>
              <a:defRPr>
                <a:solidFill>
                  <a:schemeClr val="tx1">
                    <a:tint val="75000"/>
                  </a:schemeClr>
                </a:solidFill>
              </a:defRPr>
            </a:lvl5pPr>
            <a:lvl6pPr marL="1714623" indent="0" algn="ctr">
              <a:buNone/>
              <a:defRPr>
                <a:solidFill>
                  <a:schemeClr val="tx1">
                    <a:tint val="75000"/>
                  </a:schemeClr>
                </a:solidFill>
              </a:defRPr>
            </a:lvl6pPr>
            <a:lvl7pPr marL="2057547" indent="0" algn="ctr">
              <a:buNone/>
              <a:defRPr>
                <a:solidFill>
                  <a:schemeClr val="tx1">
                    <a:tint val="75000"/>
                  </a:schemeClr>
                </a:solidFill>
              </a:defRPr>
            </a:lvl7pPr>
            <a:lvl8pPr marL="2400472" indent="0" algn="ctr">
              <a:buNone/>
              <a:defRPr>
                <a:solidFill>
                  <a:schemeClr val="tx1">
                    <a:tint val="75000"/>
                  </a:schemeClr>
                </a:solidFill>
              </a:defRPr>
            </a:lvl8pPr>
            <a:lvl9pPr marL="2743397"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4" y="4160521"/>
            <a:ext cx="6656137" cy="1274539"/>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5026" b="0" i="0" u="none" strike="noStrike" kern="1200" cap="none" spc="-48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p:nvSpPr>
        <p:spPr bwMode="auto">
          <a:xfrm>
            <a:off x="6220587" y="2008094"/>
            <a:ext cx="1702251" cy="2169611"/>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87" tIns="34294" rIns="68587" bIns="34294" numCol="1" anchor="t" anchorCtr="0" compatLnSpc="1">
            <a:prstTxWarp prst="textNoShape">
              <a:avLst/>
            </a:prstTxWarp>
          </a:bodyPr>
          <a:lstStyle/>
          <a:p>
            <a:endParaRPr lang="en-US" sz="1800" dirty="0"/>
          </a:p>
        </p:txBody>
      </p:sp>
    </p:spTree>
    <p:extLst>
      <p:ext uri="{BB962C8B-B14F-4D97-AF65-F5344CB8AC3E}">
        <p14:creationId xmlns:p14="http://schemas.microsoft.com/office/powerpoint/2010/main" val="694048539"/>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3"/>
            <a:ext cx="3154788" cy="1523495"/>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5"/>
            <a:ext cx="3154788" cy="461665"/>
          </a:xfrm>
        </p:spPr>
        <p:txBody>
          <a:bodyPr>
            <a:noAutofit/>
          </a:bodyPr>
          <a:lstStyle>
            <a:lvl1pPr marL="0" indent="0" algn="l" defTabSz="685849"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25" indent="0" algn="ctr">
              <a:buNone/>
              <a:defRPr>
                <a:solidFill>
                  <a:schemeClr val="tx1">
                    <a:tint val="75000"/>
                  </a:schemeClr>
                </a:solidFill>
              </a:defRPr>
            </a:lvl2pPr>
            <a:lvl3pPr marL="685849" indent="0" algn="ctr">
              <a:buNone/>
              <a:defRPr>
                <a:solidFill>
                  <a:schemeClr val="tx1">
                    <a:tint val="75000"/>
                  </a:schemeClr>
                </a:solidFill>
              </a:defRPr>
            </a:lvl3pPr>
            <a:lvl4pPr marL="1028773" indent="0" algn="ctr">
              <a:buNone/>
              <a:defRPr>
                <a:solidFill>
                  <a:schemeClr val="tx1">
                    <a:tint val="75000"/>
                  </a:schemeClr>
                </a:solidFill>
              </a:defRPr>
            </a:lvl4pPr>
            <a:lvl5pPr marL="1371699" indent="0" algn="ctr">
              <a:buNone/>
              <a:defRPr>
                <a:solidFill>
                  <a:schemeClr val="tx1">
                    <a:tint val="75000"/>
                  </a:schemeClr>
                </a:solidFill>
              </a:defRPr>
            </a:lvl5pPr>
            <a:lvl6pPr marL="1714623" indent="0" algn="ctr">
              <a:buNone/>
              <a:defRPr>
                <a:solidFill>
                  <a:schemeClr val="tx1">
                    <a:tint val="75000"/>
                  </a:schemeClr>
                </a:solidFill>
              </a:defRPr>
            </a:lvl6pPr>
            <a:lvl7pPr marL="2057547" indent="0" algn="ctr">
              <a:buNone/>
              <a:defRPr>
                <a:solidFill>
                  <a:schemeClr val="tx1">
                    <a:tint val="75000"/>
                  </a:schemeClr>
                </a:solidFill>
              </a:defRPr>
            </a:lvl7pPr>
            <a:lvl8pPr marL="2400472" indent="0" algn="ctr">
              <a:buNone/>
              <a:defRPr>
                <a:solidFill>
                  <a:schemeClr val="tx1">
                    <a:tint val="75000"/>
                  </a:schemeClr>
                </a:solidFill>
              </a:defRPr>
            </a:lvl8pPr>
            <a:lvl9pPr marL="2743397"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4" y="4160521"/>
            <a:ext cx="6656137" cy="1274539"/>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5026" b="0" i="0" u="none" strike="noStrike" kern="1200" cap="none" spc="-48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p:nvGrpSpPr>
        <p:grpSpPr bwMode="black">
          <a:xfrm>
            <a:off x="5929973" y="2242932"/>
            <a:ext cx="2383306" cy="1934623"/>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dirty="0"/>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dirty="0"/>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dirty="0"/>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dirty="0"/>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endParaRPr lang="en-US" sz="1200" dirty="0"/>
            </a:p>
          </p:txBody>
        </p:sp>
      </p:grpSp>
    </p:spTree>
    <p:extLst>
      <p:ext uri="{BB962C8B-B14F-4D97-AF65-F5344CB8AC3E}">
        <p14:creationId xmlns:p14="http://schemas.microsoft.com/office/powerpoint/2010/main" val="3525683714"/>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3"/>
            <a:ext cx="3154788" cy="1523495"/>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5"/>
            <a:ext cx="3154788" cy="461665"/>
          </a:xfrm>
        </p:spPr>
        <p:txBody>
          <a:bodyPr>
            <a:noAutofit/>
          </a:bodyPr>
          <a:lstStyle>
            <a:lvl1pPr marL="0" indent="0" algn="l" defTabSz="685849"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25" indent="0" algn="ctr">
              <a:buNone/>
              <a:defRPr>
                <a:solidFill>
                  <a:schemeClr val="tx1">
                    <a:tint val="75000"/>
                  </a:schemeClr>
                </a:solidFill>
              </a:defRPr>
            </a:lvl2pPr>
            <a:lvl3pPr marL="685849" indent="0" algn="ctr">
              <a:buNone/>
              <a:defRPr>
                <a:solidFill>
                  <a:schemeClr val="tx1">
                    <a:tint val="75000"/>
                  </a:schemeClr>
                </a:solidFill>
              </a:defRPr>
            </a:lvl3pPr>
            <a:lvl4pPr marL="1028773" indent="0" algn="ctr">
              <a:buNone/>
              <a:defRPr>
                <a:solidFill>
                  <a:schemeClr val="tx1">
                    <a:tint val="75000"/>
                  </a:schemeClr>
                </a:solidFill>
              </a:defRPr>
            </a:lvl4pPr>
            <a:lvl5pPr marL="1371699" indent="0" algn="ctr">
              <a:buNone/>
              <a:defRPr>
                <a:solidFill>
                  <a:schemeClr val="tx1">
                    <a:tint val="75000"/>
                  </a:schemeClr>
                </a:solidFill>
              </a:defRPr>
            </a:lvl5pPr>
            <a:lvl6pPr marL="1714623" indent="0" algn="ctr">
              <a:buNone/>
              <a:defRPr>
                <a:solidFill>
                  <a:schemeClr val="tx1">
                    <a:tint val="75000"/>
                  </a:schemeClr>
                </a:solidFill>
              </a:defRPr>
            </a:lvl6pPr>
            <a:lvl7pPr marL="2057547" indent="0" algn="ctr">
              <a:buNone/>
              <a:defRPr>
                <a:solidFill>
                  <a:schemeClr val="tx1">
                    <a:tint val="75000"/>
                  </a:schemeClr>
                </a:solidFill>
              </a:defRPr>
            </a:lvl7pPr>
            <a:lvl8pPr marL="2400472" indent="0" algn="ctr">
              <a:buNone/>
              <a:defRPr>
                <a:solidFill>
                  <a:schemeClr val="tx1">
                    <a:tint val="75000"/>
                  </a:schemeClr>
                </a:solidFill>
              </a:defRPr>
            </a:lvl8pPr>
            <a:lvl9pPr marL="2743397"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4" y="4160521"/>
            <a:ext cx="6656137" cy="1274539"/>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5026" b="0" i="0" u="none" strike="noStrike" kern="1200" cap="none" spc="-48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p:nvSpPr>
        <p:spPr bwMode="black">
          <a:xfrm>
            <a:off x="6504695" y="3984187"/>
            <a:ext cx="2260588" cy="2314243"/>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61734" tIns="30868" rIns="61734" bIns="30868" numCol="1" anchor="t" anchorCtr="0" compatLnSpc="1">
            <a:prstTxWarp prst="textNoShape">
              <a:avLst/>
            </a:prstTxWarp>
          </a:bodyPr>
          <a:lstStyle/>
          <a:p>
            <a:endParaRPr lang="en-US" sz="1200" dirty="0"/>
          </a:p>
        </p:txBody>
      </p:sp>
    </p:spTree>
    <p:extLst>
      <p:ext uri="{BB962C8B-B14F-4D97-AF65-F5344CB8AC3E}">
        <p14:creationId xmlns:p14="http://schemas.microsoft.com/office/powerpoint/2010/main" val="2393864327"/>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3"/>
            <a:ext cx="3154788" cy="1523495"/>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5"/>
            <a:ext cx="3154788" cy="461665"/>
          </a:xfrm>
        </p:spPr>
        <p:txBody>
          <a:bodyPr>
            <a:noAutofit/>
          </a:bodyPr>
          <a:lstStyle>
            <a:lvl1pPr marL="0" indent="0" algn="l" defTabSz="685849"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25" indent="0" algn="ctr">
              <a:buNone/>
              <a:defRPr>
                <a:solidFill>
                  <a:schemeClr val="tx1">
                    <a:tint val="75000"/>
                  </a:schemeClr>
                </a:solidFill>
              </a:defRPr>
            </a:lvl2pPr>
            <a:lvl3pPr marL="685849" indent="0" algn="ctr">
              <a:buNone/>
              <a:defRPr>
                <a:solidFill>
                  <a:schemeClr val="tx1">
                    <a:tint val="75000"/>
                  </a:schemeClr>
                </a:solidFill>
              </a:defRPr>
            </a:lvl3pPr>
            <a:lvl4pPr marL="1028773" indent="0" algn="ctr">
              <a:buNone/>
              <a:defRPr>
                <a:solidFill>
                  <a:schemeClr val="tx1">
                    <a:tint val="75000"/>
                  </a:schemeClr>
                </a:solidFill>
              </a:defRPr>
            </a:lvl4pPr>
            <a:lvl5pPr marL="1371699" indent="0" algn="ctr">
              <a:buNone/>
              <a:defRPr>
                <a:solidFill>
                  <a:schemeClr val="tx1">
                    <a:tint val="75000"/>
                  </a:schemeClr>
                </a:solidFill>
              </a:defRPr>
            </a:lvl5pPr>
            <a:lvl6pPr marL="1714623" indent="0" algn="ctr">
              <a:buNone/>
              <a:defRPr>
                <a:solidFill>
                  <a:schemeClr val="tx1">
                    <a:tint val="75000"/>
                  </a:schemeClr>
                </a:solidFill>
              </a:defRPr>
            </a:lvl6pPr>
            <a:lvl7pPr marL="2057547" indent="0" algn="ctr">
              <a:buNone/>
              <a:defRPr>
                <a:solidFill>
                  <a:schemeClr val="tx1">
                    <a:tint val="75000"/>
                  </a:schemeClr>
                </a:solidFill>
              </a:defRPr>
            </a:lvl7pPr>
            <a:lvl8pPr marL="2400472" indent="0" algn="ctr">
              <a:buNone/>
              <a:defRPr>
                <a:solidFill>
                  <a:schemeClr val="tx1">
                    <a:tint val="75000"/>
                  </a:schemeClr>
                </a:solidFill>
              </a:defRPr>
            </a:lvl8pPr>
            <a:lvl9pPr marL="2743397"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4" y="4160521"/>
            <a:ext cx="6656137" cy="1274539"/>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5026" b="0" i="0" u="none" strike="noStrike" kern="1200" cap="none" spc="-48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p:nvGrpSpPr>
        <p:grpSpPr>
          <a:xfrm>
            <a:off x="6663805" y="1905000"/>
            <a:ext cx="958447"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800" dirty="0"/>
            </a:p>
          </p:txBody>
        </p:sp>
      </p:grpSp>
    </p:spTree>
    <p:extLst>
      <p:ext uri="{BB962C8B-B14F-4D97-AF65-F5344CB8AC3E}">
        <p14:creationId xmlns:p14="http://schemas.microsoft.com/office/powerpoint/2010/main" val="1680458582"/>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391010" y="3467677"/>
            <a:ext cx="8022140"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2" b="0" i="0" u="none" strike="noStrike" kern="1200" cap="none" spc="-9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spTree>
    <p:extLst>
      <p:ext uri="{BB962C8B-B14F-4D97-AF65-F5344CB8AC3E}">
        <p14:creationId xmlns:p14="http://schemas.microsoft.com/office/powerpoint/2010/main" val="3573048368"/>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black">
          <a:xfrm>
            <a:off x="3241725" y="3140275"/>
            <a:ext cx="2660550" cy="577452"/>
          </a:xfrm>
          <a:prstGeom prst="rect">
            <a:avLst/>
          </a:prstGeom>
          <a:noFill/>
          <a:ln>
            <a:noFill/>
          </a:ln>
        </p:spPr>
      </p:pic>
      <p:sp>
        <p:nvSpPr>
          <p:cNvPr id="3" name="Text Box 3"/>
          <p:cNvSpPr txBox="1">
            <a:spLocks noChangeArrowheads="1"/>
          </p:cNvSpPr>
          <p:nvPr/>
        </p:nvSpPr>
        <p:spPr bwMode="blackWhite">
          <a:xfrm>
            <a:off x="381000" y="6083576"/>
            <a:ext cx="8382000" cy="311622"/>
          </a:xfrm>
          <a:prstGeom prst="rect">
            <a:avLst/>
          </a:prstGeom>
          <a:noFill/>
          <a:ln w="12700">
            <a:noFill/>
            <a:miter lim="800000"/>
            <a:headEnd type="none" w="sm" len="sm"/>
            <a:tailEnd type="none" w="sm" len="sm"/>
          </a:ln>
          <a:effectLst/>
        </p:spPr>
        <p:txBody>
          <a:bodyPr vert="horz" wrap="square" lIns="68576" tIns="34289" rIns="68576" bIns="34289" numCol="1" anchor="t" anchorCtr="0" compatLnSpc="1">
            <a:prstTxWarp prst="textNoShape">
              <a:avLst/>
            </a:prstTxWarp>
            <a:spAutoFit/>
          </a:bodyPr>
          <a:lstStyle/>
          <a:p>
            <a:pPr algn="ctr" defTabSz="685651" eaLnBrk="0" hangingPunct="0"/>
            <a:r>
              <a:rPr lang="en-US" sz="525" dirty="0">
                <a:solidFill>
                  <a:schemeClr val="bg1">
                    <a:alpha val="99000"/>
                  </a:schemeClr>
                </a:solidFill>
                <a:latin typeface="Segoe UI" pitchFamily="34" charset="0"/>
                <a:cs typeface="Arial" charset="0"/>
              </a:rPr>
              <a:t>© </a:t>
            </a:r>
            <a:r>
              <a:rPr lang="en-US" sz="525" dirty="0" smtClean="0">
                <a:solidFill>
                  <a:schemeClr val="bg1">
                    <a:alpha val="99000"/>
                  </a:schemeClr>
                </a:solidFill>
                <a:latin typeface="Segoe UI" pitchFamily="34" charset="0"/>
                <a:cs typeface="Arial" charset="0"/>
              </a:rPr>
              <a:t>2012 Microsoft </a:t>
            </a:r>
            <a:r>
              <a:rPr lang="en-US" sz="525" dirty="0">
                <a:solidFill>
                  <a:schemeClr val="bg1">
                    <a:alpha val="99000"/>
                  </a:schemeClr>
                </a:solidFill>
                <a:latin typeface="Segoe UI" pitchFamily="34" charset="0"/>
                <a:cs typeface="Arial" charset="0"/>
              </a:rPr>
              <a:t>Corporation. All rights reserved. Microsoft, Windows, Windows Vista and other product names are or may be registered trademarks and/or trademarks in the U.S. and/or other countries.</a:t>
            </a:r>
          </a:p>
          <a:p>
            <a:pPr algn="ctr" defTabSz="685651" eaLnBrk="0" hangingPunct="0"/>
            <a:r>
              <a:rPr lang="en-US" sz="525" dirty="0">
                <a:solidFill>
                  <a:schemeClr val="bg1">
                    <a:alpha val="99000"/>
                  </a:schemeClr>
                </a:solidFill>
                <a:latin typeface="Segoe UI" pitchFamily="34" charset="0"/>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525" dirty="0" smtClean="0">
                <a:solidFill>
                  <a:schemeClr val="bg1">
                    <a:alpha val="99000"/>
                  </a:schemeClr>
                </a:solidFill>
                <a:latin typeface="Segoe UI" pitchFamily="34" charset="0"/>
                <a:cs typeface="Arial" charset="0"/>
              </a:rPr>
              <a:t>MICROSOFT </a:t>
            </a:r>
            <a:r>
              <a:rPr lang="en-US" sz="525" dirty="0">
                <a:solidFill>
                  <a:schemeClr val="bg1">
                    <a:alpha val="99000"/>
                  </a:schemeClr>
                </a:solidFill>
                <a:latin typeface="Segoe UI" pitchFamily="34" charset="0"/>
                <a:cs typeface="Arial" charset="0"/>
              </a:rPr>
              <a:t>MAKES NO WARRANTIES, EXPRESS, IMPLIED OR STATUTORY, AS TO THE INFORMATION IN THIS PRESENTATION.</a:t>
            </a:r>
          </a:p>
        </p:txBody>
      </p:sp>
    </p:spTree>
    <p:extLst>
      <p:ext uri="{BB962C8B-B14F-4D97-AF65-F5344CB8AC3E}">
        <p14:creationId xmlns:p14="http://schemas.microsoft.com/office/powerpoint/2010/main" val="2640209842"/>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p:ph type="body" sz="quarter" idx="10" hasCustomPrompt="1"/>
          </p:nvPr>
        </p:nvSpPr>
        <p:spPr>
          <a:xfrm>
            <a:off x="384673" y="2892713"/>
            <a:ext cx="8423524" cy="914417"/>
          </a:xfrm>
        </p:spPr>
        <p:txBody>
          <a:bodyPr/>
          <a:lstStyle>
            <a:lvl1pPr marL="0" indent="0">
              <a:buNone/>
              <a:defRPr lang="en-US" sz="6602" i="0" kern="1200" spc="-75" baseline="0" dirty="0" smtClean="0">
                <a:solidFill>
                  <a:schemeClr val="bg1">
                    <a:alpha val="99000"/>
                  </a:schemeClr>
                </a:solidFill>
                <a:latin typeface="Segoe UI Light" pitchFamily="34" charset="0"/>
                <a:ea typeface="+mn-ea"/>
                <a:cs typeface="+mn-cs"/>
              </a:defRPr>
            </a:lvl1pPr>
          </a:lstStyle>
          <a:p>
            <a:pPr marL="0" lvl="0" indent="0" algn="l" defTabSz="685849"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p:ph type="body" sz="quarter" idx="11" hasCustomPrompt="1"/>
          </p:nvPr>
        </p:nvSpPr>
        <p:spPr>
          <a:xfrm>
            <a:off x="384673" y="4343402"/>
            <a:ext cx="5636696" cy="332527"/>
          </a:xfrm>
        </p:spPr>
        <p:txBody>
          <a:bodyPr/>
          <a:lstStyle>
            <a:lvl1pPr marL="0" indent="0">
              <a:buNone/>
              <a:defRPr lang="en-US" sz="2401" kern="1200" spc="-75" baseline="0" dirty="0">
                <a:solidFill>
                  <a:schemeClr val="bg1">
                    <a:alpha val="99000"/>
                  </a:schemeClr>
                </a:solidFill>
                <a:latin typeface="+mj-lt"/>
                <a:ea typeface="+mn-ea"/>
                <a:cs typeface="+mn-cs"/>
              </a:defRPr>
            </a:lvl1pPr>
          </a:lstStyle>
          <a:p>
            <a:pPr marL="0" lvl="0" indent="0" algn="l" defTabSz="685849"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p:nvPicPr>
        <p:blipFill rotWithShape="1">
          <a:blip r:embed="rId3" cstate="print">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401137" y="6364652"/>
            <a:ext cx="1197051" cy="268367"/>
          </a:xfrm>
          <a:prstGeom prst="rect">
            <a:avLst/>
          </a:prstGeom>
          <a:noFill/>
          <a:ln>
            <a:noFill/>
          </a:ln>
        </p:spPr>
      </p:pic>
    </p:spTree>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9436" y="1447799"/>
            <a:ext cx="8363938" cy="1500667"/>
          </a:xfrm>
        </p:spPr>
        <p:txBody>
          <a:bodyPr/>
          <a:lstStyle>
            <a:lvl1pPr marL="345319" indent="-345319">
              <a:buClr>
                <a:srgbClr val="FFFFFF"/>
              </a:buClr>
              <a:buSzPct val="70000"/>
              <a:buFontTx/>
              <a:buBlip>
                <a:blip r:embed="rId2"/>
              </a:buBlip>
              <a:defRPr>
                <a:gradFill>
                  <a:gsLst>
                    <a:gs pos="0">
                      <a:srgbClr val="FFFFFF"/>
                    </a:gs>
                    <a:gs pos="86000">
                      <a:srgbClr val="FFFFFF"/>
                    </a:gs>
                  </a:gsLst>
                  <a:lin ang="5400000" scaled="0"/>
                </a:gradFill>
              </a:defRPr>
            </a:lvl1pPr>
            <a:lvl2pPr marL="641819" indent="-296499">
              <a:buClr>
                <a:srgbClr val="FFFFFF"/>
              </a:buClr>
              <a:buSzPct val="70000"/>
              <a:buFontTx/>
              <a:buBlip>
                <a:blip r:embed="rId2"/>
              </a:buBlip>
              <a:defRPr>
                <a:gradFill>
                  <a:gsLst>
                    <a:gs pos="0">
                      <a:srgbClr val="FFFFFF"/>
                    </a:gs>
                    <a:gs pos="86000">
                      <a:srgbClr val="FFFFFF"/>
                    </a:gs>
                  </a:gsLst>
                  <a:lin ang="5400000" scaled="0"/>
                </a:gradFill>
              </a:defRPr>
            </a:lvl2pPr>
            <a:lvl3pPr marL="944271" indent="-302453">
              <a:buClr>
                <a:srgbClr val="FFFFFF"/>
              </a:buClr>
              <a:buSzPct val="70000"/>
              <a:buFontTx/>
              <a:buBlip>
                <a:blip r:embed="rId2"/>
              </a:buBlip>
              <a:defRPr>
                <a:gradFill>
                  <a:gsLst>
                    <a:gs pos="0">
                      <a:srgbClr val="FFFFFF"/>
                    </a:gs>
                    <a:gs pos="86000">
                      <a:srgbClr val="FFFFFF"/>
                    </a:gs>
                  </a:gsLst>
                  <a:lin ang="5400000" scaled="0"/>
                </a:gradFill>
              </a:defRPr>
            </a:lvl3pPr>
            <a:lvl4pPr marL="1203856" indent="-259586">
              <a:buClr>
                <a:srgbClr val="FFFFFF"/>
              </a:buClr>
              <a:buSzPct val="70000"/>
              <a:buFontTx/>
              <a:buBlip>
                <a:blip r:embed="rId2"/>
              </a:buBlip>
              <a:defRPr>
                <a:gradFill>
                  <a:gsLst>
                    <a:gs pos="0">
                      <a:srgbClr val="FFFFFF"/>
                    </a:gs>
                    <a:gs pos="86000">
                      <a:srgbClr val="FFFFFF"/>
                    </a:gs>
                  </a:gsLst>
                  <a:lin ang="5400000" scaled="0"/>
                </a:gradFill>
              </a:defRPr>
            </a:lvl4pPr>
            <a:lvl5pPr marL="1456297" indent="-252441">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9436" y="1447799"/>
            <a:ext cx="8363938" cy="1500667"/>
          </a:xfrm>
        </p:spPr>
        <p:txBody>
          <a:bodyPr/>
          <a:lstStyle>
            <a:lvl1pPr marL="345319" indent="-345319">
              <a:buClr>
                <a:srgbClr val="FFFFFF"/>
              </a:buClr>
              <a:buSzPct val="70000"/>
              <a:buFontTx/>
              <a:buBlip>
                <a:blip r:embed="rId2"/>
              </a:buBlip>
              <a:defRPr>
                <a:gradFill>
                  <a:gsLst>
                    <a:gs pos="0">
                      <a:srgbClr val="FFFFFF"/>
                    </a:gs>
                    <a:gs pos="86000">
                      <a:srgbClr val="FFFFFF"/>
                    </a:gs>
                  </a:gsLst>
                  <a:lin ang="5400000" scaled="0"/>
                </a:gradFill>
              </a:defRPr>
            </a:lvl1pPr>
            <a:lvl2pPr marL="641819" indent="-296499">
              <a:buClr>
                <a:srgbClr val="FFFFFF"/>
              </a:buClr>
              <a:buSzPct val="70000"/>
              <a:buFontTx/>
              <a:buBlip>
                <a:blip r:embed="rId2"/>
              </a:buBlip>
              <a:defRPr>
                <a:gradFill>
                  <a:gsLst>
                    <a:gs pos="0">
                      <a:srgbClr val="FFFFFF"/>
                    </a:gs>
                    <a:gs pos="86000">
                      <a:srgbClr val="FFFFFF"/>
                    </a:gs>
                  </a:gsLst>
                  <a:lin ang="5400000" scaled="0"/>
                </a:gradFill>
              </a:defRPr>
            </a:lvl2pPr>
            <a:lvl3pPr marL="944271" indent="-302453">
              <a:buClr>
                <a:srgbClr val="FFFFFF"/>
              </a:buClr>
              <a:buSzPct val="70000"/>
              <a:buFontTx/>
              <a:buBlip>
                <a:blip r:embed="rId2"/>
              </a:buBlip>
              <a:defRPr>
                <a:gradFill>
                  <a:gsLst>
                    <a:gs pos="0">
                      <a:srgbClr val="FFFFFF"/>
                    </a:gs>
                    <a:gs pos="86000">
                      <a:srgbClr val="FFFFFF"/>
                    </a:gs>
                  </a:gsLst>
                  <a:lin ang="5400000" scaled="0"/>
                </a:gradFill>
              </a:defRPr>
            </a:lvl3pPr>
            <a:lvl4pPr marL="1203856" indent="-259586">
              <a:buClr>
                <a:srgbClr val="FFFFFF"/>
              </a:buClr>
              <a:buSzPct val="70000"/>
              <a:buFontTx/>
              <a:buBlip>
                <a:blip r:embed="rId2"/>
              </a:buBlip>
              <a:defRPr>
                <a:gradFill>
                  <a:gsLst>
                    <a:gs pos="0">
                      <a:srgbClr val="FFFFFF"/>
                    </a:gs>
                    <a:gs pos="86000">
                      <a:srgbClr val="FFFFFF"/>
                    </a:gs>
                  </a:gsLst>
                  <a:lin ang="5400000" scaled="0"/>
                </a:gradFill>
              </a:defRPr>
            </a:lvl4pPr>
            <a:lvl5pPr marL="1456297" indent="-252441">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9"/>
            <a:ext cx="9144001" cy="619125"/>
          </a:xfrm>
          <a:solidFill>
            <a:srgbClr val="FFFF99"/>
          </a:solidFill>
        </p:spPr>
        <p:txBody>
          <a:bodyPr wrap="square" lIns="152369" tIns="76185" rIns="152369" bIns="76185" anchor="b" anchorCtr="0">
            <a:noAutofit/>
          </a:bodyPr>
          <a:lstStyle>
            <a:lvl1pPr algn="r">
              <a:buFont typeface="Arial" pitchFamily="34" charset="0"/>
              <a:buNone/>
              <a:defRPr spc="-38"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3_Blank Background">
    <p:bg>
      <p:bgPr>
        <a:blipFill rotWithShape="1">
          <a:blip r:embed="rId2" cstate="screen">
            <a:extLst>
              <a:ext uri="{28A0092B-C50C-407E-A947-70E740481C1C}">
                <a14:useLocalDpi xmlns:a14="http://schemas.microsoft.com/office/drawing/2010/main"/>
              </a:ext>
            </a:extLst>
          </a:blip>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404254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Text Placeholder 5"/>
          <p:cNvSpPr>
            <a:spLocks noGrp="1"/>
          </p:cNvSpPr>
          <p:nvPr>
            <p:ph type="body" sz="quarter" idx="10"/>
          </p:nvPr>
        </p:nvSpPr>
        <p:spPr>
          <a:xfrm>
            <a:off x="389438" y="1905005"/>
            <a:ext cx="8363937" cy="1226874"/>
          </a:xfrm>
        </p:spPr>
        <p:txBody>
          <a:bodyPr/>
          <a:lstStyle>
            <a:lvl1pPr>
              <a:lnSpc>
                <a:spcPct val="90000"/>
              </a:lnSpc>
              <a:defRPr sz="1800"/>
            </a:lvl1pPr>
            <a:lvl2pPr>
              <a:lnSpc>
                <a:spcPct val="90000"/>
              </a:lnSpc>
              <a:defRPr sz="1500"/>
            </a:lvl2pPr>
            <a:lvl3pPr>
              <a:lnSpc>
                <a:spcPct val="90000"/>
              </a:lnSpc>
              <a:defRPr sz="1425"/>
            </a:lvl3pPr>
            <a:lvl4pPr>
              <a:lnSpc>
                <a:spcPct val="90000"/>
              </a:lnSpc>
              <a:defRPr sz="1425"/>
            </a:lvl4pPr>
            <a:lvl5pPr>
              <a:lnSpc>
                <a:spcPct val="90000"/>
              </a:lnSpc>
              <a:defRPr sz="1425"/>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9436" y="2234114"/>
            <a:ext cx="6281777" cy="1359196"/>
          </a:xfrm>
        </p:spPr>
        <p:txBody>
          <a:bodyPr anchor="ctr" anchorCtr="0">
            <a:noAutofit/>
          </a:bodyPr>
          <a:lstStyle>
            <a:lvl1pPr>
              <a:lnSpc>
                <a:spcPct val="90000"/>
              </a:lnSpc>
              <a:defRPr sz="4951"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389437" y="4612342"/>
            <a:ext cx="4091815" cy="858697"/>
          </a:xfrm>
        </p:spPr>
        <p:txBody>
          <a:bodyPr/>
          <a:lstStyle>
            <a:lvl1pPr marL="0" indent="0">
              <a:buFont typeface="Arial" pitchFamily="34" charset="0"/>
              <a:buNone/>
              <a:defRPr sz="1800">
                <a:solidFill>
                  <a:schemeClr val="bg1">
                    <a:alpha val="98000"/>
                  </a:schemeClr>
                </a:solidFill>
                <a:latin typeface="+mj-lt"/>
              </a:defRPr>
            </a:lvl1pPr>
            <a:lvl2pPr marL="345373" indent="0">
              <a:buFont typeface="Arial" pitchFamily="34" charset="0"/>
              <a:buNone/>
              <a:defRPr/>
            </a:lvl2pPr>
            <a:lvl3pPr marL="641918" indent="0">
              <a:buFont typeface="Arial" pitchFamily="34" charset="0"/>
              <a:buNone/>
              <a:defRPr/>
            </a:lvl3pPr>
            <a:lvl4pPr marL="944418" indent="0">
              <a:buFont typeface="Arial" pitchFamily="34" charset="0"/>
              <a:buNone/>
              <a:defRPr/>
            </a:lvl4pPr>
            <a:lvl5pPr marL="120404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spTree>
    <p:extLst>
      <p:ext uri="{BB962C8B-B14F-4D97-AF65-F5344CB8AC3E}">
        <p14:creationId xmlns:p14="http://schemas.microsoft.com/office/powerpoint/2010/main" val="390031003"/>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89436" y="402777"/>
            <a:ext cx="8363938" cy="561051"/>
          </a:xfrm>
        </p:spPr>
        <p:txBody>
          <a:bodyPr/>
          <a:lstStyle>
            <a:lvl1pPr>
              <a:defRPr sz="4051">
                <a:solidFill>
                  <a:schemeClr val="bg1"/>
                </a:solidFill>
              </a:defRPr>
            </a:lvl1pPr>
          </a:lstStyle>
          <a:p>
            <a:r>
              <a:rPr lang="en-US" dirty="0" smtClean="0"/>
              <a:t>click to edit master title style</a:t>
            </a:r>
            <a:endParaRPr lang="en-US" dirty="0"/>
          </a:p>
        </p:txBody>
      </p:sp>
      <p:sp>
        <p:nvSpPr>
          <p:cNvPr id="5" name="Text Placeholder 4"/>
          <p:cNvSpPr>
            <a:spLocks noGrp="1"/>
          </p:cNvSpPr>
          <p:nvPr>
            <p:ph type="body" sz="quarter" idx="10"/>
          </p:nvPr>
        </p:nvSpPr>
        <p:spPr>
          <a:xfrm>
            <a:off x="389436" y="1370526"/>
            <a:ext cx="8363938" cy="713144"/>
          </a:xfrm>
        </p:spPr>
        <p:txBody>
          <a:bodyPr/>
          <a:lstStyle>
            <a:lvl1pPr marL="2382" indent="0">
              <a:spcBef>
                <a:spcPts val="0"/>
              </a:spcBef>
              <a:spcAft>
                <a:spcPts val="675"/>
              </a:spcAft>
              <a:buSzPct val="80000"/>
              <a:buFont typeface="Arial" pitchFamily="34" charset="0"/>
              <a:buNone/>
              <a:defRPr sz="3001" spc="-75" baseline="0">
                <a:solidFill>
                  <a:schemeClr val="bg1"/>
                </a:solidFill>
                <a:latin typeface="Segoe UI Light" pitchFamily="34" charset="0"/>
              </a:defRPr>
            </a:lvl1pPr>
            <a:lvl2pPr marL="2382" indent="0">
              <a:spcBef>
                <a:spcPts val="0"/>
              </a:spcBef>
              <a:buSzPct val="80000"/>
              <a:buFont typeface="Arial" pitchFamily="34" charset="0"/>
              <a:buNone/>
              <a:defRPr sz="1500" spc="-38" baseline="0">
                <a:solidFill>
                  <a:schemeClr val="bg1"/>
                </a:solidFill>
              </a:defRPr>
            </a:lvl2pPr>
            <a:lvl3pPr marL="944418" indent="-302499">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4043" indent="-2596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523" indent="-25248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smtClean="0"/>
              <a:t>Click to edit Master text styles</a:t>
            </a:r>
          </a:p>
          <a:p>
            <a:pPr lvl="1"/>
            <a:r>
              <a:rPr lang="en-US" dirty="0" smtClean="0"/>
              <a:t>Second level</a:t>
            </a:r>
          </a:p>
        </p:txBody>
      </p:sp>
      <p:sp>
        <p:nvSpPr>
          <p:cNvPr id="10" name="Rectangle 9"/>
          <p:cNvSpPr/>
          <p:nvPr/>
        </p:nvSpPr>
        <p:spPr bwMode="auto">
          <a:xfrm>
            <a:off x="0" y="6574428"/>
            <a:ext cx="9144000" cy="283572"/>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smtClean="0">
              <a:gradFill>
                <a:gsLst>
                  <a:gs pos="0">
                    <a:srgbClr val="FFFFFF"/>
                  </a:gs>
                  <a:gs pos="100000">
                    <a:srgbClr val="FFFFFF"/>
                  </a:gs>
                </a:gsLst>
                <a:lin ang="5400000" scaled="0"/>
              </a:gradFill>
            </a:endParaRPr>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rot="10800000">
            <a:off x="7968531" y="113218"/>
            <a:ext cx="1108605" cy="740353"/>
          </a:xfrm>
          <a:prstGeom prst="rect">
            <a:avLst/>
          </a:prstGeom>
        </p:spPr>
      </p:pic>
      <p:sp>
        <p:nvSpPr>
          <p:cNvPr id="13" name="Rectangle 12"/>
          <p:cNvSpPr/>
          <p:nvPr userDrawn="1"/>
        </p:nvSpPr>
        <p:spPr bwMode="auto">
          <a:xfrm>
            <a:off x="0" y="1"/>
            <a:ext cx="9144000" cy="45719"/>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smtClean="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547397057"/>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0" name="Rectangle 9"/>
          <p:cNvSpPr/>
          <p:nvPr/>
        </p:nvSpPr>
        <p:spPr bwMode="auto">
          <a:xfrm>
            <a:off x="0" y="6574428"/>
            <a:ext cx="9144000" cy="283572"/>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smtClean="0">
              <a:gradFill>
                <a:gsLst>
                  <a:gs pos="0">
                    <a:srgbClr val="FFFFFF"/>
                  </a:gs>
                  <a:gs pos="100000">
                    <a:srgbClr val="FFFFFF"/>
                  </a:gs>
                </a:gsLst>
                <a:lin ang="5400000" scaled="0"/>
              </a:gradFill>
            </a:endParaRPr>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68531" y="113218"/>
            <a:ext cx="1108605" cy="740353"/>
          </a:xfrm>
          <a:prstGeom prst="rect">
            <a:avLst/>
          </a:prstGeom>
        </p:spPr>
      </p:pic>
      <p:sp>
        <p:nvSpPr>
          <p:cNvPr id="13" name="Rectangle 12"/>
          <p:cNvSpPr/>
          <p:nvPr userDrawn="1"/>
        </p:nvSpPr>
        <p:spPr bwMode="auto">
          <a:xfrm>
            <a:off x="0" y="1"/>
            <a:ext cx="9144000" cy="45719"/>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smtClean="0">
              <a:gradFill>
                <a:gsLst>
                  <a:gs pos="0">
                    <a:srgbClr val="FFFFFF"/>
                  </a:gs>
                  <a:gs pos="100000">
                    <a:srgbClr val="FFFFFF"/>
                  </a:gs>
                </a:gsLst>
                <a:lin ang="5400000" scaled="0"/>
              </a:gradFill>
            </a:endParaRPr>
          </a:p>
        </p:txBody>
      </p:sp>
    </p:spTree>
    <p:extLst>
      <p:ext uri="{BB962C8B-B14F-4D97-AF65-F5344CB8AC3E}">
        <p14:creationId xmlns:p14="http://schemas.microsoft.com/office/powerpoint/2010/main" val="11963120"/>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1"/>
            <a:ext cx="8363938" cy="561051"/>
          </a:xfrm>
        </p:spPr>
        <p:txBody>
          <a:bodyPr/>
          <a:lstStyle>
            <a:lvl1pPr>
              <a:defRPr sz="4051"/>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800"/>
            <a:ext cx="8363938" cy="713144"/>
          </a:xfrm>
        </p:spPr>
        <p:txBody>
          <a:bodyPr/>
          <a:lstStyle>
            <a:lvl1pPr marL="2382" indent="0">
              <a:spcBef>
                <a:spcPts val="0"/>
              </a:spcBef>
              <a:spcAft>
                <a:spcPts val="675"/>
              </a:spcAft>
              <a:buSzPct val="80000"/>
              <a:buFont typeface="Arial" pitchFamily="34" charset="0"/>
              <a:buNone/>
              <a:defRPr sz="3001" spc="-75" baseline="0">
                <a:gradFill>
                  <a:gsLst>
                    <a:gs pos="0">
                      <a:srgbClr val="595959"/>
                    </a:gs>
                    <a:gs pos="86000">
                      <a:srgbClr val="595959"/>
                    </a:gs>
                  </a:gsLst>
                  <a:lin ang="5400000" scaled="0"/>
                </a:gradFill>
                <a:latin typeface="Segoe UI Light" pitchFamily="34" charset="0"/>
              </a:defRPr>
            </a:lvl1pPr>
            <a:lvl2pPr marL="2382" indent="0">
              <a:spcBef>
                <a:spcPts val="0"/>
              </a:spcBef>
              <a:buSzPct val="80000"/>
              <a:buFont typeface="Arial" pitchFamily="34" charset="0"/>
              <a:buNone/>
              <a:defRPr sz="1500" spc="-38" baseline="0">
                <a:gradFill>
                  <a:gsLst>
                    <a:gs pos="0">
                      <a:srgbClr val="595959"/>
                    </a:gs>
                    <a:gs pos="86000">
                      <a:srgbClr val="595959"/>
                    </a:gs>
                  </a:gsLst>
                  <a:lin ang="5400000" scaled="0"/>
                </a:gradFill>
              </a:defRPr>
            </a:lvl2pPr>
            <a:lvl3pPr marL="944418" indent="-302499">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4043" indent="-2596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523" indent="-25248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dirty="0" smtClean="0"/>
              <a:t>Click to edit Master text styles</a:t>
            </a:r>
          </a:p>
          <a:p>
            <a:pPr lvl="1"/>
            <a:r>
              <a:rPr lang="en-US" dirty="0" smtClean="0"/>
              <a:t>Second level</a:t>
            </a:r>
          </a:p>
        </p:txBody>
      </p:sp>
    </p:spTree>
    <p:extLst>
      <p:ext uri="{BB962C8B-B14F-4D97-AF65-F5344CB8AC3E}">
        <p14:creationId xmlns:p14="http://schemas.microsoft.com/office/powerpoint/2010/main" val="3424305036"/>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1"/>
            <a:ext cx="8363938" cy="561051"/>
          </a:xfrm>
        </p:spPr>
        <p:txBody>
          <a:bodyPr/>
          <a:lstStyle>
            <a:lvl1pPr algn="l" defTabSz="685955" rtl="0" eaLnBrk="1" latinLnBrk="0" hangingPunct="1">
              <a:lnSpc>
                <a:spcPct val="90000"/>
              </a:lnSpc>
              <a:spcBef>
                <a:spcPct val="0"/>
              </a:spcBef>
              <a:buNone/>
              <a:defRPr lang="en-US" sz="4051" b="0" kern="1200" cap="none" spc="-75"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799"/>
            <a:ext cx="8363938" cy="1526828"/>
          </a:xfrm>
        </p:spPr>
        <p:txBody>
          <a:bodyPr/>
          <a:lstStyle>
            <a:lvl1pPr marL="0" indent="0">
              <a:spcBef>
                <a:spcPts val="0"/>
              </a:spcBef>
              <a:spcAft>
                <a:spcPts val="0"/>
              </a:spcAft>
              <a:buFont typeface="Arial" pitchFamily="34" charset="0"/>
              <a:buNone/>
              <a:defRPr lang="en-US" sz="2401" kern="1200" dirty="0" smtClean="0">
                <a:gradFill>
                  <a:gsLst>
                    <a:gs pos="0">
                      <a:srgbClr val="595959"/>
                    </a:gs>
                    <a:gs pos="86000">
                      <a:srgbClr val="595959"/>
                    </a:gs>
                  </a:gsLst>
                  <a:lin ang="5400000" scaled="0"/>
                </a:gradFill>
                <a:latin typeface="+mn-lt"/>
                <a:ea typeface="+mn-ea"/>
                <a:cs typeface="+mn-cs"/>
              </a:defRPr>
            </a:lvl1pPr>
            <a:lvl2pPr marL="516869" indent="-257244">
              <a:spcBef>
                <a:spcPts val="0"/>
              </a:spcBef>
              <a:spcAft>
                <a:spcPts val="0"/>
              </a:spcAft>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300"/>
              </a:spcAft>
              <a:buNone/>
              <a:defRPr sz="1500"/>
            </a:lvl3pPr>
            <a:lvl4pPr marL="0" indent="0">
              <a:spcBef>
                <a:spcPts val="0"/>
              </a:spcBef>
              <a:spcAft>
                <a:spcPts val="300"/>
              </a:spcAft>
              <a:buNone/>
              <a:defRPr/>
            </a:lvl4pPr>
            <a:lvl5pPr marL="257244" indent="-257244">
              <a:spcBef>
                <a:spcPts val="0"/>
              </a:spcBef>
              <a:spcAft>
                <a:spcPts val="300"/>
              </a:spcAft>
              <a:buFont typeface="Arial" pitchFamily="34" charset="0"/>
              <a:buChar char="•"/>
              <a:defRPr/>
            </a:lvl5pPr>
            <a:lvl6pPr marL="775303" indent="-257244">
              <a:buFont typeface="Arial" pitchFamily="34" charset="0"/>
              <a:buChar char="•"/>
              <a:defRPr sz="1800">
                <a:gradFill>
                  <a:gsLst>
                    <a:gs pos="0">
                      <a:srgbClr val="595959"/>
                    </a:gs>
                    <a:gs pos="86000">
                      <a:srgbClr val="595959"/>
                    </a:gs>
                  </a:gsLst>
                  <a:lin ang="5400000" scaled="0"/>
                </a:gradFill>
              </a:defRPr>
            </a:lvl6pPr>
            <a:lvl7pPr marL="942036" indent="-169114">
              <a:defRPr>
                <a:gradFill>
                  <a:gsLst>
                    <a:gs pos="0">
                      <a:srgbClr val="595959"/>
                    </a:gs>
                    <a:gs pos="86000">
                      <a:srgbClr val="595959"/>
                    </a:gs>
                  </a:gsLst>
                  <a:lin ang="5400000" scaled="0"/>
                </a:gradFill>
              </a:defRPr>
            </a:lvl7pPr>
            <a:lvl8pPr marL="1115913" indent="-173878">
              <a:defRPr>
                <a:gradFill>
                  <a:gsLst>
                    <a:gs pos="0">
                      <a:srgbClr val="595959"/>
                    </a:gs>
                    <a:gs pos="86000">
                      <a:srgbClr val="595959"/>
                    </a:gs>
                  </a:gsLst>
                  <a:lin ang="5400000" scaled="0"/>
                </a:gradFill>
              </a:defRPr>
            </a:lvl8pPr>
          </a:lstStyle>
          <a:p>
            <a:pPr marL="259625" lvl="0" indent="-259625" algn="l" defTabSz="685955" rtl="0" eaLnBrk="1" latinLnBrk="0" hangingPunct="1">
              <a:lnSpc>
                <a:spcPct val="90000"/>
              </a:lnSpc>
              <a:spcBef>
                <a:spcPct val="20000"/>
              </a:spcBef>
              <a:buSzPct val="90000"/>
              <a:buFont typeface="Arial" pitchFamily="34" charset="0"/>
              <a:buChar char="•"/>
            </a:pPr>
            <a:r>
              <a:rPr lang="en-US" smtClean="0"/>
              <a:t>Click to edit Master text styles</a:t>
            </a:r>
          </a:p>
          <a:p>
            <a:pPr marL="259625" lvl="1" indent="-259625" algn="l" defTabSz="685955" rtl="0" eaLnBrk="1" latinLnBrk="0" hangingPunct="1">
              <a:lnSpc>
                <a:spcPct val="90000"/>
              </a:lnSpc>
              <a:spcBef>
                <a:spcPct val="20000"/>
              </a:spcBef>
              <a:buSzPct val="90000"/>
              <a:buFont typeface="Arial" pitchFamily="34" charset="0"/>
              <a:buChar char="•"/>
            </a:pPr>
            <a:r>
              <a:rPr lang="en-US" smtClean="0"/>
              <a:t>Second level</a:t>
            </a:r>
          </a:p>
          <a:p>
            <a:pPr marL="259625" lvl="2" indent="-259625" algn="l" defTabSz="685955" rtl="0" eaLnBrk="1" latinLnBrk="0" hangingPunct="1">
              <a:lnSpc>
                <a:spcPct val="90000"/>
              </a:lnSpc>
              <a:spcBef>
                <a:spcPct val="20000"/>
              </a:spcBef>
              <a:buSzPct val="90000"/>
              <a:buFont typeface="Arial" pitchFamily="34" charset="0"/>
              <a:buChar char="•"/>
            </a:pPr>
            <a:r>
              <a:rPr lang="en-US" smtClean="0"/>
              <a:t>Third level</a:t>
            </a:r>
          </a:p>
          <a:p>
            <a:pPr marL="259625" lvl="3" indent="-259625" algn="l" defTabSz="685955" rtl="0" eaLnBrk="1" latinLnBrk="0" hangingPunct="1">
              <a:lnSpc>
                <a:spcPct val="90000"/>
              </a:lnSpc>
              <a:spcBef>
                <a:spcPct val="20000"/>
              </a:spcBef>
              <a:buSzPct val="90000"/>
              <a:buFont typeface="Arial" pitchFamily="34" charset="0"/>
              <a:buChar char="•"/>
            </a:pPr>
            <a:r>
              <a:rPr lang="en-US" smtClean="0"/>
              <a:t>Fourth level</a:t>
            </a:r>
          </a:p>
          <a:p>
            <a:pPr marL="259625" lvl="4" indent="-259625" algn="l" defTabSz="685955"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spTree>
    <p:extLst>
      <p:ext uri="{BB962C8B-B14F-4D97-AF65-F5344CB8AC3E}">
        <p14:creationId xmlns:p14="http://schemas.microsoft.com/office/powerpoint/2010/main" val="1032208008"/>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1"/>
            <a:ext cx="8363938" cy="561051"/>
          </a:xfrm>
        </p:spPr>
        <p:txBody>
          <a:bodyPr/>
          <a:lstStyle>
            <a:lvl1pPr>
              <a:defRPr sz="4051"/>
            </a:lvl1pPr>
          </a:lstStyle>
          <a:p>
            <a:r>
              <a:rPr lang="en-US" smtClean="0"/>
              <a:t>Click to edit Master title style</a:t>
            </a:r>
            <a:endParaRPr lang="en-US" dirty="0"/>
          </a:p>
        </p:txBody>
      </p:sp>
      <p:sp>
        <p:nvSpPr>
          <p:cNvPr id="3" name="Content Placeholder 2"/>
          <p:cNvSpPr>
            <a:spLocks noGrp="1"/>
          </p:cNvSpPr>
          <p:nvPr>
            <p:ph sz="half" idx="1"/>
          </p:nvPr>
        </p:nvSpPr>
        <p:spPr>
          <a:xfrm>
            <a:off x="389436" y="1447800"/>
            <a:ext cx="4115872" cy="1833194"/>
          </a:xfrm>
        </p:spPr>
        <p:txBody>
          <a:bodyPr/>
          <a:lstStyle>
            <a:lvl1pPr marL="256053" indent="-256053">
              <a:lnSpc>
                <a:spcPct val="90000"/>
              </a:lnSpc>
              <a:buSzPct val="80000"/>
              <a:buFont typeface="Arial" pitchFamily="34" charset="0"/>
              <a:buChar char="•"/>
              <a:defRPr sz="2401"/>
            </a:lvl1pPr>
            <a:lvl2pPr marL="470423" indent="-214370">
              <a:lnSpc>
                <a:spcPct val="90000"/>
              </a:lnSpc>
              <a:buSzPct val="80000"/>
              <a:buFont typeface="Arial" pitchFamily="34" charset="0"/>
              <a:buChar char="•"/>
              <a:defRPr sz="2101"/>
            </a:lvl2pPr>
            <a:lvl3pPr marL="685983" indent="-215561">
              <a:lnSpc>
                <a:spcPct val="90000"/>
              </a:lnSpc>
              <a:buSzPct val="80000"/>
              <a:buFont typeface="Arial" pitchFamily="34" charset="0"/>
              <a:buChar char="•"/>
              <a:defRPr sz="1800"/>
            </a:lvl3pPr>
            <a:lvl4pPr marL="1285027" indent="-169114">
              <a:lnSpc>
                <a:spcPct val="90000"/>
              </a:lnSpc>
              <a:buSzPct val="80000"/>
              <a:buFont typeface="Arial" pitchFamily="34" charset="0"/>
              <a:buChar char="•"/>
              <a:defRPr sz="1500"/>
            </a:lvl4pPr>
            <a:lvl5pPr marL="1458905" indent="-173878">
              <a:lnSpc>
                <a:spcPct val="90000"/>
              </a:lnSpc>
              <a:buSzPct val="80000"/>
              <a:buFont typeface="Arial" pitchFamily="34" charset="0"/>
              <a:buChar char="•"/>
              <a:defRPr sz="1500"/>
            </a:lvl5pPr>
            <a:lvl6pPr>
              <a:defRPr sz="1350"/>
            </a:lvl6pPr>
            <a:lvl7pPr>
              <a:defRPr sz="1350"/>
            </a:lvl7pPr>
            <a:lvl8pPr>
              <a:defRPr sz="1350"/>
            </a:lvl8pPr>
            <a:lvl9pPr>
              <a:defRPr sz="135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37501" y="1447801"/>
            <a:ext cx="4115872" cy="1833194"/>
          </a:xfrm>
        </p:spPr>
        <p:txBody>
          <a:bodyPr/>
          <a:lstStyle>
            <a:lvl1pPr marL="342991" indent="-342991">
              <a:lnSpc>
                <a:spcPct val="90000"/>
              </a:lnSpc>
              <a:buSzPct val="80000"/>
              <a:buFont typeface="Arial" pitchFamily="34" charset="0"/>
              <a:buChar char="•"/>
              <a:defRPr lang="en-US" sz="2401" kern="1200" dirty="0" smtClean="0">
                <a:gradFill>
                  <a:gsLst>
                    <a:gs pos="0">
                      <a:srgbClr val="595959"/>
                    </a:gs>
                    <a:gs pos="86000">
                      <a:srgbClr val="595959"/>
                    </a:gs>
                  </a:gsLst>
                  <a:lin ang="5400000" scaled="0"/>
                </a:gradFill>
                <a:latin typeface="+mn-lt"/>
                <a:ea typeface="+mn-ea"/>
                <a:cs typeface="+mn-cs"/>
              </a:defRPr>
            </a:lvl1pPr>
            <a:lvl2pPr marL="599044" indent="-342991">
              <a:lnSpc>
                <a:spcPct val="90000"/>
              </a:lnSpc>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727665" indent="-257244">
              <a:lnSpc>
                <a:spcPct val="90000"/>
              </a:lnSpc>
              <a:buSzPct val="80000"/>
              <a:buFont typeface="Arial" pitchFamily="34" charset="0"/>
              <a:buChar char="•"/>
              <a:defRPr lang="en-US" sz="1800" kern="1200" dirty="0" smtClean="0">
                <a:gradFill>
                  <a:gsLst>
                    <a:gs pos="0">
                      <a:srgbClr val="595959"/>
                    </a:gs>
                    <a:gs pos="86000">
                      <a:srgbClr val="595959"/>
                    </a:gs>
                  </a:gsLst>
                  <a:lin ang="5400000" scaled="0"/>
                </a:gradFill>
                <a:latin typeface="+mn-lt"/>
                <a:ea typeface="+mn-ea"/>
                <a:cs typeface="+mn-cs"/>
              </a:defRPr>
            </a:lvl3pPr>
            <a:lvl4pPr marL="1373157" indent="-257244">
              <a:lnSpc>
                <a:spcPct val="90000"/>
              </a:lnSpc>
              <a:buSzPct val="80000"/>
              <a:buFont typeface="Arial" pitchFamily="34" charset="0"/>
              <a:buChar char="•"/>
              <a:defRPr lang="en-US" sz="1500" kern="1200" dirty="0" smtClean="0">
                <a:gradFill>
                  <a:gsLst>
                    <a:gs pos="0">
                      <a:srgbClr val="595959"/>
                    </a:gs>
                    <a:gs pos="86000">
                      <a:srgbClr val="595959"/>
                    </a:gs>
                  </a:gsLst>
                  <a:lin ang="5400000" scaled="0"/>
                </a:gradFill>
                <a:latin typeface="+mn-lt"/>
                <a:ea typeface="+mn-ea"/>
                <a:cs typeface="+mn-cs"/>
              </a:defRPr>
            </a:lvl4pPr>
            <a:lvl5pPr marL="1542271" indent="-257244">
              <a:lnSpc>
                <a:spcPct val="90000"/>
              </a:lnSpc>
              <a:buSzPct val="80000"/>
              <a:buFont typeface="Arial" pitchFamily="34" charset="0"/>
              <a:buChar char="•"/>
              <a:defRPr lang="en-US" sz="1500" kern="1200" dirty="0">
                <a:gradFill>
                  <a:gsLst>
                    <a:gs pos="0">
                      <a:srgbClr val="595959"/>
                    </a:gs>
                    <a:gs pos="86000">
                      <a:srgbClr val="595959"/>
                    </a:gs>
                  </a:gsLst>
                  <a:lin ang="5400000" scaled="0"/>
                </a:gradFill>
                <a:latin typeface="+mn-lt"/>
                <a:ea typeface="+mn-ea"/>
                <a:cs typeface="+mn-cs"/>
              </a:defRPr>
            </a:lvl5pPr>
            <a:lvl6pPr>
              <a:defRPr sz="1350"/>
            </a:lvl6pPr>
            <a:lvl7pPr>
              <a:defRPr sz="1350"/>
            </a:lvl7pPr>
            <a:lvl8pPr>
              <a:defRPr sz="1350"/>
            </a:lvl8pPr>
            <a:lvl9pPr>
              <a:defRPr sz="1350"/>
            </a:lvl9pPr>
          </a:lstStyle>
          <a:p>
            <a:pPr marL="256053" lvl="0" indent="-256053" algn="l" defTabSz="685955" rtl="0" eaLnBrk="1" latinLnBrk="0" hangingPunct="1">
              <a:lnSpc>
                <a:spcPct val="90000"/>
              </a:lnSpc>
              <a:spcBef>
                <a:spcPct val="20000"/>
              </a:spcBef>
              <a:buSzPct val="80000"/>
              <a:buFont typeface="Arial" pitchFamily="34" charset="0"/>
              <a:buChar char="•"/>
            </a:pPr>
            <a:r>
              <a:rPr lang="en-US" smtClean="0"/>
              <a:t>Click to edit Master text styles</a:t>
            </a:r>
          </a:p>
          <a:p>
            <a:pPr marL="256053" lvl="1" indent="-256053" algn="l" defTabSz="685955" rtl="0" eaLnBrk="1" latinLnBrk="0" hangingPunct="1">
              <a:lnSpc>
                <a:spcPct val="90000"/>
              </a:lnSpc>
              <a:spcBef>
                <a:spcPct val="20000"/>
              </a:spcBef>
              <a:buSzPct val="80000"/>
              <a:buFont typeface="Arial" pitchFamily="34" charset="0"/>
              <a:buChar char="•"/>
            </a:pPr>
            <a:r>
              <a:rPr lang="en-US" smtClean="0"/>
              <a:t>Second level</a:t>
            </a:r>
          </a:p>
          <a:p>
            <a:pPr marL="256053" lvl="2" indent="-256053" algn="l" defTabSz="685955" rtl="0" eaLnBrk="1" latinLnBrk="0" hangingPunct="1">
              <a:lnSpc>
                <a:spcPct val="90000"/>
              </a:lnSpc>
              <a:spcBef>
                <a:spcPct val="20000"/>
              </a:spcBef>
              <a:buSzPct val="80000"/>
              <a:buFont typeface="Arial" pitchFamily="34" charset="0"/>
              <a:buChar char="•"/>
            </a:pPr>
            <a:r>
              <a:rPr lang="en-US" smtClean="0"/>
              <a:t>Third level</a:t>
            </a:r>
          </a:p>
          <a:p>
            <a:pPr marL="256053" lvl="3" indent="-256053" algn="l" defTabSz="685955" rtl="0" eaLnBrk="1" latinLnBrk="0" hangingPunct="1">
              <a:lnSpc>
                <a:spcPct val="90000"/>
              </a:lnSpc>
              <a:spcBef>
                <a:spcPct val="20000"/>
              </a:spcBef>
              <a:buSzPct val="80000"/>
              <a:buFont typeface="Arial" pitchFamily="34" charset="0"/>
              <a:buChar char="•"/>
            </a:pPr>
            <a:r>
              <a:rPr lang="en-US" smtClean="0"/>
              <a:t>Fourth level</a:t>
            </a:r>
          </a:p>
          <a:p>
            <a:pPr marL="256053" lvl="4" indent="-256053" algn="l" defTabSz="685955" rtl="0" eaLnBrk="1" latinLnBrk="0" hangingPunct="1">
              <a:lnSpc>
                <a:spcPct val="90000"/>
              </a:lnSpc>
              <a:spcBef>
                <a:spcPct val="20000"/>
              </a:spcBef>
              <a:buSzPct val="80000"/>
              <a:buFont typeface="Arial" pitchFamily="34" charset="0"/>
              <a:buChar char="•"/>
            </a:pPr>
            <a:r>
              <a:rPr lang="en-US" smtClean="0"/>
              <a:t>Fifth level</a:t>
            </a:r>
            <a:endParaRPr lang="en-US" dirty="0"/>
          </a:p>
        </p:txBody>
      </p:sp>
    </p:spTree>
    <p:extLst>
      <p:ext uri="{BB962C8B-B14F-4D97-AF65-F5344CB8AC3E}">
        <p14:creationId xmlns:p14="http://schemas.microsoft.com/office/powerpoint/2010/main" val="1888046937"/>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1"/>
            <a:ext cx="8363938" cy="561051"/>
          </a:xfrm>
        </p:spPr>
        <p:txBody>
          <a:bodyPr/>
          <a:lstStyle>
            <a:lvl1pPr>
              <a:defRPr sz="4051"/>
            </a:lvl1pPr>
          </a:lstStyle>
          <a:p>
            <a:r>
              <a:rPr lang="en-US" smtClean="0"/>
              <a:t>Click to edit Master title style</a:t>
            </a:r>
            <a:endParaRPr lang="en-US" dirty="0"/>
          </a:p>
        </p:txBody>
      </p:sp>
      <p:sp>
        <p:nvSpPr>
          <p:cNvPr id="3" name="Text Placeholder 2"/>
          <p:cNvSpPr>
            <a:spLocks noGrp="1"/>
          </p:cNvSpPr>
          <p:nvPr>
            <p:ph type="body" idx="1"/>
          </p:nvPr>
        </p:nvSpPr>
        <p:spPr>
          <a:xfrm>
            <a:off x="389436" y="1558471"/>
            <a:ext cx="4115872" cy="332527"/>
          </a:xfrm>
        </p:spPr>
        <p:txBody>
          <a:bodyPr anchor="b"/>
          <a:lstStyle>
            <a:lvl1pPr marL="0" indent="0">
              <a:lnSpc>
                <a:spcPct val="90000"/>
              </a:lnSpc>
              <a:spcBef>
                <a:spcPts val="0"/>
              </a:spcBef>
              <a:buNone/>
              <a:defRPr sz="2401" b="0">
                <a:latin typeface="Segoe UI Light" pitchFamily="34" charset="0"/>
              </a:defRPr>
            </a:lvl1pPr>
            <a:lvl2pPr marL="342978" indent="0">
              <a:buNone/>
              <a:defRPr sz="1500" b="1"/>
            </a:lvl2pPr>
            <a:lvl3pPr marL="685955" indent="0">
              <a:buNone/>
              <a:defRPr sz="1350" b="1"/>
            </a:lvl3pPr>
            <a:lvl4pPr marL="1028933" indent="0">
              <a:buNone/>
              <a:defRPr sz="1200" b="1"/>
            </a:lvl4pPr>
            <a:lvl5pPr marL="1371911" indent="0">
              <a:buNone/>
              <a:defRPr sz="1200" b="1"/>
            </a:lvl5pPr>
            <a:lvl6pPr marL="1714889" indent="0">
              <a:buNone/>
              <a:defRPr sz="1200" b="1"/>
            </a:lvl6pPr>
            <a:lvl7pPr marL="2057866" indent="0">
              <a:buNone/>
              <a:defRPr sz="1200" b="1"/>
            </a:lvl7pPr>
            <a:lvl8pPr marL="2400844" indent="0">
              <a:buNone/>
              <a:defRPr sz="1200" b="1"/>
            </a:lvl8pPr>
            <a:lvl9pPr marL="2743822"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381000" y="2266796"/>
            <a:ext cx="4114800" cy="1459117"/>
          </a:xfrm>
        </p:spPr>
        <p:txBody>
          <a:bodyPr/>
          <a:lstStyle>
            <a:lvl1pPr marL="302499" indent="-302499">
              <a:buSzPct val="80000"/>
              <a:buFont typeface="Arial" pitchFamily="34" charset="0"/>
              <a:buChar char="•"/>
              <a:defRPr sz="2101"/>
            </a:lvl1pPr>
            <a:lvl2pPr marL="558552" indent="-241762">
              <a:buSzPct val="80000"/>
              <a:buFont typeface="Arial" pitchFamily="34" charset="0"/>
              <a:buChar char="•"/>
              <a:defRPr sz="2101"/>
            </a:lvl2pPr>
            <a:lvl3pPr marL="770540" indent="-211988" defTabSz="772922">
              <a:buSzPct val="80000"/>
              <a:buFont typeface="Arial" pitchFamily="34" charset="0"/>
              <a:buChar char="•"/>
              <a:defRPr sz="1800"/>
            </a:lvl3pPr>
            <a:lvl4pPr marL="988482" indent="-215561">
              <a:buSzPct val="80000"/>
              <a:buFont typeface="Arial" pitchFamily="34" charset="0"/>
              <a:buChar char="•"/>
              <a:defRPr sz="1500"/>
            </a:lvl4pPr>
            <a:lvl5pPr marL="1156406" indent="-167923">
              <a:buSzPct val="80000"/>
              <a:buFont typeface="Arial" pitchFamily="34" charset="0"/>
              <a:buChar char="•"/>
              <a:defRPr sz="15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37501" y="1558471"/>
            <a:ext cx="4115872" cy="332527"/>
          </a:xfrm>
        </p:spPr>
        <p:txBody>
          <a:bodyPr anchor="b"/>
          <a:lstStyle>
            <a:lvl1pPr marL="0" indent="0">
              <a:lnSpc>
                <a:spcPct val="90000"/>
              </a:lnSpc>
              <a:spcBef>
                <a:spcPts val="0"/>
              </a:spcBef>
              <a:buNone/>
              <a:defRPr sz="2401" b="0">
                <a:latin typeface="Segoe UI Light" pitchFamily="34" charset="0"/>
              </a:defRPr>
            </a:lvl1pPr>
            <a:lvl2pPr marL="342978" indent="0">
              <a:buNone/>
              <a:defRPr sz="1500" b="1"/>
            </a:lvl2pPr>
            <a:lvl3pPr marL="685955" indent="0">
              <a:buNone/>
              <a:defRPr sz="1350" b="1"/>
            </a:lvl3pPr>
            <a:lvl4pPr marL="1028933" indent="0">
              <a:buNone/>
              <a:defRPr sz="1200" b="1"/>
            </a:lvl4pPr>
            <a:lvl5pPr marL="1371911" indent="0">
              <a:buNone/>
              <a:defRPr sz="1200" b="1"/>
            </a:lvl5pPr>
            <a:lvl6pPr marL="1714889" indent="0">
              <a:buNone/>
              <a:defRPr sz="1200" b="1"/>
            </a:lvl6pPr>
            <a:lvl7pPr marL="2057866" indent="0">
              <a:buNone/>
              <a:defRPr sz="1200" b="1"/>
            </a:lvl7pPr>
            <a:lvl8pPr marL="2400844" indent="0">
              <a:buNone/>
              <a:defRPr sz="1200" b="1"/>
            </a:lvl8pPr>
            <a:lvl9pPr marL="2743822"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37501" y="2266797"/>
            <a:ext cx="4115872" cy="1459117"/>
          </a:xfrm>
        </p:spPr>
        <p:txBody>
          <a:bodyPr/>
          <a:lstStyle>
            <a:lvl1pPr marL="222300" indent="-222300">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1pPr>
            <a:lvl2pPr marL="342991" indent="-342991">
              <a:buSzPct val="80000"/>
              <a:buFont typeface="Arial" pitchFamily="34" charset="0"/>
              <a:buChar char="•"/>
              <a:defRPr lang="en-US" sz="2101" kern="1200" dirty="0" smtClean="0">
                <a:gradFill>
                  <a:gsLst>
                    <a:gs pos="0">
                      <a:srgbClr val="595959"/>
                    </a:gs>
                    <a:gs pos="86000">
                      <a:srgbClr val="595959"/>
                    </a:gs>
                  </a:gsLst>
                  <a:lin ang="5400000" scaled="0"/>
                </a:gradFill>
                <a:latin typeface="+mn-lt"/>
                <a:ea typeface="+mn-ea"/>
                <a:cs typeface="+mn-cs"/>
              </a:defRPr>
            </a:lvl2pPr>
            <a:lvl3pPr marL="574034" indent="-257244">
              <a:buSzPct val="80000"/>
              <a:buFont typeface="Arial" pitchFamily="34" charset="0"/>
              <a:buChar char="•"/>
              <a:defRPr lang="en-US" sz="1800" kern="1200" dirty="0" smtClean="0">
                <a:gradFill>
                  <a:gsLst>
                    <a:gs pos="0">
                      <a:srgbClr val="595959"/>
                    </a:gs>
                    <a:gs pos="86000">
                      <a:srgbClr val="595959"/>
                    </a:gs>
                  </a:gsLst>
                  <a:lin ang="5400000" scaled="0"/>
                </a:gradFill>
                <a:latin typeface="+mn-lt"/>
                <a:ea typeface="+mn-ea"/>
                <a:cs typeface="+mn-cs"/>
              </a:defRPr>
            </a:lvl3pPr>
            <a:lvl4pPr marL="1030165" indent="-257244">
              <a:buSzPct val="80000"/>
              <a:buFont typeface="Arial" pitchFamily="34" charset="0"/>
              <a:buChar char="•"/>
              <a:defRPr lang="en-US" sz="1500" kern="1200" dirty="0" smtClean="0">
                <a:gradFill>
                  <a:gsLst>
                    <a:gs pos="0">
                      <a:srgbClr val="595959"/>
                    </a:gs>
                    <a:gs pos="86000">
                      <a:srgbClr val="595959"/>
                    </a:gs>
                  </a:gsLst>
                  <a:lin ang="5400000" scaled="0"/>
                </a:gradFill>
                <a:latin typeface="+mn-lt"/>
                <a:ea typeface="+mn-ea"/>
                <a:cs typeface="+mn-cs"/>
              </a:defRPr>
            </a:lvl4pPr>
            <a:lvl5pPr marL="815796" indent="-257244">
              <a:buSzPct val="80000"/>
              <a:buFont typeface="Arial" pitchFamily="34" charset="0"/>
              <a:buChar char="•"/>
              <a:defRPr lang="en-US" sz="1500" kern="1200" dirty="0">
                <a:gradFill>
                  <a:gsLst>
                    <a:gs pos="0">
                      <a:srgbClr val="595959"/>
                    </a:gs>
                    <a:gs pos="86000">
                      <a:srgbClr val="595959"/>
                    </a:gs>
                  </a:gsLst>
                  <a:lin ang="5400000" scaled="0"/>
                </a:gradFill>
                <a:latin typeface="+mn-lt"/>
                <a:ea typeface="+mn-ea"/>
                <a:cs typeface="+mn-cs"/>
              </a:defRPr>
            </a:lvl5pPr>
            <a:lvl6pPr marL="1030165" indent="-257244">
              <a:defRPr sz="1200"/>
            </a:lvl6pPr>
            <a:lvl7pPr marL="1202852" indent="-214370">
              <a:defRPr sz="1200"/>
            </a:lvl7pPr>
            <a:lvl8pPr>
              <a:defRPr sz="1200"/>
            </a:lvl8pPr>
            <a:lvl9pPr>
              <a:defRPr sz="1200"/>
            </a:lvl9pPr>
          </a:lstStyle>
          <a:p>
            <a:pPr marL="302499" lvl="0" indent="-302499" algn="l" defTabSz="685955" rtl="0" eaLnBrk="1" latinLnBrk="0" hangingPunct="1">
              <a:lnSpc>
                <a:spcPct val="90000"/>
              </a:lnSpc>
              <a:spcBef>
                <a:spcPct val="20000"/>
              </a:spcBef>
              <a:buSzPct val="80000"/>
            </a:pPr>
            <a:r>
              <a:rPr lang="en-US" smtClean="0"/>
              <a:t>Click to edit Master text styles</a:t>
            </a:r>
          </a:p>
          <a:p>
            <a:pPr marL="302499" lvl="1" indent="-302499" algn="l" defTabSz="685955" rtl="0" eaLnBrk="1" latinLnBrk="0" hangingPunct="1">
              <a:lnSpc>
                <a:spcPct val="90000"/>
              </a:lnSpc>
              <a:spcBef>
                <a:spcPct val="20000"/>
              </a:spcBef>
              <a:buSzPct val="80000"/>
            </a:pPr>
            <a:r>
              <a:rPr lang="en-US" smtClean="0"/>
              <a:t>Second level</a:t>
            </a:r>
          </a:p>
          <a:p>
            <a:pPr marL="302499" lvl="2" indent="-302499" algn="l" defTabSz="685955" rtl="0" eaLnBrk="1" latinLnBrk="0" hangingPunct="1">
              <a:lnSpc>
                <a:spcPct val="90000"/>
              </a:lnSpc>
              <a:spcBef>
                <a:spcPct val="20000"/>
              </a:spcBef>
              <a:buSzPct val="80000"/>
            </a:pPr>
            <a:r>
              <a:rPr lang="en-US" smtClean="0"/>
              <a:t>Third level</a:t>
            </a:r>
          </a:p>
          <a:p>
            <a:pPr marL="302499" lvl="3" indent="-302499" algn="l" defTabSz="685955" rtl="0" eaLnBrk="1" latinLnBrk="0" hangingPunct="1">
              <a:lnSpc>
                <a:spcPct val="90000"/>
              </a:lnSpc>
              <a:spcBef>
                <a:spcPct val="20000"/>
              </a:spcBef>
              <a:buSzPct val="80000"/>
            </a:pPr>
            <a:r>
              <a:rPr lang="en-US" smtClean="0"/>
              <a:t>Fourth level</a:t>
            </a:r>
          </a:p>
          <a:p>
            <a:pPr marL="302499" lvl="4" indent="-302499" algn="l" defTabSz="685955" rtl="0" eaLnBrk="1" latinLnBrk="0" hangingPunct="1">
              <a:lnSpc>
                <a:spcPct val="90000"/>
              </a:lnSpc>
              <a:spcBef>
                <a:spcPct val="20000"/>
              </a:spcBef>
              <a:buSzPct val="80000"/>
            </a:pPr>
            <a:r>
              <a:rPr lang="en-US" smtClean="0"/>
              <a:t>Fifth level</a:t>
            </a:r>
            <a:endParaRPr lang="en-US" dirty="0"/>
          </a:p>
        </p:txBody>
      </p:sp>
    </p:spTree>
    <p:extLst>
      <p:ext uri="{BB962C8B-B14F-4D97-AF65-F5344CB8AC3E}">
        <p14:creationId xmlns:p14="http://schemas.microsoft.com/office/powerpoint/2010/main" val="2002331010"/>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1"/>
            <a:ext cx="8363938" cy="561051"/>
          </a:xfrm>
        </p:spPr>
        <p:txBody>
          <a:bodyPr/>
          <a:lstStyle>
            <a:lvl1pPr>
              <a:defRPr sz="4051"/>
            </a:lvl1pPr>
          </a:lstStyle>
          <a:p>
            <a:r>
              <a:rPr lang="en-US" dirty="0" smtClean="0"/>
              <a:t>Click to edit Master title style</a:t>
            </a:r>
            <a:endParaRPr lang="en-US" dirty="0"/>
          </a:p>
        </p:txBody>
      </p:sp>
    </p:spTree>
    <p:extLst>
      <p:ext uri="{BB962C8B-B14F-4D97-AF65-F5344CB8AC3E}">
        <p14:creationId xmlns:p14="http://schemas.microsoft.com/office/powerpoint/2010/main" val="4268861292"/>
      </p:ext>
    </p:extLst>
  </p:cSld>
  <p:clrMapOvr>
    <a:masterClrMapping/>
  </p:clrMapOvr>
  <p:transition>
    <p:fade/>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4958369"/>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9" name="Rectangle 18"/>
          <p:cNvSpPr/>
          <p:nvPr userDrawn="1"/>
        </p:nvSpPr>
        <p:spPr bwMode="auto">
          <a:xfrm>
            <a:off x="389436" y="1447800"/>
            <a:ext cx="8363937"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71" tIns="34286" rIns="68571" bIns="34286" numCol="1" spcCol="0" rtlCol="0" anchor="ctr" anchorCtr="0" compatLnSpc="1">
            <a:prstTxWarp prst="textNoShape">
              <a:avLst/>
            </a:prstTxWarp>
          </a:bodyPr>
          <a:lstStyle/>
          <a:p>
            <a:pPr algn="ctr" defTabSz="685524"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685955" rtl="0" eaLnBrk="1" latinLnBrk="0" hangingPunct="1">
              <a:lnSpc>
                <a:spcPct val="90000"/>
              </a:lnSpc>
              <a:spcBef>
                <a:spcPct val="0"/>
              </a:spcBef>
              <a:buNone/>
              <a:defRPr lang="en-US" sz="4051" b="0" kern="1200" cap="none" spc="-75"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dirty="0" smtClean="0"/>
              <a:t>Click to edit Master title style</a:t>
            </a:r>
            <a:endParaRPr lang="en-US" dirty="0"/>
          </a:p>
        </p:txBody>
      </p:sp>
      <p:sp>
        <p:nvSpPr>
          <p:cNvPr id="5" name="Text Placeholder 4"/>
          <p:cNvSpPr>
            <a:spLocks noGrp="1"/>
          </p:cNvSpPr>
          <p:nvPr>
            <p:ph type="body" sz="quarter" idx="11"/>
          </p:nvPr>
        </p:nvSpPr>
        <p:spPr>
          <a:xfrm>
            <a:off x="2606032" y="3548145"/>
            <a:ext cx="5210341" cy="980910"/>
          </a:xfrm>
        </p:spPr>
        <p:txBody>
          <a:bodyPr lIns="182880" tIns="182880" anchor="ctr" anchorCtr="0"/>
          <a:lstStyle>
            <a:lvl1pPr marL="431121" indent="-428739">
              <a:spcAft>
                <a:spcPts val="900"/>
              </a:spcAft>
              <a:buNone/>
              <a:defRPr lang="en-US" sz="3301" kern="1200" spc="-75"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1800" kern="1200" spc="-38" baseline="0" dirty="0">
                <a:gradFill>
                  <a:gsLst>
                    <a:gs pos="0">
                      <a:srgbClr val="595959"/>
                    </a:gs>
                    <a:gs pos="86000">
                      <a:srgbClr val="595959"/>
                    </a:gs>
                  </a:gsLst>
                  <a:lin ang="5400000" scaled="0"/>
                </a:gradFill>
                <a:latin typeface="+mn-lt"/>
                <a:ea typeface="+mn-ea"/>
                <a:cs typeface="+mn-cs"/>
              </a:defRPr>
            </a:lvl2pPr>
          </a:lstStyle>
          <a:p>
            <a:pPr marL="2382" lvl="0" indent="0" algn="l" defTabSz="685955" rtl="0" eaLnBrk="1" latinLnBrk="0" hangingPunct="1">
              <a:lnSpc>
                <a:spcPct val="90000"/>
              </a:lnSpc>
              <a:spcBef>
                <a:spcPts val="0"/>
              </a:spcBef>
              <a:spcAft>
                <a:spcPts val="675"/>
              </a:spcAft>
              <a:buSzPct val="80000"/>
            </a:pPr>
            <a:r>
              <a:rPr lang="en-US" dirty="0" smtClean="0"/>
              <a:t>Click to edit Master text styles</a:t>
            </a:r>
          </a:p>
          <a:p>
            <a:pPr marL="2382" lvl="1" indent="0" algn="l" defTabSz="685955" rtl="0" eaLnBrk="1" latinLnBrk="0" hangingPunct="1">
              <a:lnSpc>
                <a:spcPct val="90000"/>
              </a:lnSpc>
              <a:spcBef>
                <a:spcPts val="0"/>
              </a:spcBef>
              <a:buSzPct val="80000"/>
              <a:buFont typeface="Arial" pitchFamily="34" charset="0"/>
              <a:buNone/>
            </a:pPr>
            <a:r>
              <a:rPr lang="en-US" dirty="0" smtClean="0"/>
              <a:t>Second level</a:t>
            </a:r>
          </a:p>
        </p:txBody>
      </p:sp>
      <p:sp>
        <p:nvSpPr>
          <p:cNvPr id="18" name="Freeform 105"/>
          <p:cNvSpPr>
            <a:spLocks/>
          </p:cNvSpPr>
          <p:nvPr userDrawn="1"/>
        </p:nvSpPr>
        <p:spPr bwMode="black">
          <a:xfrm>
            <a:off x="900364" y="2133600"/>
            <a:ext cx="1399159" cy="3810000"/>
          </a:xfrm>
          <a:custGeom>
            <a:avLst/>
            <a:gdLst>
              <a:gd name="T0" fmla="*/ 38 w 42"/>
              <a:gd name="T1" fmla="*/ 23 h 86"/>
              <a:gd name="T2" fmla="*/ 35 w 42"/>
              <a:gd name="T3" fmla="*/ 27 h 86"/>
              <a:gd name="T4" fmla="*/ 35 w 42"/>
              <a:gd name="T5" fmla="*/ 65 h 86"/>
              <a:gd name="T6" fmla="*/ 21 w 42"/>
              <a:gd name="T7" fmla="*/ 79 h 86"/>
              <a:gd name="T8" fmla="*/ 7 w 42"/>
              <a:gd name="T9" fmla="*/ 65 h 86"/>
              <a:gd name="T10" fmla="*/ 7 w 42"/>
              <a:gd name="T11" fmla="*/ 16 h 86"/>
              <a:gd name="T12" fmla="*/ 16 w 42"/>
              <a:gd name="T13" fmla="*/ 7 h 86"/>
              <a:gd name="T14" fmla="*/ 25 w 42"/>
              <a:gd name="T15" fmla="*/ 16 h 86"/>
              <a:gd name="T16" fmla="*/ 25 w 42"/>
              <a:gd name="T17" fmla="*/ 16 h 86"/>
              <a:gd name="T18" fmla="*/ 25 w 42"/>
              <a:gd name="T19" fmla="*/ 54 h 86"/>
              <a:gd name="T20" fmla="*/ 22 w 42"/>
              <a:gd name="T21" fmla="*/ 58 h 86"/>
              <a:gd name="T22" fmla="*/ 18 w 42"/>
              <a:gd name="T23" fmla="*/ 54 h 86"/>
              <a:gd name="T24" fmla="*/ 18 w 42"/>
              <a:gd name="T25" fmla="*/ 25 h 86"/>
              <a:gd name="T26" fmla="*/ 14 w 42"/>
              <a:gd name="T27" fmla="*/ 22 h 86"/>
              <a:gd name="T28" fmla="*/ 11 w 42"/>
              <a:gd name="T29" fmla="*/ 25 h 86"/>
              <a:gd name="T30" fmla="*/ 11 w 42"/>
              <a:gd name="T31" fmla="*/ 54 h 86"/>
              <a:gd name="T32" fmla="*/ 22 w 42"/>
              <a:gd name="T33" fmla="*/ 65 h 86"/>
              <a:gd name="T34" fmla="*/ 32 w 42"/>
              <a:gd name="T35" fmla="*/ 54 h 86"/>
              <a:gd name="T36" fmla="*/ 32 w 42"/>
              <a:gd name="T37" fmla="*/ 16 h 86"/>
              <a:gd name="T38" fmla="*/ 32 w 42"/>
              <a:gd name="T39" fmla="*/ 16 h 86"/>
              <a:gd name="T40" fmla="*/ 16 w 42"/>
              <a:gd name="T41" fmla="*/ 0 h 86"/>
              <a:gd name="T42" fmla="*/ 0 w 42"/>
              <a:gd name="T43" fmla="*/ 16 h 86"/>
              <a:gd name="T44" fmla="*/ 0 w 42"/>
              <a:gd name="T45" fmla="*/ 65 h 86"/>
              <a:gd name="T46" fmla="*/ 21 w 42"/>
              <a:gd name="T47" fmla="*/ 86 h 86"/>
              <a:gd name="T48" fmla="*/ 42 w 42"/>
              <a:gd name="T49" fmla="*/ 65 h 86"/>
              <a:gd name="T50" fmla="*/ 42 w 42"/>
              <a:gd name="T51" fmla="*/ 65 h 86"/>
              <a:gd name="T52" fmla="*/ 42 w 42"/>
              <a:gd name="T53" fmla="*/ 27 h 86"/>
              <a:gd name="T54" fmla="*/ 38 w 42"/>
              <a:gd name="T55" fmla="*/ 2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2" h="86">
                <a:moveTo>
                  <a:pt x="38" y="23"/>
                </a:moveTo>
                <a:cubicBezTo>
                  <a:pt x="36" y="23"/>
                  <a:pt x="35" y="25"/>
                  <a:pt x="35" y="27"/>
                </a:cubicBezTo>
                <a:cubicBezTo>
                  <a:pt x="35" y="65"/>
                  <a:pt x="35" y="65"/>
                  <a:pt x="35" y="65"/>
                </a:cubicBezTo>
                <a:cubicBezTo>
                  <a:pt x="35" y="73"/>
                  <a:pt x="29" y="79"/>
                  <a:pt x="21" y="79"/>
                </a:cubicBezTo>
                <a:cubicBezTo>
                  <a:pt x="13" y="79"/>
                  <a:pt x="7" y="73"/>
                  <a:pt x="7" y="65"/>
                </a:cubicBezTo>
                <a:cubicBezTo>
                  <a:pt x="7" y="16"/>
                  <a:pt x="7" y="16"/>
                  <a:pt x="7" y="16"/>
                </a:cubicBezTo>
                <a:cubicBezTo>
                  <a:pt x="7" y="11"/>
                  <a:pt x="11" y="7"/>
                  <a:pt x="16" y="7"/>
                </a:cubicBezTo>
                <a:cubicBezTo>
                  <a:pt x="21" y="7"/>
                  <a:pt x="25" y="11"/>
                  <a:pt x="25" y="16"/>
                </a:cubicBezTo>
                <a:cubicBezTo>
                  <a:pt x="25" y="16"/>
                  <a:pt x="25" y="16"/>
                  <a:pt x="25" y="16"/>
                </a:cubicBezTo>
                <a:cubicBezTo>
                  <a:pt x="25" y="54"/>
                  <a:pt x="25" y="54"/>
                  <a:pt x="25" y="54"/>
                </a:cubicBezTo>
                <a:cubicBezTo>
                  <a:pt x="25" y="56"/>
                  <a:pt x="23" y="58"/>
                  <a:pt x="22" y="58"/>
                </a:cubicBezTo>
                <a:cubicBezTo>
                  <a:pt x="20" y="58"/>
                  <a:pt x="18" y="56"/>
                  <a:pt x="18" y="54"/>
                </a:cubicBezTo>
                <a:cubicBezTo>
                  <a:pt x="18" y="25"/>
                  <a:pt x="18" y="25"/>
                  <a:pt x="18" y="25"/>
                </a:cubicBezTo>
                <a:cubicBezTo>
                  <a:pt x="18" y="23"/>
                  <a:pt x="16" y="22"/>
                  <a:pt x="14" y="22"/>
                </a:cubicBezTo>
                <a:cubicBezTo>
                  <a:pt x="12" y="22"/>
                  <a:pt x="11" y="23"/>
                  <a:pt x="11" y="25"/>
                </a:cubicBezTo>
                <a:cubicBezTo>
                  <a:pt x="11" y="54"/>
                  <a:pt x="11" y="54"/>
                  <a:pt x="11" y="54"/>
                </a:cubicBezTo>
                <a:cubicBezTo>
                  <a:pt x="11" y="60"/>
                  <a:pt x="16" y="65"/>
                  <a:pt x="22" y="65"/>
                </a:cubicBezTo>
                <a:cubicBezTo>
                  <a:pt x="27" y="65"/>
                  <a:pt x="32" y="60"/>
                  <a:pt x="32" y="54"/>
                </a:cubicBezTo>
                <a:cubicBezTo>
                  <a:pt x="32" y="16"/>
                  <a:pt x="32" y="16"/>
                  <a:pt x="32" y="16"/>
                </a:cubicBezTo>
                <a:cubicBezTo>
                  <a:pt x="32" y="16"/>
                  <a:pt x="32" y="16"/>
                  <a:pt x="32" y="16"/>
                </a:cubicBezTo>
                <a:cubicBezTo>
                  <a:pt x="32" y="7"/>
                  <a:pt x="25" y="0"/>
                  <a:pt x="16" y="0"/>
                </a:cubicBezTo>
                <a:cubicBezTo>
                  <a:pt x="7" y="0"/>
                  <a:pt x="0" y="7"/>
                  <a:pt x="0" y="16"/>
                </a:cubicBezTo>
                <a:cubicBezTo>
                  <a:pt x="0" y="65"/>
                  <a:pt x="0" y="65"/>
                  <a:pt x="0" y="65"/>
                </a:cubicBezTo>
                <a:cubicBezTo>
                  <a:pt x="0" y="77"/>
                  <a:pt x="10" y="86"/>
                  <a:pt x="21" y="86"/>
                </a:cubicBezTo>
                <a:cubicBezTo>
                  <a:pt x="33" y="86"/>
                  <a:pt x="42" y="77"/>
                  <a:pt x="42" y="65"/>
                </a:cubicBezTo>
                <a:cubicBezTo>
                  <a:pt x="42" y="65"/>
                  <a:pt x="42" y="65"/>
                  <a:pt x="42" y="65"/>
                </a:cubicBezTo>
                <a:cubicBezTo>
                  <a:pt x="42" y="27"/>
                  <a:pt x="42" y="27"/>
                  <a:pt x="42" y="27"/>
                </a:cubicBezTo>
                <a:cubicBezTo>
                  <a:pt x="42" y="25"/>
                  <a:pt x="40" y="23"/>
                  <a:pt x="38" y="23"/>
                </a:cubicBezTo>
              </a:path>
            </a:pathLst>
          </a:custGeom>
          <a:solidFill>
            <a:schemeClr val="accent2"/>
          </a:solidFill>
          <a:ln>
            <a:noFill/>
          </a:ln>
          <a:extLst/>
        </p:spPr>
        <p:txBody>
          <a:bodyPr vert="horz" wrap="square" lIns="61745" tIns="30873" rIns="61745" bIns="30873" numCol="1" anchor="t" anchorCtr="0" compatLnSpc="1">
            <a:prstTxWarp prst="textNoShape">
              <a:avLst/>
            </a:prstTxWarp>
          </a:bodyPr>
          <a:lstStyle/>
          <a:p>
            <a:pPr defTabSz="914484"/>
            <a:endParaRPr lang="en-US" sz="1200" dirty="0">
              <a:solidFill>
                <a:srgbClr val="292929"/>
              </a:solidFill>
            </a:endParaRPr>
          </a:p>
        </p:txBody>
      </p:sp>
    </p:spTree>
    <p:extLst>
      <p:ext uri="{BB962C8B-B14F-4D97-AF65-F5344CB8AC3E}">
        <p14:creationId xmlns:p14="http://schemas.microsoft.com/office/powerpoint/2010/main" val="2009197789"/>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417213" y="1796716"/>
            <a:ext cx="3154788" cy="729916"/>
          </a:xfrm>
        </p:spPr>
        <p:txBody>
          <a:bodyPr anchor="ctr" anchorCtr="0">
            <a:noAutofit/>
          </a:bodyPr>
          <a:lstStyle>
            <a:lvl1pPr>
              <a:lnSpc>
                <a:spcPct val="90000"/>
              </a:lnSpc>
              <a:defRPr sz="3601" baseline="0">
                <a:solidFill>
                  <a:schemeClr val="bg1">
                    <a:alpha val="98000"/>
                  </a:schemeClr>
                </a:solidFill>
              </a:defRPr>
            </a:lvl1pPr>
          </a:lstStyle>
          <a:p>
            <a:r>
              <a:rPr lang="en-US" dirty="0" smtClean="0"/>
              <a:t>Demo</a:t>
            </a:r>
            <a:endParaRPr lang="en-US" dirty="0"/>
          </a:p>
        </p:txBody>
      </p:sp>
      <p:sp>
        <p:nvSpPr>
          <p:cNvPr id="3" name="Subtitle 2"/>
          <p:cNvSpPr>
            <a:spLocks noGrp="1"/>
          </p:cNvSpPr>
          <p:nvPr>
            <p:ph type="subTitle" idx="1" hasCustomPrompt="1"/>
          </p:nvPr>
        </p:nvSpPr>
        <p:spPr>
          <a:xfrm>
            <a:off x="1417213" y="4427315"/>
            <a:ext cx="3154788" cy="461665"/>
          </a:xfrm>
        </p:spPr>
        <p:txBody>
          <a:bodyPr>
            <a:noAutofit/>
          </a:bodyPr>
          <a:lstStyle>
            <a:lvl1pPr marL="0" indent="0" algn="l" defTabSz="685955"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78" indent="0" algn="ctr">
              <a:buNone/>
              <a:defRPr>
                <a:solidFill>
                  <a:schemeClr val="tx1">
                    <a:tint val="75000"/>
                  </a:schemeClr>
                </a:solidFill>
              </a:defRPr>
            </a:lvl2pPr>
            <a:lvl3pPr marL="685955" indent="0" algn="ctr">
              <a:buNone/>
              <a:defRPr>
                <a:solidFill>
                  <a:schemeClr val="tx1">
                    <a:tint val="75000"/>
                  </a:schemeClr>
                </a:solidFill>
              </a:defRPr>
            </a:lvl3pPr>
            <a:lvl4pPr marL="1028933" indent="0" algn="ctr">
              <a:buNone/>
              <a:defRPr>
                <a:solidFill>
                  <a:schemeClr val="tx1">
                    <a:tint val="75000"/>
                  </a:schemeClr>
                </a:solidFill>
              </a:defRPr>
            </a:lvl4pPr>
            <a:lvl5pPr marL="1371911" indent="0" algn="ctr">
              <a:buNone/>
              <a:defRPr>
                <a:solidFill>
                  <a:schemeClr val="tx1">
                    <a:tint val="75000"/>
                  </a:schemeClr>
                </a:solidFill>
              </a:defRPr>
            </a:lvl5pPr>
            <a:lvl6pPr marL="1714889" indent="0" algn="ctr">
              <a:buNone/>
              <a:defRPr>
                <a:solidFill>
                  <a:schemeClr val="tx1">
                    <a:tint val="75000"/>
                  </a:schemeClr>
                </a:solidFill>
              </a:defRPr>
            </a:lvl6pPr>
            <a:lvl7pPr marL="2057866" indent="0" algn="ctr">
              <a:buNone/>
              <a:defRPr>
                <a:solidFill>
                  <a:schemeClr val="tx1">
                    <a:tint val="75000"/>
                  </a:schemeClr>
                </a:solidFill>
              </a:defRPr>
            </a:lvl7pPr>
            <a:lvl8pPr marL="2400844" indent="0" algn="ctr">
              <a:buNone/>
              <a:defRPr>
                <a:solidFill>
                  <a:schemeClr val="tx1">
                    <a:tint val="75000"/>
                  </a:schemeClr>
                </a:solidFill>
              </a:defRPr>
            </a:lvl8pPr>
            <a:lvl9pPr marL="2743822" indent="0" algn="ctr">
              <a:buNone/>
              <a:defRPr>
                <a:solidFill>
                  <a:schemeClr val="tx1">
                    <a:tint val="75000"/>
                  </a:schemeClr>
                </a:solidFill>
              </a:defRPr>
            </a:lvl9pPr>
          </a:lstStyle>
          <a:p>
            <a:r>
              <a:rPr lang="en-US" dirty="0" smtClean="0"/>
              <a:t>Presenter Name</a:t>
            </a:r>
            <a:endParaRPr lang="en-US" dirty="0"/>
          </a:p>
        </p:txBody>
      </p:sp>
      <p:sp>
        <p:nvSpPr>
          <p:cNvPr id="7" name="Text Placeholder 6"/>
          <p:cNvSpPr>
            <a:spLocks noGrp="1"/>
          </p:cNvSpPr>
          <p:nvPr>
            <p:ph type="body" sz="quarter" idx="10" hasCustomPrompt="1"/>
          </p:nvPr>
        </p:nvSpPr>
        <p:spPr>
          <a:xfrm>
            <a:off x="1417213" y="2536257"/>
            <a:ext cx="4061590" cy="1831206"/>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lang="en-US" sz="4501" dirty="0" smtClean="0">
                <a:solidFill>
                  <a:srgbClr val="00B0F0"/>
                </a:solidFill>
                <a:latin typeface="Segoe UI Light" pitchFamily="34" charset="0"/>
              </a:defRPr>
            </a:lvl1pPr>
          </a:lstStyle>
          <a:p>
            <a:pPr lvl="0"/>
            <a:r>
              <a:rPr lang="en-US" dirty="0" smtClean="0"/>
              <a:t>click to…</a:t>
            </a:r>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143" y="1336766"/>
            <a:ext cx="3005240" cy="4005943"/>
          </a:xfrm>
          <a:prstGeom prst="rect">
            <a:avLst/>
          </a:prstGeom>
        </p:spPr>
      </p:pic>
    </p:spTree>
    <p:extLst>
      <p:ext uri="{BB962C8B-B14F-4D97-AF65-F5344CB8AC3E}">
        <p14:creationId xmlns:p14="http://schemas.microsoft.com/office/powerpoint/2010/main" val="3123471452"/>
      </p:ext>
    </p:extLst>
  </p:cSld>
  <p:clrMapOvr>
    <a:masterClrMapping/>
  </p:clrMapOvr>
  <p:transition>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99624" y="2602279"/>
            <a:ext cx="3154788" cy="1523494"/>
          </a:xfrm>
        </p:spPr>
        <p:txBody>
          <a:bodyPr anchor="ctr" anchorCtr="0">
            <a:noAutofit/>
          </a:bodyPr>
          <a:lstStyle>
            <a:lvl1pPr algn="l">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4352657"/>
            <a:ext cx="3154788" cy="461665"/>
          </a:xfrm>
        </p:spPr>
        <p:txBody>
          <a:bodyPr>
            <a:noAutofit/>
          </a:bodyPr>
          <a:lstStyle>
            <a:lvl1pPr marL="0" indent="0" algn="l" defTabSz="685955"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78" indent="0" algn="ctr">
              <a:buNone/>
              <a:defRPr>
                <a:solidFill>
                  <a:schemeClr val="tx1">
                    <a:tint val="75000"/>
                  </a:schemeClr>
                </a:solidFill>
              </a:defRPr>
            </a:lvl2pPr>
            <a:lvl3pPr marL="685955" indent="0" algn="ctr">
              <a:buNone/>
              <a:defRPr>
                <a:solidFill>
                  <a:schemeClr val="tx1">
                    <a:tint val="75000"/>
                  </a:schemeClr>
                </a:solidFill>
              </a:defRPr>
            </a:lvl3pPr>
            <a:lvl4pPr marL="1028933" indent="0" algn="ctr">
              <a:buNone/>
              <a:defRPr>
                <a:solidFill>
                  <a:schemeClr val="tx1">
                    <a:tint val="75000"/>
                  </a:schemeClr>
                </a:solidFill>
              </a:defRPr>
            </a:lvl4pPr>
            <a:lvl5pPr marL="1371911" indent="0" algn="ctr">
              <a:buNone/>
              <a:defRPr>
                <a:solidFill>
                  <a:schemeClr val="tx1">
                    <a:tint val="75000"/>
                  </a:schemeClr>
                </a:solidFill>
              </a:defRPr>
            </a:lvl5pPr>
            <a:lvl6pPr marL="1714889" indent="0" algn="ctr">
              <a:buNone/>
              <a:defRPr>
                <a:solidFill>
                  <a:schemeClr val="tx1">
                    <a:tint val="75000"/>
                  </a:schemeClr>
                </a:solidFill>
              </a:defRPr>
            </a:lvl6pPr>
            <a:lvl7pPr marL="2057866" indent="0" algn="ctr">
              <a:buNone/>
              <a:defRPr>
                <a:solidFill>
                  <a:schemeClr val="tx1">
                    <a:tint val="75000"/>
                  </a:schemeClr>
                </a:solidFill>
              </a:defRPr>
            </a:lvl7pPr>
            <a:lvl8pPr marL="2400844" indent="0" algn="ctr">
              <a:buNone/>
              <a:defRPr>
                <a:solidFill>
                  <a:schemeClr val="tx1">
                    <a:tint val="75000"/>
                  </a:schemeClr>
                </a:solidFill>
              </a:defRPr>
            </a:lvl8pPr>
            <a:lvl9pPr marL="2743822"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5566980" y="3364026"/>
            <a:ext cx="2506369" cy="1274538"/>
          </a:xfrm>
        </p:spPr>
        <p:txBody>
          <a:bodyPr anchor="t" anchorCtr="0">
            <a:noAutofit/>
            <a:scene3d>
              <a:camera prst="orthographicFront"/>
              <a:lightRig rig="flat" dir="t"/>
            </a:scene3d>
            <a:sp3d>
              <a:contourClr>
                <a:schemeClr val="bg2"/>
              </a:contourClr>
            </a:sp3d>
          </a:bodyPr>
          <a:lstStyle>
            <a:lvl1pPr marL="0" indent="0" algn="ctr">
              <a:buFont typeface="Arial" pitchFamily="34" charset="0"/>
              <a:buNone/>
              <a:defRPr lang="en-US" sz="4501" dirty="0" smtClean="0">
                <a:solidFill>
                  <a:srgbClr val="00B0F0"/>
                </a:solidFill>
                <a:latin typeface="Segoe UI Light" pitchFamily="34" charset="0"/>
              </a:defRPr>
            </a:lvl1pPr>
          </a:lstStyle>
          <a:p>
            <a:pPr lvl="0"/>
            <a:r>
              <a:rPr lang="en-US" dirty="0" smtClean="0"/>
              <a:t>video</a:t>
            </a:r>
          </a:p>
        </p:txBody>
      </p:sp>
      <p:sp>
        <p:nvSpPr>
          <p:cNvPr id="8" name="Freeform 6"/>
          <p:cNvSpPr>
            <a:spLocks noEditPoints="1"/>
          </p:cNvSpPr>
          <p:nvPr userDrawn="1"/>
        </p:nvSpPr>
        <p:spPr bwMode="auto">
          <a:xfrm>
            <a:off x="5382294" y="1504002"/>
            <a:ext cx="2918709" cy="3720051"/>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8598" tIns="34299" rIns="68598" bIns="34299" numCol="1" anchor="t" anchorCtr="0" compatLnSpc="1">
            <a:prstTxWarp prst="textNoShape">
              <a:avLst/>
            </a:prstTxWarp>
          </a:bodyPr>
          <a:lstStyle/>
          <a:p>
            <a:pPr defTabSz="914484"/>
            <a:endParaRPr lang="en-US" sz="1800" dirty="0">
              <a:solidFill>
                <a:srgbClr val="292929"/>
              </a:solidFill>
            </a:endParaRPr>
          </a:p>
        </p:txBody>
      </p:sp>
    </p:spTree>
    <p:extLst>
      <p:ext uri="{BB962C8B-B14F-4D97-AF65-F5344CB8AC3E}">
        <p14:creationId xmlns:p14="http://schemas.microsoft.com/office/powerpoint/2010/main" val="2025740497"/>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0"/>
            <a:ext cx="3154788" cy="1523494"/>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3"/>
            <a:ext cx="3154788" cy="461665"/>
          </a:xfrm>
        </p:spPr>
        <p:txBody>
          <a:bodyPr>
            <a:noAutofit/>
          </a:bodyPr>
          <a:lstStyle>
            <a:lvl1pPr marL="0" indent="0" algn="l" defTabSz="685955"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78" indent="0" algn="ctr">
              <a:buNone/>
              <a:defRPr>
                <a:solidFill>
                  <a:schemeClr val="tx1">
                    <a:tint val="75000"/>
                  </a:schemeClr>
                </a:solidFill>
              </a:defRPr>
            </a:lvl2pPr>
            <a:lvl3pPr marL="685955" indent="0" algn="ctr">
              <a:buNone/>
              <a:defRPr>
                <a:solidFill>
                  <a:schemeClr val="tx1">
                    <a:tint val="75000"/>
                  </a:schemeClr>
                </a:solidFill>
              </a:defRPr>
            </a:lvl3pPr>
            <a:lvl4pPr marL="1028933" indent="0" algn="ctr">
              <a:buNone/>
              <a:defRPr>
                <a:solidFill>
                  <a:schemeClr val="tx1">
                    <a:tint val="75000"/>
                  </a:schemeClr>
                </a:solidFill>
              </a:defRPr>
            </a:lvl4pPr>
            <a:lvl5pPr marL="1371911" indent="0" algn="ctr">
              <a:buNone/>
              <a:defRPr>
                <a:solidFill>
                  <a:schemeClr val="tx1">
                    <a:tint val="75000"/>
                  </a:schemeClr>
                </a:solidFill>
              </a:defRPr>
            </a:lvl5pPr>
            <a:lvl6pPr marL="1714889" indent="0" algn="ctr">
              <a:buNone/>
              <a:defRPr>
                <a:solidFill>
                  <a:schemeClr val="tx1">
                    <a:tint val="75000"/>
                  </a:schemeClr>
                </a:solidFill>
              </a:defRPr>
            </a:lvl6pPr>
            <a:lvl7pPr marL="2057866" indent="0" algn="ctr">
              <a:buNone/>
              <a:defRPr>
                <a:solidFill>
                  <a:schemeClr val="tx1">
                    <a:tint val="75000"/>
                  </a:schemeClr>
                </a:solidFill>
              </a:defRPr>
            </a:lvl7pPr>
            <a:lvl8pPr marL="2400844" indent="0" algn="ctr">
              <a:buNone/>
              <a:defRPr>
                <a:solidFill>
                  <a:schemeClr val="tx1">
                    <a:tint val="75000"/>
                  </a:schemeClr>
                </a:solidFill>
              </a:defRPr>
            </a:lvl8pPr>
            <a:lvl9pPr marL="2743822"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3" y="4160520"/>
            <a:ext cx="6656137"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4951" b="0" i="0" u="none" strike="noStrike" kern="1200" cap="none" spc="-48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5929973" y="2242931"/>
            <a:ext cx="2383306"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484"/>
              <a:endParaRPr lang="en-US" sz="12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484"/>
              <a:endParaRPr lang="en-US" sz="12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484"/>
              <a:endParaRPr lang="en-US" sz="12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484"/>
              <a:endParaRPr lang="en-US" sz="12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484"/>
              <a:endParaRPr lang="en-US" sz="1200" dirty="0">
                <a:solidFill>
                  <a:srgbClr val="292929"/>
                </a:solidFill>
              </a:endParaRPr>
            </a:p>
          </p:txBody>
        </p:sp>
      </p:grpSp>
    </p:spTree>
    <p:extLst>
      <p:ext uri="{BB962C8B-B14F-4D97-AF65-F5344CB8AC3E}">
        <p14:creationId xmlns:p14="http://schemas.microsoft.com/office/powerpoint/2010/main" val="770282855"/>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0"/>
            <a:ext cx="3154788" cy="1523494"/>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3"/>
            <a:ext cx="3154788" cy="461665"/>
          </a:xfrm>
        </p:spPr>
        <p:txBody>
          <a:bodyPr>
            <a:noAutofit/>
          </a:bodyPr>
          <a:lstStyle>
            <a:lvl1pPr marL="0" indent="0" algn="l" defTabSz="685955"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78" indent="0" algn="ctr">
              <a:buNone/>
              <a:defRPr>
                <a:solidFill>
                  <a:schemeClr val="tx1">
                    <a:tint val="75000"/>
                  </a:schemeClr>
                </a:solidFill>
              </a:defRPr>
            </a:lvl2pPr>
            <a:lvl3pPr marL="685955" indent="0" algn="ctr">
              <a:buNone/>
              <a:defRPr>
                <a:solidFill>
                  <a:schemeClr val="tx1">
                    <a:tint val="75000"/>
                  </a:schemeClr>
                </a:solidFill>
              </a:defRPr>
            </a:lvl3pPr>
            <a:lvl4pPr marL="1028933" indent="0" algn="ctr">
              <a:buNone/>
              <a:defRPr>
                <a:solidFill>
                  <a:schemeClr val="tx1">
                    <a:tint val="75000"/>
                  </a:schemeClr>
                </a:solidFill>
              </a:defRPr>
            </a:lvl4pPr>
            <a:lvl5pPr marL="1371911" indent="0" algn="ctr">
              <a:buNone/>
              <a:defRPr>
                <a:solidFill>
                  <a:schemeClr val="tx1">
                    <a:tint val="75000"/>
                  </a:schemeClr>
                </a:solidFill>
              </a:defRPr>
            </a:lvl5pPr>
            <a:lvl6pPr marL="1714889" indent="0" algn="ctr">
              <a:buNone/>
              <a:defRPr>
                <a:solidFill>
                  <a:schemeClr val="tx1">
                    <a:tint val="75000"/>
                  </a:schemeClr>
                </a:solidFill>
              </a:defRPr>
            </a:lvl6pPr>
            <a:lvl7pPr marL="2057866" indent="0" algn="ctr">
              <a:buNone/>
              <a:defRPr>
                <a:solidFill>
                  <a:schemeClr val="tx1">
                    <a:tint val="75000"/>
                  </a:schemeClr>
                </a:solidFill>
              </a:defRPr>
            </a:lvl7pPr>
            <a:lvl8pPr marL="2400844" indent="0" algn="ctr">
              <a:buNone/>
              <a:defRPr>
                <a:solidFill>
                  <a:schemeClr val="tx1">
                    <a:tint val="75000"/>
                  </a:schemeClr>
                </a:solidFill>
              </a:defRPr>
            </a:lvl8pPr>
            <a:lvl9pPr marL="2743822"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3" y="4160520"/>
            <a:ext cx="6656137"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4951" b="0" i="0" u="none" strike="noStrike" kern="1200" cap="none" spc="-48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5944255" y="1932604"/>
            <a:ext cx="2260588"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61745" tIns="30873" rIns="61745" bIns="30873" numCol="1" anchor="t" anchorCtr="0" compatLnSpc="1">
            <a:prstTxWarp prst="textNoShape">
              <a:avLst/>
            </a:prstTxWarp>
          </a:bodyPr>
          <a:lstStyle/>
          <a:p>
            <a:pPr defTabSz="914484"/>
            <a:endParaRPr lang="en-US" sz="1200" dirty="0">
              <a:solidFill>
                <a:srgbClr val="292929"/>
              </a:solidFill>
            </a:endParaRPr>
          </a:p>
        </p:txBody>
      </p:sp>
    </p:spTree>
    <p:extLst>
      <p:ext uri="{BB962C8B-B14F-4D97-AF65-F5344CB8AC3E}">
        <p14:creationId xmlns:p14="http://schemas.microsoft.com/office/powerpoint/2010/main" val="2633693841"/>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417213" y="1447800"/>
            <a:ext cx="3154788" cy="1523494"/>
          </a:xfrm>
        </p:spPr>
        <p:txBody>
          <a:bodyPr anchor="ctr" anchorCtr="0">
            <a:noAutofit/>
          </a:bodyPr>
          <a:lstStyle>
            <a:lvl1pPr>
              <a:lnSpc>
                <a:spcPct val="90000"/>
              </a:lnSpc>
              <a:defRPr sz="3601"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417213" y="5630473"/>
            <a:ext cx="3154788" cy="461665"/>
          </a:xfrm>
        </p:spPr>
        <p:txBody>
          <a:bodyPr>
            <a:noAutofit/>
          </a:bodyPr>
          <a:lstStyle>
            <a:lvl1pPr marL="0" indent="0" algn="l" defTabSz="685955" rtl="0" eaLnBrk="1" latinLnBrk="0" hangingPunct="1">
              <a:lnSpc>
                <a:spcPct val="90000"/>
              </a:lnSpc>
              <a:spcBef>
                <a:spcPts val="0"/>
              </a:spcBef>
              <a:buSzPct val="80000"/>
              <a:buFont typeface="Arial" pitchFamily="34" charset="0"/>
              <a:buNone/>
              <a:defRPr lang="en-US" sz="1800" kern="1200" dirty="0">
                <a:solidFill>
                  <a:schemeClr val="bg1">
                    <a:alpha val="99000"/>
                  </a:schemeClr>
                </a:solidFill>
                <a:latin typeface="+mn-lt"/>
                <a:ea typeface="+mn-ea"/>
                <a:cs typeface="+mn-cs"/>
              </a:defRPr>
            </a:lvl1pPr>
            <a:lvl2pPr marL="342978" indent="0" algn="ctr">
              <a:buNone/>
              <a:defRPr>
                <a:solidFill>
                  <a:schemeClr val="tx1">
                    <a:tint val="75000"/>
                  </a:schemeClr>
                </a:solidFill>
              </a:defRPr>
            </a:lvl2pPr>
            <a:lvl3pPr marL="685955" indent="0" algn="ctr">
              <a:buNone/>
              <a:defRPr>
                <a:solidFill>
                  <a:schemeClr val="tx1">
                    <a:tint val="75000"/>
                  </a:schemeClr>
                </a:solidFill>
              </a:defRPr>
            </a:lvl3pPr>
            <a:lvl4pPr marL="1028933" indent="0" algn="ctr">
              <a:buNone/>
              <a:defRPr>
                <a:solidFill>
                  <a:schemeClr val="tx1">
                    <a:tint val="75000"/>
                  </a:schemeClr>
                </a:solidFill>
              </a:defRPr>
            </a:lvl4pPr>
            <a:lvl5pPr marL="1371911" indent="0" algn="ctr">
              <a:buNone/>
              <a:defRPr>
                <a:solidFill>
                  <a:schemeClr val="tx1">
                    <a:tint val="75000"/>
                  </a:schemeClr>
                </a:solidFill>
              </a:defRPr>
            </a:lvl5pPr>
            <a:lvl6pPr marL="1714889" indent="0" algn="ctr">
              <a:buNone/>
              <a:defRPr>
                <a:solidFill>
                  <a:schemeClr val="tx1">
                    <a:tint val="75000"/>
                  </a:schemeClr>
                </a:solidFill>
              </a:defRPr>
            </a:lvl6pPr>
            <a:lvl7pPr marL="2057866" indent="0" algn="ctr">
              <a:buNone/>
              <a:defRPr>
                <a:solidFill>
                  <a:schemeClr val="tx1">
                    <a:tint val="75000"/>
                  </a:schemeClr>
                </a:solidFill>
              </a:defRPr>
            </a:lvl7pPr>
            <a:lvl8pPr marL="2400844" indent="0" algn="ctr">
              <a:buNone/>
              <a:defRPr>
                <a:solidFill>
                  <a:schemeClr val="tx1">
                    <a:tint val="75000"/>
                  </a:schemeClr>
                </a:solidFill>
              </a:defRPr>
            </a:lvl8pPr>
            <a:lvl9pPr marL="2743822"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417213" y="4160520"/>
            <a:ext cx="6656137"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4951" b="0" i="0" u="none" strike="noStrike" kern="1200" cap="none" spc="-48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6663804" y="1905000"/>
            <a:ext cx="958447"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84"/>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84"/>
              <a:endParaRPr lang="en-US" sz="1800" dirty="0">
                <a:solidFill>
                  <a:srgbClr val="292929"/>
                </a:solidFill>
              </a:endParaRPr>
            </a:p>
          </p:txBody>
        </p:sp>
      </p:grpSp>
    </p:spTree>
    <p:extLst>
      <p:ext uri="{BB962C8B-B14F-4D97-AF65-F5344CB8AC3E}">
        <p14:creationId xmlns:p14="http://schemas.microsoft.com/office/powerpoint/2010/main" val="4240692744"/>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Divider">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391008" y="3467676"/>
            <a:ext cx="8022140"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2" b="0" i="0" u="none" strike="noStrike" kern="1200" cap="none" spc="-9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872963" y="6338048"/>
            <a:ext cx="1880410" cy="291353"/>
          </a:xfrm>
          <a:prstGeom prst="rect">
            <a:avLst/>
          </a:prstGeom>
        </p:spPr>
      </p:pic>
    </p:spTree>
    <p:extLst>
      <p:ext uri="{BB962C8B-B14F-4D97-AF65-F5344CB8AC3E}">
        <p14:creationId xmlns:p14="http://schemas.microsoft.com/office/powerpoint/2010/main" val="1117552769"/>
      </p:ext>
    </p:extLst>
  </p:cSld>
  <p:clrMapOvr>
    <a:masterClrMapping/>
  </p:clrMapOvr>
  <p:transition>
    <p:fade/>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randin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black">
          <a:xfrm>
            <a:off x="3241725" y="3140274"/>
            <a:ext cx="2660550" cy="577452"/>
          </a:xfrm>
          <a:prstGeom prst="rect">
            <a:avLst/>
          </a:prstGeom>
          <a:noFill/>
          <a:ln>
            <a:noFill/>
          </a:ln>
        </p:spPr>
      </p:pic>
      <p:sp>
        <p:nvSpPr>
          <p:cNvPr id="3" name="Text Box 3"/>
          <p:cNvSpPr txBox="1">
            <a:spLocks noChangeArrowheads="1"/>
          </p:cNvSpPr>
          <p:nvPr userDrawn="1"/>
        </p:nvSpPr>
        <p:spPr bwMode="blackWhite">
          <a:xfrm>
            <a:off x="381000" y="6083574"/>
            <a:ext cx="8382000" cy="311632"/>
          </a:xfrm>
          <a:prstGeom prst="rect">
            <a:avLst/>
          </a:prstGeom>
          <a:noFill/>
          <a:ln w="12700">
            <a:noFill/>
            <a:miter lim="800000"/>
            <a:headEnd type="none" w="sm" len="sm"/>
            <a:tailEnd type="none" w="sm" len="sm"/>
          </a:ln>
          <a:effectLst/>
        </p:spPr>
        <p:txBody>
          <a:bodyPr vert="horz" wrap="square" lIns="68587" tIns="34294" rIns="68587" bIns="34294" numCol="1" anchor="t" anchorCtr="0" compatLnSpc="1">
            <a:prstTxWarp prst="textNoShape">
              <a:avLst/>
            </a:prstTxWarp>
            <a:spAutoFit/>
          </a:bodyPr>
          <a:lstStyle/>
          <a:p>
            <a:pPr algn="ctr" defTabSz="685757" eaLnBrk="0" hangingPunct="0"/>
            <a:r>
              <a:rPr lang="en-US" sz="525" dirty="0">
                <a:solidFill>
                  <a:srgbClr val="FFFFFF">
                    <a:alpha val="99000"/>
                  </a:srgbClr>
                </a:solidFill>
                <a:cs typeface="Arial" charset="0"/>
              </a:rPr>
              <a:t>© </a:t>
            </a:r>
            <a:r>
              <a:rPr lang="en-US" sz="525" dirty="0" smtClean="0">
                <a:solidFill>
                  <a:srgbClr val="FFFFFF">
                    <a:alpha val="99000"/>
                  </a:srgbClr>
                </a:solidFill>
                <a:cs typeface="Arial" charset="0"/>
              </a:rPr>
              <a:t>2011 Microsoft </a:t>
            </a:r>
            <a:r>
              <a:rPr lang="en-US" sz="525"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685757" eaLnBrk="0" hangingPunct="0"/>
            <a:r>
              <a:rPr lang="en-US" sz="525"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525" dirty="0" smtClean="0">
                <a:solidFill>
                  <a:srgbClr val="FFFFFF">
                    <a:alpha val="99000"/>
                  </a:srgbClr>
                </a:solidFill>
                <a:cs typeface="Arial" charset="0"/>
              </a:rPr>
              <a:t>MICROSOFT </a:t>
            </a:r>
            <a:r>
              <a:rPr lang="en-US" sz="525"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3649534111"/>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ALKIN - Prints in GRAYSCALE">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384673" y="2892711"/>
            <a:ext cx="8423524" cy="914417"/>
          </a:xfrm>
        </p:spPr>
        <p:txBody>
          <a:bodyPr/>
          <a:lstStyle>
            <a:lvl1pPr marL="0" indent="0">
              <a:buNone/>
              <a:defRPr lang="en-US" sz="6602" i="0" kern="1200" spc="-75" baseline="0" dirty="0" smtClean="0">
                <a:solidFill>
                  <a:schemeClr val="bg1">
                    <a:alpha val="99000"/>
                  </a:schemeClr>
                </a:solidFill>
                <a:latin typeface="Segoe UI Light" pitchFamily="34" charset="0"/>
                <a:ea typeface="+mn-ea"/>
                <a:cs typeface="+mn-cs"/>
              </a:defRPr>
            </a:lvl1pPr>
          </a:lstStyle>
          <a:p>
            <a:pPr marL="0" lvl="0" indent="0" algn="l" defTabSz="685955"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384673" y="4343401"/>
            <a:ext cx="5636696" cy="332527"/>
          </a:xfrm>
        </p:spPr>
        <p:txBody>
          <a:bodyPr/>
          <a:lstStyle>
            <a:lvl1pPr marL="0" indent="0">
              <a:buNone/>
              <a:defRPr lang="en-US" sz="2401" kern="1200" spc="-75" baseline="0" dirty="0">
                <a:solidFill>
                  <a:schemeClr val="bg1">
                    <a:alpha val="99000"/>
                  </a:schemeClr>
                </a:solidFill>
                <a:latin typeface="+mj-lt"/>
                <a:ea typeface="+mn-ea"/>
                <a:cs typeface="+mn-cs"/>
              </a:defRPr>
            </a:lvl1pPr>
          </a:lstStyle>
          <a:p>
            <a:pPr marL="0" lvl="0" indent="0" algn="l" defTabSz="685955"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401135" y="6364651"/>
            <a:ext cx="1197051" cy="268366"/>
          </a:xfrm>
          <a:prstGeom prst="rect">
            <a:avLst/>
          </a:prstGeom>
          <a:noFill/>
          <a:ln>
            <a:noFill/>
          </a:ln>
        </p:spPr>
      </p:pic>
      <p:pic>
        <p:nvPicPr>
          <p:cNvPr id="7" name="Picture 6"/>
          <p:cNvPicPr>
            <a:picLocks noChangeAspect="1"/>
          </p:cNvPicPr>
          <p:nvPr userDrawn="1"/>
        </p:nvPicPr>
        <p:blipFill>
          <a:blip r:embed="rId4">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389437" y="228600"/>
            <a:ext cx="1873858" cy="290338"/>
          </a:xfrm>
          <a:prstGeom prst="rect">
            <a:avLst/>
          </a:prstGeom>
        </p:spPr>
      </p:pic>
    </p:spTree>
    <p:extLst>
      <p:ext uri="{BB962C8B-B14F-4D97-AF65-F5344CB8AC3E}">
        <p14:creationId xmlns:p14="http://schemas.microsoft.com/office/powerpoint/2010/main" val="1044097866"/>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Black Layout - Title and Conten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9436" y="1447799"/>
            <a:ext cx="8363938" cy="1500667"/>
          </a:xfrm>
        </p:spPr>
        <p:txBody>
          <a:bodyPr/>
          <a:lstStyle>
            <a:lvl1pPr marL="345373" indent="-345373">
              <a:buClr>
                <a:srgbClr val="FFFFFF"/>
              </a:buClr>
              <a:buSzPct val="70000"/>
              <a:buFontTx/>
              <a:buBlip>
                <a:blip r:embed="rId2"/>
              </a:buBlip>
              <a:defRPr>
                <a:gradFill>
                  <a:gsLst>
                    <a:gs pos="0">
                      <a:srgbClr val="FFFFFF"/>
                    </a:gs>
                    <a:gs pos="86000">
                      <a:srgbClr val="FFFFFF"/>
                    </a:gs>
                  </a:gsLst>
                  <a:lin ang="5400000" scaled="0"/>
                </a:gradFill>
              </a:defRPr>
            </a:lvl1pPr>
            <a:lvl2pPr marL="641918" indent="-296545">
              <a:buClr>
                <a:srgbClr val="FFFFFF"/>
              </a:buClr>
              <a:buSzPct val="70000"/>
              <a:buFontTx/>
              <a:buBlip>
                <a:blip r:embed="rId2"/>
              </a:buBlip>
              <a:defRPr>
                <a:gradFill>
                  <a:gsLst>
                    <a:gs pos="0">
                      <a:srgbClr val="FFFFFF"/>
                    </a:gs>
                    <a:gs pos="86000">
                      <a:srgbClr val="FFFFFF"/>
                    </a:gs>
                  </a:gsLst>
                  <a:lin ang="5400000" scaled="0"/>
                </a:gradFill>
              </a:defRPr>
            </a:lvl2pPr>
            <a:lvl3pPr marL="944418" indent="-302499">
              <a:buClr>
                <a:srgbClr val="FFFFFF"/>
              </a:buClr>
              <a:buSzPct val="70000"/>
              <a:buFontTx/>
              <a:buBlip>
                <a:blip r:embed="rId2"/>
              </a:buBlip>
              <a:defRPr>
                <a:gradFill>
                  <a:gsLst>
                    <a:gs pos="0">
                      <a:srgbClr val="FFFFFF"/>
                    </a:gs>
                    <a:gs pos="86000">
                      <a:srgbClr val="FFFFFF"/>
                    </a:gs>
                  </a:gsLst>
                  <a:lin ang="5400000" scaled="0"/>
                </a:gradFill>
              </a:defRPr>
            </a:lvl3pPr>
            <a:lvl4pPr marL="1204043" indent="-259625">
              <a:buClr>
                <a:srgbClr val="FFFFFF"/>
              </a:buClr>
              <a:buSzPct val="70000"/>
              <a:buFontTx/>
              <a:buBlip>
                <a:blip r:embed="rId2"/>
              </a:buBlip>
              <a:defRPr>
                <a:gradFill>
                  <a:gsLst>
                    <a:gs pos="0">
                      <a:srgbClr val="FFFFFF"/>
                    </a:gs>
                    <a:gs pos="86000">
                      <a:srgbClr val="FFFFFF"/>
                    </a:gs>
                  </a:gsLst>
                  <a:lin ang="5400000" scaled="0"/>
                </a:gradFill>
              </a:defRPr>
            </a:lvl4pPr>
            <a:lvl5pPr marL="1456523" indent="-25248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20036397"/>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ck Notes slide Layout">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389436" y="1447799"/>
            <a:ext cx="8363938" cy="1500667"/>
          </a:xfrm>
        </p:spPr>
        <p:txBody>
          <a:bodyPr/>
          <a:lstStyle>
            <a:lvl1pPr marL="345373" indent="-345373">
              <a:buClr>
                <a:srgbClr val="FFFFFF"/>
              </a:buClr>
              <a:buSzPct val="70000"/>
              <a:buFontTx/>
              <a:buBlip>
                <a:blip r:embed="rId2"/>
              </a:buBlip>
              <a:defRPr>
                <a:gradFill>
                  <a:gsLst>
                    <a:gs pos="0">
                      <a:srgbClr val="FFFFFF"/>
                    </a:gs>
                    <a:gs pos="86000">
                      <a:srgbClr val="FFFFFF"/>
                    </a:gs>
                  </a:gsLst>
                  <a:lin ang="5400000" scaled="0"/>
                </a:gradFill>
              </a:defRPr>
            </a:lvl1pPr>
            <a:lvl2pPr marL="641918" indent="-296545">
              <a:buClr>
                <a:srgbClr val="FFFFFF"/>
              </a:buClr>
              <a:buSzPct val="70000"/>
              <a:buFontTx/>
              <a:buBlip>
                <a:blip r:embed="rId2"/>
              </a:buBlip>
              <a:defRPr>
                <a:gradFill>
                  <a:gsLst>
                    <a:gs pos="0">
                      <a:srgbClr val="FFFFFF"/>
                    </a:gs>
                    <a:gs pos="86000">
                      <a:srgbClr val="FFFFFF"/>
                    </a:gs>
                  </a:gsLst>
                  <a:lin ang="5400000" scaled="0"/>
                </a:gradFill>
              </a:defRPr>
            </a:lvl2pPr>
            <a:lvl3pPr marL="944418" indent="-302499">
              <a:buClr>
                <a:srgbClr val="FFFFFF"/>
              </a:buClr>
              <a:buSzPct val="70000"/>
              <a:buFontTx/>
              <a:buBlip>
                <a:blip r:embed="rId2"/>
              </a:buBlip>
              <a:defRPr>
                <a:gradFill>
                  <a:gsLst>
                    <a:gs pos="0">
                      <a:srgbClr val="FFFFFF"/>
                    </a:gs>
                    <a:gs pos="86000">
                      <a:srgbClr val="FFFFFF"/>
                    </a:gs>
                  </a:gsLst>
                  <a:lin ang="5400000" scaled="0"/>
                </a:gradFill>
              </a:defRPr>
            </a:lvl3pPr>
            <a:lvl4pPr marL="1204043" indent="-259625">
              <a:buClr>
                <a:srgbClr val="FFFFFF"/>
              </a:buClr>
              <a:buSzPct val="70000"/>
              <a:buFontTx/>
              <a:buBlip>
                <a:blip r:embed="rId2"/>
              </a:buBlip>
              <a:defRPr>
                <a:gradFill>
                  <a:gsLst>
                    <a:gs pos="0">
                      <a:srgbClr val="FFFFFF"/>
                    </a:gs>
                    <a:gs pos="86000">
                      <a:srgbClr val="FFFFFF"/>
                    </a:gs>
                  </a:gsLst>
                  <a:lin ang="5400000" scaled="0"/>
                </a:gradFill>
              </a:defRPr>
            </a:lvl4pPr>
            <a:lvl5pPr marL="1456523" indent="-25248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9144001" cy="619125"/>
          </a:xfrm>
          <a:solidFill>
            <a:srgbClr val="FFFF99"/>
          </a:solidFill>
        </p:spPr>
        <p:txBody>
          <a:bodyPr wrap="square" lIns="152394" tIns="76197" rIns="152394" bIns="76197" anchor="b" anchorCtr="0">
            <a:noAutofit/>
          </a:bodyPr>
          <a:lstStyle>
            <a:lvl1pPr algn="r">
              <a:buFont typeface="Arial" pitchFamily="34" charset="0"/>
              <a:buNone/>
              <a:defRPr spc="-38"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758612048"/>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Title Slide_Option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3235219"/>
            <a:ext cx="8366320" cy="917880"/>
          </a:xfrm>
        </p:spPr>
        <p:txBody>
          <a:bodyPr anchor="b" anchorCtr="0">
            <a:spAutoFit/>
          </a:bodyPr>
          <a:lstStyle>
            <a:lvl1pPr>
              <a:defRPr sz="5294" spc="-113" baseline="0">
                <a:gradFill>
                  <a:gsLst>
                    <a:gs pos="25833">
                      <a:schemeClr val="tx1"/>
                    </a:gs>
                    <a:gs pos="36000">
                      <a:schemeClr val="tx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201929" y="4773829"/>
            <a:ext cx="8366320" cy="621324"/>
          </a:xfrm>
        </p:spPr>
        <p:txBody>
          <a:bodyPr>
            <a:spAutoFit/>
          </a:bodyPr>
          <a:lstStyle>
            <a:lvl1pPr marL="0" indent="0">
              <a:spcBef>
                <a:spcPts val="0"/>
              </a:spcBef>
              <a:buNone/>
              <a:defRPr sz="2353" spc="-53" baseline="0">
                <a:gradFill>
                  <a:gsLst>
                    <a:gs pos="25833">
                      <a:schemeClr val="tx1"/>
                    </a:gs>
                    <a:gs pos="36000">
                      <a:schemeClr val="tx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41059347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Title Slide_Option 2">
    <p:bg>
      <p:bgRef idx="1001">
        <a:schemeClr val="bg2"/>
      </p:bgRef>
    </p:bg>
    <p:spTree>
      <p:nvGrpSpPr>
        <p:cNvPr id="1" name=""/>
        <p:cNvGrpSpPr/>
        <p:nvPr/>
      </p:nvGrpSpPr>
      <p:grpSpPr>
        <a:xfrm>
          <a:off x="0" y="0"/>
          <a:ext cx="0" cy="0"/>
          <a:chOff x="0" y="0"/>
          <a:chExt cx="0" cy="0"/>
        </a:xfrm>
      </p:grpSpPr>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429" t="3583" r="-270" b="3583"/>
          <a:stretch/>
        </p:blipFill>
        <p:spPr bwMode="ltGray">
          <a:xfrm>
            <a:off x="155240" y="749644"/>
            <a:ext cx="3864810" cy="53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reeform 6"/>
          <p:cNvSpPr>
            <a:spLocks noChangeAspect="1" noEditPoints="1"/>
          </p:cNvSpPr>
          <p:nvPr/>
        </p:nvSpPr>
        <p:spPr bwMode="auto">
          <a:xfrm>
            <a:off x="0" y="-1"/>
            <a:ext cx="9143533" cy="6861505"/>
          </a:xfrm>
          <a:custGeom>
            <a:avLst/>
            <a:gdLst>
              <a:gd name="T0" fmla="*/ 0 w 3917"/>
              <a:gd name="T1" fmla="*/ 0 h 2204"/>
              <a:gd name="T2" fmla="*/ 0 w 3917"/>
              <a:gd name="T3" fmla="*/ 2204 h 2204"/>
              <a:gd name="T4" fmla="*/ 3917 w 3917"/>
              <a:gd name="T5" fmla="*/ 2204 h 2204"/>
              <a:gd name="T6" fmla="*/ 3917 w 3917"/>
              <a:gd name="T7" fmla="*/ 0 h 2204"/>
              <a:gd name="T8" fmla="*/ 0 w 3917"/>
              <a:gd name="T9" fmla="*/ 0 h 2204"/>
              <a:gd name="T10" fmla="*/ 1698 w 3917"/>
              <a:gd name="T11" fmla="*/ 1674 h 2204"/>
              <a:gd name="T12" fmla="*/ 87 w 3917"/>
              <a:gd name="T13" fmla="*/ 1907 h 2204"/>
              <a:gd name="T14" fmla="*/ 88 w 3917"/>
              <a:gd name="T15" fmla="*/ 297 h 2204"/>
              <a:gd name="T16" fmla="*/ 1698 w 3917"/>
              <a:gd name="T17" fmla="*/ 518 h 2204"/>
              <a:gd name="T18" fmla="*/ 1698 w 3917"/>
              <a:gd name="T19" fmla="*/ 1674 h 2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17" h="2204">
                <a:moveTo>
                  <a:pt x="0" y="0"/>
                </a:moveTo>
                <a:cubicBezTo>
                  <a:pt x="0" y="2204"/>
                  <a:pt x="0" y="2204"/>
                  <a:pt x="0" y="2204"/>
                </a:cubicBezTo>
                <a:cubicBezTo>
                  <a:pt x="3917" y="2204"/>
                  <a:pt x="3917" y="2204"/>
                  <a:pt x="3917" y="2204"/>
                </a:cubicBezTo>
                <a:cubicBezTo>
                  <a:pt x="3917" y="0"/>
                  <a:pt x="3917" y="0"/>
                  <a:pt x="3917" y="0"/>
                </a:cubicBezTo>
                <a:lnTo>
                  <a:pt x="0" y="0"/>
                </a:lnTo>
                <a:close/>
                <a:moveTo>
                  <a:pt x="1698" y="1674"/>
                </a:moveTo>
                <a:cubicBezTo>
                  <a:pt x="87" y="1907"/>
                  <a:pt x="87" y="1907"/>
                  <a:pt x="87" y="1907"/>
                </a:cubicBezTo>
                <a:cubicBezTo>
                  <a:pt x="89" y="1376"/>
                  <a:pt x="86" y="828"/>
                  <a:pt x="88" y="297"/>
                </a:cubicBezTo>
                <a:cubicBezTo>
                  <a:pt x="1698" y="518"/>
                  <a:pt x="1698" y="518"/>
                  <a:pt x="1698" y="518"/>
                </a:cubicBezTo>
                <a:cubicBezTo>
                  <a:pt x="1700" y="902"/>
                  <a:pt x="1696" y="1291"/>
                  <a:pt x="1698" y="1674"/>
                </a:cubicBez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32" tIns="33616" rIns="67232" bIns="33616" numCol="1" anchor="t" anchorCtr="0" compatLnSpc="1">
            <a:prstTxWarp prst="textNoShape">
              <a:avLst/>
            </a:prstTxWarp>
          </a:bodyPr>
          <a:lstStyle/>
          <a:p>
            <a:endParaRPr lang="en-US" sz="1764"/>
          </a:p>
        </p:txBody>
      </p:sp>
      <p:sp>
        <p:nvSpPr>
          <p:cNvPr id="2" name="Title 1"/>
          <p:cNvSpPr>
            <a:spLocks noGrp="1"/>
          </p:cNvSpPr>
          <p:nvPr>
            <p:ph type="title" hasCustomPrompt="1"/>
          </p:nvPr>
        </p:nvSpPr>
        <p:spPr>
          <a:xfrm>
            <a:off x="4235841" y="1187622"/>
            <a:ext cx="4706231" cy="1651093"/>
          </a:xfrm>
        </p:spPr>
        <p:txBody>
          <a:bodyPr wrap="square" anchor="t" anchorCtr="0">
            <a:spAutoFit/>
          </a:bodyPr>
          <a:lstStyle>
            <a:lvl1pPr>
              <a:defRPr sz="5294" spc="-113" baseline="0">
                <a:gradFill>
                  <a:gsLst>
                    <a:gs pos="22083">
                      <a:schemeClr val="tx1"/>
                    </a:gs>
                    <a:gs pos="42000">
                      <a:schemeClr val="tx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4235841" y="3877277"/>
            <a:ext cx="4706231" cy="621324"/>
          </a:xfrm>
        </p:spPr>
        <p:txBody>
          <a:bodyPr wrap="square">
            <a:spAutoFit/>
          </a:bodyPr>
          <a:lstStyle>
            <a:lvl1pPr marL="0" indent="0">
              <a:spcBef>
                <a:spcPts val="0"/>
              </a:spcBef>
              <a:buNone/>
              <a:defRPr sz="2353" spc="-53" baseline="0">
                <a:gradFill>
                  <a:gsLst>
                    <a:gs pos="22083">
                      <a:schemeClr val="tx1"/>
                    </a:gs>
                    <a:gs pos="42000">
                      <a:schemeClr val="tx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27966880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Title Slide_Option 3">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3235744"/>
            <a:ext cx="8366320" cy="917880"/>
          </a:xfrm>
        </p:spPr>
        <p:txBody>
          <a:bodyPr anchor="b" anchorCtr="0">
            <a:spAutoFit/>
          </a:bodyPr>
          <a:lstStyle>
            <a:lvl1pPr>
              <a:defRPr sz="5294" spc="-113" baseline="0">
                <a:gradFill>
                  <a:gsLst>
                    <a:gs pos="1250">
                      <a:schemeClr val="accent1"/>
                    </a:gs>
                    <a:gs pos="100000">
                      <a:schemeClr val="accent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201928" y="4773829"/>
            <a:ext cx="8366320" cy="621324"/>
          </a:xfrm>
        </p:spPr>
        <p:txBody>
          <a:bodyPr>
            <a:spAutoFit/>
          </a:bodyPr>
          <a:lstStyle>
            <a:lvl1pPr marL="0" indent="0">
              <a:spcBef>
                <a:spcPts val="0"/>
              </a:spcBef>
              <a:buNone/>
              <a:defRPr sz="2353" spc="-53" baseline="0">
                <a:gradFill>
                  <a:gsLst>
                    <a:gs pos="1250">
                      <a:schemeClr val="accent1"/>
                    </a:gs>
                    <a:gs pos="100000">
                      <a:schemeClr val="accent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8401418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Title Slide_Option 4">
    <p:bg>
      <p:bgPr>
        <a:solidFill>
          <a:srgbClr val="FFFFFF"/>
        </a:solidFill>
        <a:effectLst/>
      </p:bgPr>
    </p:bg>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429" t="3583" r="-270" b="3583"/>
          <a:stretch/>
        </p:blipFill>
        <p:spPr bwMode="ltGray">
          <a:xfrm>
            <a:off x="155240" y="749644"/>
            <a:ext cx="3864810" cy="53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useBgFill="1">
        <p:nvSpPr>
          <p:cNvPr id="10" name="Freeform 6"/>
          <p:cNvSpPr>
            <a:spLocks noChangeAspect="1" noEditPoints="1"/>
          </p:cNvSpPr>
          <p:nvPr/>
        </p:nvSpPr>
        <p:spPr bwMode="auto">
          <a:xfrm>
            <a:off x="0" y="-1"/>
            <a:ext cx="9143533" cy="6861505"/>
          </a:xfrm>
          <a:custGeom>
            <a:avLst/>
            <a:gdLst>
              <a:gd name="T0" fmla="*/ 0 w 3917"/>
              <a:gd name="T1" fmla="*/ 0 h 2204"/>
              <a:gd name="T2" fmla="*/ 0 w 3917"/>
              <a:gd name="T3" fmla="*/ 2204 h 2204"/>
              <a:gd name="T4" fmla="*/ 3917 w 3917"/>
              <a:gd name="T5" fmla="*/ 2204 h 2204"/>
              <a:gd name="T6" fmla="*/ 3917 w 3917"/>
              <a:gd name="T7" fmla="*/ 0 h 2204"/>
              <a:gd name="T8" fmla="*/ 0 w 3917"/>
              <a:gd name="T9" fmla="*/ 0 h 2204"/>
              <a:gd name="T10" fmla="*/ 1698 w 3917"/>
              <a:gd name="T11" fmla="*/ 1674 h 2204"/>
              <a:gd name="T12" fmla="*/ 87 w 3917"/>
              <a:gd name="T13" fmla="*/ 1907 h 2204"/>
              <a:gd name="T14" fmla="*/ 88 w 3917"/>
              <a:gd name="T15" fmla="*/ 297 h 2204"/>
              <a:gd name="T16" fmla="*/ 1698 w 3917"/>
              <a:gd name="T17" fmla="*/ 518 h 2204"/>
              <a:gd name="T18" fmla="*/ 1698 w 3917"/>
              <a:gd name="T19" fmla="*/ 1674 h 2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17" h="2204">
                <a:moveTo>
                  <a:pt x="0" y="0"/>
                </a:moveTo>
                <a:cubicBezTo>
                  <a:pt x="0" y="2204"/>
                  <a:pt x="0" y="2204"/>
                  <a:pt x="0" y="2204"/>
                </a:cubicBezTo>
                <a:cubicBezTo>
                  <a:pt x="3917" y="2204"/>
                  <a:pt x="3917" y="2204"/>
                  <a:pt x="3917" y="2204"/>
                </a:cubicBezTo>
                <a:cubicBezTo>
                  <a:pt x="3917" y="0"/>
                  <a:pt x="3917" y="0"/>
                  <a:pt x="3917" y="0"/>
                </a:cubicBezTo>
                <a:lnTo>
                  <a:pt x="0" y="0"/>
                </a:lnTo>
                <a:close/>
                <a:moveTo>
                  <a:pt x="1698" y="1674"/>
                </a:moveTo>
                <a:cubicBezTo>
                  <a:pt x="87" y="1907"/>
                  <a:pt x="87" y="1907"/>
                  <a:pt x="87" y="1907"/>
                </a:cubicBezTo>
                <a:cubicBezTo>
                  <a:pt x="89" y="1376"/>
                  <a:pt x="86" y="828"/>
                  <a:pt x="88" y="297"/>
                </a:cubicBezTo>
                <a:cubicBezTo>
                  <a:pt x="1698" y="518"/>
                  <a:pt x="1698" y="518"/>
                  <a:pt x="1698" y="518"/>
                </a:cubicBezTo>
                <a:cubicBezTo>
                  <a:pt x="1700" y="902"/>
                  <a:pt x="1696" y="1291"/>
                  <a:pt x="1698" y="1674"/>
                </a:cubicBez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32" tIns="33616" rIns="67232" bIns="33616" numCol="1" anchor="t" anchorCtr="0" compatLnSpc="1">
            <a:prstTxWarp prst="textNoShape">
              <a:avLst/>
            </a:prstTxWarp>
          </a:bodyPr>
          <a:lstStyle/>
          <a:p>
            <a:endParaRPr lang="en-US" sz="1764"/>
          </a:p>
        </p:txBody>
      </p:sp>
      <p:sp>
        <p:nvSpPr>
          <p:cNvPr id="2" name="Title 1"/>
          <p:cNvSpPr>
            <a:spLocks noGrp="1"/>
          </p:cNvSpPr>
          <p:nvPr>
            <p:ph type="title" hasCustomPrompt="1"/>
          </p:nvPr>
        </p:nvSpPr>
        <p:spPr>
          <a:xfrm>
            <a:off x="4235841" y="1187622"/>
            <a:ext cx="4706231" cy="1651093"/>
          </a:xfrm>
        </p:spPr>
        <p:txBody>
          <a:bodyPr vert="horz" wrap="square" lIns="146304" tIns="91440" rIns="146304" bIns="91440" rtlCol="0" anchor="t" anchorCtr="0">
            <a:spAutoFit/>
          </a:bodyPr>
          <a:lstStyle>
            <a:lvl1pPr>
              <a:defRPr lang="en-US" sz="5294" spc="-113" dirty="0">
                <a:gradFill>
                  <a:gsLst>
                    <a:gs pos="14583">
                      <a:schemeClr val="accent1"/>
                    </a:gs>
                    <a:gs pos="43000">
                      <a:schemeClr val="accent1"/>
                    </a:gs>
                  </a:gsLst>
                  <a:lin ang="5400000" scaled="0"/>
                </a:gradFill>
              </a:defRPr>
            </a:lvl1pPr>
          </a:lstStyle>
          <a:p>
            <a:pPr lvl="0"/>
            <a:r>
              <a:rPr lang="en-US" dirty="0" smtClean="0"/>
              <a:t>Click to edit title style</a:t>
            </a:r>
            <a:endParaRPr lang="en-US" dirty="0"/>
          </a:p>
        </p:txBody>
      </p:sp>
      <p:sp>
        <p:nvSpPr>
          <p:cNvPr id="5" name="Text Placeholder 4"/>
          <p:cNvSpPr>
            <a:spLocks noGrp="1"/>
          </p:cNvSpPr>
          <p:nvPr>
            <p:ph type="body" sz="quarter" idx="12" hasCustomPrompt="1"/>
          </p:nvPr>
        </p:nvSpPr>
        <p:spPr>
          <a:xfrm>
            <a:off x="4235841" y="3877277"/>
            <a:ext cx="4706231" cy="621324"/>
          </a:xfrm>
        </p:spPr>
        <p:txBody>
          <a:bodyPr wrap="square">
            <a:spAutoFit/>
          </a:bodyPr>
          <a:lstStyle>
            <a:lvl1pPr marL="0" indent="0">
              <a:spcBef>
                <a:spcPts val="0"/>
              </a:spcBef>
              <a:buNone/>
              <a:defRPr sz="2353" spc="-53" baseline="0">
                <a:gradFill>
                  <a:gsLst>
                    <a:gs pos="1250">
                      <a:schemeClr val="accent1"/>
                    </a:gs>
                    <a:gs pos="100000">
                      <a:schemeClr val="accent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39305951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p:cSld name="Section Title">
    <p:bg>
      <p:bgPr>
        <a:solidFill>
          <a:srgbClr val="FFFFFF"/>
        </a:solidFill>
        <a:effectLst/>
      </p:bgPr>
    </p:bg>
    <p:spTree>
      <p:nvGrpSpPr>
        <p:cNvPr id="1" name=""/>
        <p:cNvGrpSpPr/>
        <p:nvPr/>
      </p:nvGrpSpPr>
      <p:grpSpPr>
        <a:xfrm>
          <a:off x="0" y="0"/>
          <a:ext cx="0" cy="0"/>
          <a:chOff x="0" y="0"/>
          <a:chExt cx="0" cy="0"/>
        </a:xfrm>
      </p:grpSpPr>
      <p:sp>
        <p:nvSpPr>
          <p:cNvPr id="11" name="Picture Placeholder 9"/>
          <p:cNvSpPr>
            <a:spLocks noGrp="1"/>
          </p:cNvSpPr>
          <p:nvPr>
            <p:ph type="pic" sz="quarter" idx="10" hasCustomPrompt="1"/>
          </p:nvPr>
        </p:nvSpPr>
        <p:spPr bwMode="hidden">
          <a:xfrm>
            <a:off x="0" y="0"/>
            <a:ext cx="9144000" cy="6858000"/>
          </a:xfrm>
          <a:prstGeom prst="rect">
            <a:avLst/>
          </a:prstGeom>
          <a:noFill/>
        </p:spPr>
        <p:txBody>
          <a:bodyPr lIns="279834" tIns="279834" rIns="279834">
            <a:noAutofit/>
          </a:bodyPr>
          <a:lstStyle>
            <a:lvl1pPr marL="0" indent="0">
              <a:buNone/>
              <a:defRPr sz="1764" baseline="0">
                <a:gradFill>
                  <a:gsLst>
                    <a:gs pos="1250">
                      <a:schemeClr val="accent1"/>
                    </a:gs>
                    <a:gs pos="100000">
                      <a:schemeClr val="accent1"/>
                    </a:gs>
                  </a:gsLst>
                  <a:lin ang="5400000" scaled="0"/>
                </a:gradFill>
              </a:defRPr>
            </a:lvl1pPr>
          </a:lstStyle>
          <a:p>
            <a:r>
              <a:rPr lang="en-US" dirty="0" smtClean="0"/>
              <a:t>Picture placeholder</a:t>
            </a:r>
            <a:endParaRPr lang="en-US" dirty="0"/>
          </a:p>
        </p:txBody>
      </p:sp>
      <p:sp>
        <p:nvSpPr>
          <p:cNvPr id="10" name="Title 1"/>
          <p:cNvSpPr>
            <a:spLocks noGrp="1"/>
          </p:cNvSpPr>
          <p:nvPr>
            <p:ph type="ctrTitle"/>
          </p:nvPr>
        </p:nvSpPr>
        <p:spPr bwMode="ltGray">
          <a:xfrm>
            <a:off x="203246" y="919956"/>
            <a:ext cx="3768799" cy="501808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1">
              <a:alpha val="92000"/>
            </a:schemeClr>
          </a:solidFill>
          <a:ln>
            <a:noFill/>
          </a:ln>
          <a:extLst/>
        </p:spPr>
        <p:txBody>
          <a:bodyPr vert="horz" wrap="square" lIns="326473" tIns="886140" rIns="1259252" bIns="886140" numCol="1" anchor="ctr" anchorCtr="0" compatLnSpc="1">
            <a:prstTxWarp prst="textNoShape">
              <a:avLst/>
            </a:prstTxWarp>
            <a:noAutofit/>
          </a:bodyPr>
          <a:lstStyle>
            <a:lvl1pPr algn="l">
              <a:defRPr lang="en-US" sz="4412" b="0" kern="1200" cap="none" spc="-150" baseline="0" dirty="0">
                <a:ln w="3175">
                  <a:noFill/>
                </a:ln>
                <a:gradFill>
                  <a:gsLst>
                    <a:gs pos="100000">
                      <a:schemeClr val="bg1"/>
                    </a:gs>
                    <a:gs pos="0">
                      <a:schemeClr val="bg1"/>
                    </a:gs>
                  </a:gsLst>
                  <a:lin ang="5400000" scaled="0"/>
                </a:gradFill>
                <a:effectLst/>
                <a:latin typeface="+mj-lt"/>
                <a:ea typeface="+mn-ea"/>
                <a:cs typeface="Arial" charset="0"/>
              </a:defRPr>
            </a:lvl1pPr>
          </a:lstStyle>
          <a:p>
            <a:pPr marL="0" lvl="0" indent="0" algn="l" defTabSz="685846" rtl="0" eaLnBrk="1" fontAlgn="base" latinLnBrk="0" hangingPunct="1">
              <a:lnSpc>
                <a:spcPct val="100000"/>
              </a:lnSpc>
              <a:spcBef>
                <a:spcPct val="0"/>
              </a:spcBef>
              <a:spcAft>
                <a:spcPct val="0"/>
              </a:spcAft>
              <a:buFontTx/>
              <a:buNone/>
            </a:pPr>
            <a:r>
              <a:rPr lang="en-US" smtClean="0"/>
              <a:t>Click to edit Master title style</a:t>
            </a:r>
            <a:endParaRPr lang="en-US" dirty="0"/>
          </a:p>
        </p:txBody>
      </p:sp>
    </p:spTree>
    <p:extLst>
      <p:ext uri="{BB962C8B-B14F-4D97-AF65-F5344CB8AC3E}">
        <p14:creationId xmlns:p14="http://schemas.microsoft.com/office/powerpoint/2010/main" val="39119471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p:cSld name="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ctrTitle"/>
          </p:nvPr>
        </p:nvSpPr>
        <p:spPr>
          <a:xfrm>
            <a:off x="203246" y="922639"/>
            <a:ext cx="3768799" cy="5015405"/>
          </a:xfrm>
          <a:prstGeom prst="rect">
            <a:avLst/>
          </a:prstGeom>
          <a:noFill/>
          <a:ln>
            <a:noFill/>
          </a:ln>
          <a:extLst/>
        </p:spPr>
        <p:txBody>
          <a:bodyPr vert="horz" wrap="square" lIns="326473" tIns="886140" rIns="1259252" bIns="886140" numCol="1" rtlCol="0" anchor="ctr" anchorCtr="0" compatLnSpc="1">
            <a:prstTxWarp prst="textNoShape">
              <a:avLst/>
            </a:prstTxWarp>
            <a:noAutofit/>
          </a:bodyPr>
          <a:lstStyle>
            <a:lvl1pPr>
              <a:defRPr lang="en-US" sz="4412" spc="-150" dirty="0">
                <a:gradFill>
                  <a:gsLst>
                    <a:gs pos="100000">
                      <a:schemeClr val="accent1"/>
                    </a:gs>
                    <a:gs pos="0">
                      <a:schemeClr val="accent1"/>
                    </a:gs>
                  </a:gsLst>
                  <a:lin ang="5400000" scaled="0"/>
                </a:gradFill>
              </a:defRPr>
            </a:lvl1pPr>
          </a:lstStyle>
          <a:p>
            <a:pPr marL="0" lvl="0" indent="0" defTabSz="685846" fontAlgn="base">
              <a:lnSpc>
                <a:spcPct val="100000"/>
              </a:lnSpc>
              <a:spcAft>
                <a:spcPct val="0"/>
              </a:spcAft>
              <a:buFontTx/>
            </a:pPr>
            <a:r>
              <a:rPr lang="en-US" smtClean="0"/>
              <a:t>Click to edit Master title style</a:t>
            </a:r>
            <a:endParaRPr lang="en-US" dirty="0"/>
          </a:p>
        </p:txBody>
      </p:sp>
      <p:sp>
        <p:nvSpPr>
          <p:cNvPr id="3" name="Subtitle 2"/>
          <p:cNvSpPr>
            <a:spLocks noGrp="1"/>
          </p:cNvSpPr>
          <p:nvPr>
            <p:ph type="subTitle" idx="1" hasCustomPrompt="1"/>
          </p:nvPr>
        </p:nvSpPr>
        <p:spPr>
          <a:xfrm>
            <a:off x="4235841" y="3871601"/>
            <a:ext cx="4706231" cy="621324"/>
          </a:xfrm>
        </p:spPr>
        <p:txBody>
          <a:bodyPr wrap="square">
            <a:spAutoFit/>
          </a:bodyPr>
          <a:lstStyle>
            <a:lvl1pPr marL="0" indent="0" algn="l">
              <a:lnSpc>
                <a:spcPct val="90000"/>
              </a:lnSpc>
              <a:spcBef>
                <a:spcPts val="0"/>
              </a:spcBef>
              <a:buNone/>
              <a:defRPr lang="en-US" sz="2353" kern="1200" spc="-53" baseline="0" dirty="0">
                <a:gradFill>
                  <a:gsLst>
                    <a:gs pos="94167">
                      <a:schemeClr val="tx1"/>
                    </a:gs>
                    <a:gs pos="72000">
                      <a:schemeClr val="tx1"/>
                    </a:gs>
                  </a:gsLst>
                  <a:lin ang="5400000" scaled="0"/>
                </a:gradFill>
                <a:latin typeface="+mj-lt"/>
                <a:ea typeface="+mn-ea"/>
                <a:cs typeface="+mn-cs"/>
              </a:defRPr>
            </a:lvl1pPr>
            <a:lvl2pPr marL="342909" indent="0" algn="ctr">
              <a:buNone/>
              <a:defRPr>
                <a:solidFill>
                  <a:schemeClr val="tx1">
                    <a:tint val="75000"/>
                  </a:schemeClr>
                </a:solidFill>
              </a:defRPr>
            </a:lvl2pPr>
            <a:lvl3pPr marL="685818" indent="0" algn="ctr">
              <a:buNone/>
              <a:defRPr>
                <a:solidFill>
                  <a:schemeClr val="tx1">
                    <a:tint val="75000"/>
                  </a:schemeClr>
                </a:solidFill>
              </a:defRPr>
            </a:lvl3pPr>
            <a:lvl4pPr marL="1028728" indent="0" algn="ctr">
              <a:buNone/>
              <a:defRPr>
                <a:solidFill>
                  <a:schemeClr val="tx1">
                    <a:tint val="75000"/>
                  </a:schemeClr>
                </a:solidFill>
              </a:defRPr>
            </a:lvl4pPr>
            <a:lvl5pPr marL="1371636" indent="0" algn="ctr">
              <a:buNone/>
              <a:defRPr>
                <a:solidFill>
                  <a:schemeClr val="tx1">
                    <a:tint val="75000"/>
                  </a:schemeClr>
                </a:solidFill>
              </a:defRPr>
            </a:lvl5pPr>
            <a:lvl6pPr marL="1714546" indent="0" algn="ctr">
              <a:buNone/>
              <a:defRPr>
                <a:solidFill>
                  <a:schemeClr val="tx1">
                    <a:tint val="75000"/>
                  </a:schemeClr>
                </a:solidFill>
              </a:defRPr>
            </a:lvl6pPr>
            <a:lvl7pPr marL="2057454" indent="0" algn="ctr">
              <a:buNone/>
              <a:defRPr>
                <a:solidFill>
                  <a:schemeClr val="tx1">
                    <a:tint val="75000"/>
                  </a:schemeClr>
                </a:solidFill>
              </a:defRPr>
            </a:lvl7pPr>
            <a:lvl8pPr marL="2400364" indent="0" algn="ctr">
              <a:buNone/>
              <a:defRPr>
                <a:solidFill>
                  <a:schemeClr val="tx1">
                    <a:tint val="75000"/>
                  </a:schemeClr>
                </a:solidFill>
              </a:defRPr>
            </a:lvl8pPr>
            <a:lvl9pPr marL="2743274" indent="0" algn="ctr">
              <a:buNone/>
              <a:defRPr>
                <a:solidFill>
                  <a:schemeClr val="tx1">
                    <a:tint val="75000"/>
                  </a:schemeClr>
                </a:solidFill>
              </a:defRPr>
            </a:lvl9pPr>
          </a:lstStyle>
          <a:p>
            <a:pPr marL="0" marR="0" lvl="0" indent="0" algn="l" defTabSz="685818" rtl="0" eaLnBrk="1" fontAlgn="auto" latinLnBrk="0" hangingPunct="1">
              <a:lnSpc>
                <a:spcPct val="90000"/>
              </a:lnSpc>
              <a:spcBef>
                <a:spcPts val="0"/>
              </a:spcBef>
              <a:spcAft>
                <a:spcPts val="0"/>
              </a:spcAft>
              <a:buClrTx/>
              <a:buSzPct val="90000"/>
              <a:buFont typeface="Arial" pitchFamily="34" charset="0"/>
              <a:buNone/>
              <a:tabLst/>
            </a:pPr>
            <a:r>
              <a:rPr lang="en-US" dirty="0" smtClean="0"/>
              <a:t>Click to edit master subtitle style</a:t>
            </a:r>
            <a:endParaRPr lang="en-US" dirty="0"/>
          </a:p>
        </p:txBody>
      </p:sp>
      <p:sp>
        <p:nvSpPr>
          <p:cNvPr id="5" name="Text Placeholder 4"/>
          <p:cNvSpPr>
            <a:spLocks noGrp="1"/>
          </p:cNvSpPr>
          <p:nvPr>
            <p:ph type="body" sz="quarter" idx="11" hasCustomPrompt="1"/>
          </p:nvPr>
        </p:nvSpPr>
        <p:spPr>
          <a:xfrm>
            <a:off x="4235841" y="2445088"/>
            <a:ext cx="4706231" cy="1395382"/>
          </a:xfrm>
        </p:spPr>
        <p:txBody>
          <a:bodyPr wrap="square" anchor="b">
            <a:spAutoFit/>
          </a:bodyPr>
          <a:lstStyle>
            <a:lvl1pPr marL="0" indent="0">
              <a:buNone/>
              <a:defRPr sz="3971" spc="-113">
                <a:gradFill>
                  <a:gsLst>
                    <a:gs pos="94167">
                      <a:schemeClr val="tx1"/>
                    </a:gs>
                    <a:gs pos="72000">
                      <a:schemeClr val="tx1"/>
                    </a:gs>
                  </a:gsLst>
                  <a:lin ang="5400000" scaled="0"/>
                </a:gradFill>
              </a:defRPr>
            </a:lvl1pPr>
          </a:lstStyle>
          <a:p>
            <a:pPr lvl="0"/>
            <a:r>
              <a:rPr lang="en-US" dirty="0" smtClean="0"/>
              <a:t>Click to edit master text styles</a:t>
            </a:r>
          </a:p>
        </p:txBody>
      </p:sp>
    </p:spTree>
    <p:extLst>
      <p:ext uri="{BB962C8B-B14F-4D97-AF65-F5344CB8AC3E}">
        <p14:creationId xmlns:p14="http://schemas.microsoft.com/office/powerpoint/2010/main" val="429003827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2"/>
            <a:ext cx="8363938" cy="734625"/>
          </a:xfrm>
        </p:spPr>
        <p:txBody>
          <a:bodyPr>
            <a:spAutoFit/>
          </a:bodyPr>
          <a:lstStyle/>
          <a:p>
            <a:r>
              <a:rPr lang="en-US" dirty="0" smtClean="0"/>
              <a:t>Click to edit master title style</a:t>
            </a:r>
            <a:endParaRPr lang="en-US" dirty="0"/>
          </a:p>
        </p:txBody>
      </p:sp>
      <p:sp>
        <p:nvSpPr>
          <p:cNvPr id="5" name="Text Placeholder 4"/>
          <p:cNvSpPr>
            <a:spLocks noGrp="1"/>
          </p:cNvSpPr>
          <p:nvPr>
            <p:ph type="body" sz="quarter" idx="10" hasCustomPrompt="1"/>
          </p:nvPr>
        </p:nvSpPr>
        <p:spPr>
          <a:xfrm>
            <a:off x="201930" y="1187621"/>
            <a:ext cx="8363938" cy="1698222"/>
          </a:xfrm>
          <a:prstGeom prst="rect">
            <a:avLst/>
          </a:prstGeom>
        </p:spPr>
        <p:txBody>
          <a:bodyPr>
            <a:spAutoFit/>
          </a:bodyPr>
          <a:lstStyle>
            <a:lvl1pPr marL="213136" indent="-213136">
              <a:buFont typeface="Wingdings" pitchFamily="2" charset="2"/>
              <a:buChar char=""/>
              <a:defRPr sz="2941"/>
            </a:lvl1pPr>
            <a:lvl2pPr marL="388169" indent="-175034">
              <a:buFont typeface="Wingdings" pitchFamily="2" charset="2"/>
              <a:buChar char=""/>
              <a:defRPr sz="1764" spc="-38" baseline="0">
                <a:latin typeface="+mn-lt"/>
              </a:defRPr>
            </a:lvl2pPr>
            <a:lvl3pPr marL="556059" indent="-167890">
              <a:buFont typeface="Wingdings" pitchFamily="2" charset="2"/>
              <a:buChar char=""/>
              <a:tabLst/>
              <a:defRPr sz="1470" spc="-38" baseline="0">
                <a:latin typeface="+mn-lt"/>
              </a:defRPr>
            </a:lvl3pPr>
            <a:lvl4pPr marL="685846" indent="-129787">
              <a:buFont typeface="Wingdings" pitchFamily="2" charset="2"/>
              <a:buChar char=""/>
              <a:defRPr sz="1323" spc="-38" baseline="0">
                <a:latin typeface="+mn-lt"/>
              </a:defRPr>
            </a:lvl4pPr>
            <a:lvl5pPr marL="815633" indent="-129787">
              <a:buFont typeface="Wingdings" pitchFamily="2" charset="2"/>
              <a:buChar char=""/>
              <a:tabLst/>
              <a:defRPr sz="1323" spc="-38" baseline="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Slide Number Placeholder 1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982554038"/>
      </p:ext>
    </p:extLst>
  </p:cSld>
  <p:clrMapOvr>
    <a:masterClrMapping/>
  </p:clrMapOvr>
  <p:transition>
    <p:fade/>
  </p:transition>
  <p:timing>
    <p:tnLst>
      <p:par>
        <p:cTn id="1" dur="indefinite" restart="never" nodeType="tmRoot"/>
      </p:par>
    </p:tnLst>
  </p:timing>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amp; 2-color Non-bulleted text">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01930" y="1187622"/>
            <a:ext cx="8363938" cy="1648400"/>
          </a:xfrm>
          <a:prstGeom prst="rect">
            <a:avLst/>
          </a:prstGeom>
        </p:spPr>
        <p:txBody>
          <a:bodyPr>
            <a:spAutoFit/>
          </a:bodyPr>
          <a:lstStyle>
            <a:lvl1pPr marL="0" indent="0">
              <a:spcBef>
                <a:spcPts val="1800"/>
              </a:spcBef>
              <a:buNone/>
              <a:defRPr sz="2941">
                <a:gradFill>
                  <a:gsLst>
                    <a:gs pos="100000">
                      <a:schemeClr val="tx2"/>
                    </a:gs>
                    <a:gs pos="0">
                      <a:schemeClr val="tx2"/>
                    </a:gs>
                  </a:gsLst>
                  <a:lin ang="5400000" scaled="0"/>
                </a:gradFill>
                <a:latin typeface="+mj-lt"/>
              </a:defRPr>
            </a:lvl1pPr>
            <a:lvl2pPr marL="0" indent="0">
              <a:buNone/>
              <a:defRPr sz="1470" spc="-38" baseline="0">
                <a:gradFill>
                  <a:gsLst>
                    <a:gs pos="100000">
                      <a:schemeClr val="tx1"/>
                    </a:gs>
                    <a:gs pos="6000">
                      <a:schemeClr val="tx1"/>
                    </a:gs>
                  </a:gsLst>
                  <a:lin ang="5400000" scaled="0"/>
                </a:gradFill>
              </a:defRPr>
            </a:lvl2pPr>
            <a:lvl3pPr marL="173843" indent="0">
              <a:buNone/>
              <a:defRPr sz="1470" spc="-38" baseline="0">
                <a:gradFill>
                  <a:gsLst>
                    <a:gs pos="100000">
                      <a:schemeClr val="tx1"/>
                    </a:gs>
                    <a:gs pos="6000">
                      <a:schemeClr val="tx1"/>
                    </a:gs>
                  </a:gsLst>
                  <a:lin ang="5400000" scaled="0"/>
                </a:gradFill>
              </a:defRPr>
            </a:lvl3pPr>
            <a:lvl4pPr marL="342923" indent="0">
              <a:buNone/>
              <a:defRPr sz="1323" spc="-38" baseline="0">
                <a:gradFill>
                  <a:gsLst>
                    <a:gs pos="100000">
                      <a:schemeClr val="tx1"/>
                    </a:gs>
                    <a:gs pos="6000">
                      <a:schemeClr val="tx1"/>
                    </a:gs>
                  </a:gsLst>
                  <a:lin ang="5400000" scaled="0"/>
                </a:gradFill>
              </a:defRPr>
            </a:lvl4pPr>
            <a:lvl5pPr marL="520338" indent="0">
              <a:buNone/>
              <a:defRPr sz="1323" spc="-38" baseline="0">
                <a:gradFill>
                  <a:gsLst>
                    <a:gs pos="100000">
                      <a:schemeClr val="tx1"/>
                    </a:gs>
                    <a:gs pos="600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hasCustomPrompt="1"/>
          </p:nvPr>
        </p:nvSpPr>
        <p:spPr>
          <a:xfrm>
            <a:off x="201930" y="286381"/>
            <a:ext cx="8363938" cy="734625"/>
          </a:xfrm>
        </p:spPr>
        <p:txBody>
          <a:bodyPr>
            <a:spAutoFit/>
          </a:bodyPr>
          <a:lstStyle/>
          <a:p>
            <a:r>
              <a:rPr lang="en-US" dirty="0" smtClean="0"/>
              <a:t>Click to edit master title style</a:t>
            </a:r>
            <a:endParaRPr lang="en-US" dirty="0"/>
          </a:p>
        </p:txBody>
      </p:sp>
      <p:sp>
        <p:nvSpPr>
          <p:cNvPr id="4" name="Slide Number Placeholder 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460565551"/>
      </p:ext>
    </p:extLst>
  </p:cSld>
  <p:clrMapOvr>
    <a:masterClrMapping/>
  </p:clrMapOvr>
  <p:transition>
    <p:fade/>
  </p:transition>
  <p:timing>
    <p:tnLst>
      <p:par>
        <p:cTn id="1" dur="indefinite" restart="never" nodeType="tmRoot"/>
      </p:par>
    </p:tnLst>
  </p:timing>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01930" y="1187622"/>
            <a:ext cx="8363938" cy="1648400"/>
          </a:xfrm>
          <a:prstGeom prst="rect">
            <a:avLst/>
          </a:prstGeom>
        </p:spPr>
        <p:txBody>
          <a:bodyPr>
            <a:spAutoFit/>
          </a:bodyPr>
          <a:lstStyle>
            <a:lvl1pPr marL="0" indent="0">
              <a:spcBef>
                <a:spcPts val="1800"/>
              </a:spcBef>
              <a:buNone/>
              <a:defRPr sz="2941">
                <a:gradFill>
                  <a:gsLst>
                    <a:gs pos="100000">
                      <a:schemeClr val="tx1"/>
                    </a:gs>
                    <a:gs pos="0">
                      <a:schemeClr val="tx1"/>
                    </a:gs>
                  </a:gsLst>
                  <a:lin ang="5400000" scaled="0"/>
                </a:gradFill>
                <a:latin typeface="+mj-lt"/>
              </a:defRPr>
            </a:lvl1pPr>
            <a:lvl2pPr marL="0" indent="0">
              <a:buNone/>
              <a:defRPr sz="1470" spc="-38" baseline="0">
                <a:gradFill>
                  <a:gsLst>
                    <a:gs pos="100000">
                      <a:schemeClr val="tx1"/>
                    </a:gs>
                    <a:gs pos="0">
                      <a:schemeClr val="tx1"/>
                    </a:gs>
                  </a:gsLst>
                  <a:lin ang="5400000" scaled="0"/>
                </a:gradFill>
              </a:defRPr>
            </a:lvl2pPr>
            <a:lvl3pPr marL="173843" indent="0">
              <a:buNone/>
              <a:defRPr sz="1470" spc="-38" baseline="0">
                <a:gradFill>
                  <a:gsLst>
                    <a:gs pos="100000">
                      <a:schemeClr val="tx1"/>
                    </a:gs>
                    <a:gs pos="0">
                      <a:schemeClr val="tx1"/>
                    </a:gs>
                  </a:gsLst>
                  <a:lin ang="5400000" scaled="0"/>
                </a:gradFill>
              </a:defRPr>
            </a:lvl3pPr>
            <a:lvl4pPr marL="342923" indent="0">
              <a:buNone/>
              <a:defRPr sz="1323" spc="-38" baseline="0">
                <a:gradFill>
                  <a:gsLst>
                    <a:gs pos="100000">
                      <a:schemeClr val="tx1"/>
                    </a:gs>
                    <a:gs pos="0">
                      <a:schemeClr val="tx1"/>
                    </a:gs>
                  </a:gsLst>
                  <a:lin ang="5400000" scaled="0"/>
                </a:gradFill>
              </a:defRPr>
            </a:lvl4pPr>
            <a:lvl5pPr marL="520338" indent="0">
              <a:buNone/>
              <a:defRPr sz="1323" spc="-38" baseline="0">
                <a:gradFill>
                  <a:gsLst>
                    <a:gs pos="100000">
                      <a:schemeClr val="tx1"/>
                    </a:gs>
                    <a:gs pos="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hasCustomPrompt="1"/>
          </p:nvPr>
        </p:nvSpPr>
        <p:spPr/>
        <p:txBody>
          <a:bodyPr/>
          <a:lstStyle/>
          <a:p>
            <a:r>
              <a:rPr lang="en-US" dirty="0" smtClean="0"/>
              <a:t>Click to edit master title style</a:t>
            </a:r>
            <a:endParaRPr lang="en-US" dirty="0"/>
          </a:p>
        </p:txBody>
      </p:sp>
      <p:sp>
        <p:nvSpPr>
          <p:cNvPr id="4" name="Slide Number Placeholder 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2186185613"/>
      </p:ext>
    </p:extLst>
  </p:cSld>
  <p:clrMapOvr>
    <a:masterClrMapping/>
  </p:clrMapOvr>
  <p:transition>
    <p:fade/>
  </p:transition>
  <p:timing>
    <p:tnLst>
      <p:par>
        <p:cTn id="1" dur="indefinite" restart="never" nodeType="tmRoot"/>
      </p:par>
    </p:tnLst>
  </p:timing>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4" name="Text Placeholder 3"/>
          <p:cNvSpPr>
            <a:spLocks noGrp="1"/>
          </p:cNvSpPr>
          <p:nvPr>
            <p:ph type="body" sz="quarter" idx="10" hasCustomPrompt="1"/>
          </p:nvPr>
        </p:nvSpPr>
        <p:spPr>
          <a:xfrm>
            <a:off x="201930" y="1187622"/>
            <a:ext cx="4027230" cy="2105513"/>
          </a:xfrm>
        </p:spPr>
        <p:txBody>
          <a:bodyPr wrap="square">
            <a:spAutoFit/>
          </a:bodyPr>
          <a:lstStyle>
            <a:lvl1pPr marL="219089" indent="-219089">
              <a:spcBef>
                <a:spcPts val="900"/>
              </a:spcBef>
              <a:buClr>
                <a:schemeClr val="tx1"/>
              </a:buClr>
              <a:buFont typeface="Wingdings" pitchFamily="2" charset="2"/>
              <a:buChar char=""/>
              <a:defRPr/>
            </a:lvl1pPr>
            <a:lvl2pPr marL="390551" indent="-171461">
              <a:defRPr sz="1764" spc="-38" baseline="0"/>
            </a:lvl2pPr>
            <a:lvl3pPr marL="514384" indent="-123833">
              <a:tabLst/>
              <a:defRPr sz="1470" spc="-38" baseline="0"/>
            </a:lvl3pPr>
            <a:lvl4pPr marL="647743" indent="-133359">
              <a:defRPr sz="1323" spc="-38" baseline="0"/>
            </a:lvl4pPr>
            <a:lvl5pPr marL="771576" indent="-123833">
              <a:tabLst/>
              <a:defRPr sz="1323" spc="-38" baseline="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1" hasCustomPrompt="1"/>
          </p:nvPr>
        </p:nvSpPr>
        <p:spPr>
          <a:xfrm>
            <a:off x="4229160" y="1187621"/>
            <a:ext cx="4040593" cy="2105513"/>
          </a:xfrm>
        </p:spPr>
        <p:txBody>
          <a:bodyPr wrap="square">
            <a:spAutoFit/>
          </a:bodyPr>
          <a:lstStyle>
            <a:lvl1pPr marL="254811" indent="-254811">
              <a:spcBef>
                <a:spcPts val="900"/>
              </a:spcBef>
              <a:buFont typeface="Wingdings" pitchFamily="2" charset="2"/>
              <a:buChar char=""/>
              <a:defRPr lang="en-US" sz="2941" kern="1200" spc="-53" baseline="0" dirty="0" smtClean="0">
                <a:gradFill>
                  <a:gsLst>
                    <a:gs pos="1250">
                      <a:schemeClr val="tx1"/>
                    </a:gs>
                    <a:gs pos="100000">
                      <a:schemeClr val="tx1"/>
                    </a:gs>
                  </a:gsLst>
                  <a:lin ang="5400000" scaled="0"/>
                </a:gradFill>
                <a:latin typeface="+mj-lt"/>
                <a:ea typeface="+mn-ea"/>
                <a:cs typeface="+mn-cs"/>
              </a:defRPr>
            </a:lvl1pPr>
            <a:lvl2pPr marL="476282" indent="-257192">
              <a:defRPr lang="en-US" sz="1764" kern="1200" spc="-38" baseline="0" dirty="0" smtClean="0">
                <a:gradFill>
                  <a:gsLst>
                    <a:gs pos="1250">
                      <a:schemeClr val="tx1"/>
                    </a:gs>
                    <a:gs pos="100000">
                      <a:schemeClr val="tx1"/>
                    </a:gs>
                  </a:gsLst>
                  <a:lin ang="5400000" scaled="0"/>
                </a:gradFill>
                <a:latin typeface="+mn-lt"/>
                <a:ea typeface="+mn-ea"/>
                <a:cs typeface="+mn-cs"/>
              </a:defRPr>
            </a:lvl2pPr>
            <a:lvl3pPr marL="647743" indent="-257192">
              <a:defRPr lang="en-US" sz="1470" kern="1200" spc="-38" baseline="0" dirty="0" smtClean="0">
                <a:gradFill>
                  <a:gsLst>
                    <a:gs pos="1250">
                      <a:schemeClr val="tx1"/>
                    </a:gs>
                    <a:gs pos="100000">
                      <a:schemeClr val="tx1"/>
                    </a:gs>
                  </a:gsLst>
                  <a:lin ang="5400000" scaled="0"/>
                </a:gradFill>
                <a:latin typeface="+mn-lt"/>
                <a:ea typeface="+mn-ea"/>
                <a:cs typeface="+mn-cs"/>
              </a:defRPr>
            </a:lvl3pPr>
            <a:lvl4pPr marL="771576" indent="-257192">
              <a:defRPr lang="en-US" sz="1323" kern="1200" spc="-38" baseline="0" dirty="0" smtClean="0">
                <a:gradFill>
                  <a:gsLst>
                    <a:gs pos="1250">
                      <a:schemeClr val="tx1"/>
                    </a:gs>
                    <a:gs pos="100000">
                      <a:schemeClr val="tx1"/>
                    </a:gs>
                  </a:gsLst>
                  <a:lin ang="5400000" scaled="0"/>
                </a:gradFill>
                <a:latin typeface="+mn-lt"/>
                <a:ea typeface="+mn-ea"/>
                <a:cs typeface="+mn-cs"/>
              </a:defRPr>
            </a:lvl4pPr>
            <a:lvl5pPr marL="904936" indent="-257192">
              <a:defRPr lang="en-US" sz="1323" kern="1200" spc="-38" baseline="0" dirty="0">
                <a:gradFill>
                  <a:gsLst>
                    <a:gs pos="1250">
                      <a:schemeClr val="tx1"/>
                    </a:gs>
                    <a:gs pos="100000">
                      <a:schemeClr val="tx1"/>
                    </a:gs>
                  </a:gsLst>
                  <a:lin ang="5400000" scaled="0"/>
                </a:gradFill>
                <a:latin typeface="+mn-lt"/>
                <a:ea typeface="+mn-ea"/>
                <a:cs typeface="+mn-cs"/>
              </a:defRPr>
            </a:lvl5pPr>
          </a:lstStyle>
          <a:p>
            <a:pPr marL="219089" marR="0" lvl="0" indent="-219089" algn="l" defTabSz="68581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smtClean="0"/>
              <a:t>Click to edit master text styles</a:t>
            </a:r>
          </a:p>
          <a:p>
            <a:pPr marL="390551" marR="0" lvl="1" indent="-171461"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Second level</a:t>
            </a:r>
          </a:p>
          <a:p>
            <a:pPr marL="514384" marR="0" lvl="2" indent="-123833"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Third level</a:t>
            </a:r>
          </a:p>
          <a:p>
            <a:pPr marL="647743" marR="0" lvl="3" indent="-133359"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Fourth level</a:t>
            </a:r>
          </a:p>
          <a:p>
            <a:pPr marL="771576" marR="0" lvl="4" indent="-123833"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Fifth level</a:t>
            </a:r>
            <a:endParaRPr lang="en-US" dirty="0"/>
          </a:p>
        </p:txBody>
      </p:sp>
      <p:sp>
        <p:nvSpPr>
          <p:cNvPr id="5" name="Slide Number Placeholder 4"/>
          <p:cNvSpPr>
            <a:spLocks noGrp="1"/>
          </p:cNvSpPr>
          <p:nvPr>
            <p:ph type="sldNum" sz="quarter" idx="13"/>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3942979024"/>
      </p:ext>
    </p:extLst>
  </p:cSld>
  <p:clrMapOvr>
    <a:masterClrMapping/>
  </p:clrMapOvr>
  <p:transition>
    <p:fade/>
  </p:transition>
  <p:timing>
    <p:tnLst>
      <p:par>
        <p:cTn id="1" dur="indefinite" restart="never" nodeType="tmRoot"/>
      </p:par>
    </p:tnLst>
  </p:timing>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wo Column 2-color Non-bullet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6" name="Text Placeholder 5"/>
          <p:cNvSpPr>
            <a:spLocks noGrp="1"/>
          </p:cNvSpPr>
          <p:nvPr>
            <p:ph type="body" sz="quarter" idx="11" hasCustomPrompt="1"/>
          </p:nvPr>
        </p:nvSpPr>
        <p:spPr>
          <a:xfrm>
            <a:off x="201930" y="1187622"/>
            <a:ext cx="4033911" cy="2055691"/>
          </a:xfrm>
        </p:spPr>
        <p:txBody>
          <a:bodyPr>
            <a:spAutoFit/>
          </a:bodyPr>
          <a:lstStyle>
            <a:lvl1pPr marL="0" indent="0">
              <a:spcBef>
                <a:spcPts val="900"/>
              </a:spcBef>
              <a:buNone/>
              <a:defRPr sz="2941">
                <a:gradFill>
                  <a:gsLst>
                    <a:gs pos="100000">
                      <a:schemeClr val="tx2"/>
                    </a:gs>
                    <a:gs pos="0">
                      <a:schemeClr val="tx2"/>
                    </a:gs>
                  </a:gsLst>
                  <a:lin ang="5400000" scaled="0"/>
                </a:gradFill>
                <a:latin typeface="+mj-lt"/>
              </a:defRPr>
            </a:lvl1pPr>
            <a:lvl2pPr marL="0" indent="0">
              <a:buNone/>
              <a:defRPr sz="1470" spc="-38" baseline="0"/>
            </a:lvl2pPr>
            <a:lvl3pPr marL="175034" indent="0">
              <a:buNone/>
              <a:defRPr sz="1470" spc="-38" baseline="0"/>
            </a:lvl3pPr>
            <a:lvl4pPr marL="342923" indent="0">
              <a:buNone/>
              <a:defRPr sz="1323" spc="-38" baseline="0"/>
            </a:lvl4pPr>
            <a:lvl5pPr marL="520338" indent="0">
              <a:buNone/>
              <a:defRPr sz="1323" spc="-38" baseline="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hasCustomPrompt="1"/>
          </p:nvPr>
        </p:nvSpPr>
        <p:spPr>
          <a:xfrm>
            <a:off x="4235841" y="1187621"/>
            <a:ext cx="4047274" cy="2055691"/>
          </a:xfrm>
        </p:spPr>
        <p:txBody>
          <a:bodyPr>
            <a:spAutoFit/>
          </a:bodyPr>
          <a:lstStyle>
            <a:lvl1pPr marL="0" indent="0">
              <a:spcBef>
                <a:spcPts val="900"/>
              </a:spcBef>
              <a:buNone/>
              <a:defRPr lang="en-US" sz="2941" kern="1200" spc="-53" baseline="0" dirty="0" smtClean="0">
                <a:gradFill>
                  <a:gsLst>
                    <a:gs pos="100000">
                      <a:schemeClr val="tx2"/>
                    </a:gs>
                    <a:gs pos="0">
                      <a:schemeClr val="tx2"/>
                    </a:gs>
                  </a:gsLst>
                  <a:lin ang="5400000" scaled="0"/>
                </a:gradFill>
                <a:latin typeface="+mj-lt"/>
                <a:ea typeface="+mn-ea"/>
                <a:cs typeface="+mn-cs"/>
              </a:defRPr>
            </a:lvl1pPr>
            <a:lvl2pPr marL="2382"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250">
                      <a:schemeClr val="tx1"/>
                    </a:gs>
                    <a:gs pos="100000">
                      <a:schemeClr val="tx1"/>
                    </a:gs>
                  </a:gsLst>
                  <a:lin ang="5400000" scaled="0"/>
                </a:gradFill>
                <a:latin typeface="+mn-lt"/>
                <a:ea typeface="+mn-ea"/>
                <a:cs typeface="+mn-cs"/>
              </a:defRPr>
            </a:lvl2pPr>
            <a:lvl3pPr marL="17503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250">
                      <a:schemeClr val="tx1"/>
                    </a:gs>
                    <a:gs pos="100000">
                      <a:schemeClr val="tx1"/>
                    </a:gs>
                  </a:gsLst>
                  <a:lin ang="5400000" scaled="0"/>
                </a:gradFill>
                <a:latin typeface="+mn-lt"/>
                <a:ea typeface="+mn-ea"/>
                <a:cs typeface="+mn-cs"/>
              </a:defRPr>
            </a:lvl3pPr>
            <a:lvl4pPr marL="34530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smtClean="0">
                <a:gradFill>
                  <a:gsLst>
                    <a:gs pos="1250">
                      <a:schemeClr val="tx1"/>
                    </a:gs>
                    <a:gs pos="100000">
                      <a:schemeClr val="tx1"/>
                    </a:gs>
                  </a:gsLst>
                  <a:lin ang="5400000" scaled="0"/>
                </a:gradFill>
                <a:latin typeface="+mn-lt"/>
                <a:ea typeface="+mn-ea"/>
                <a:cs typeface="+mn-cs"/>
              </a:defRPr>
            </a:lvl4pPr>
            <a:lvl5pPr marL="515575"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a:gradFill>
                  <a:gsLst>
                    <a:gs pos="1250">
                      <a:schemeClr val="tx1"/>
                    </a:gs>
                    <a:gs pos="100000">
                      <a:schemeClr val="tx1"/>
                    </a:gs>
                  </a:gsLst>
                  <a:lin ang="5400000" scaled="0"/>
                </a:gradFill>
                <a:latin typeface="+mn-lt"/>
                <a:ea typeface="+mn-ea"/>
                <a:cs typeface="+mn-cs"/>
              </a:defRPr>
            </a:lvl5pPr>
          </a:lstStyle>
          <a:p>
            <a:pPr marL="0" marR="0" lvl="0" indent="0" algn="l" defTabSz="68581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4"/>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2722925908"/>
      </p:ext>
    </p:extLst>
  </p:cSld>
  <p:clrMapOvr>
    <a:masterClrMapping/>
  </p:clrMapOvr>
  <p:transition>
    <p:fade/>
  </p:transition>
  <p:timing>
    <p:tnLst>
      <p:par>
        <p:cTn id="1" dur="indefinite" restart="never" nodeType="tmRoot"/>
      </p:par>
    </p:tnLst>
  </p:timing>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6" name="Text Placeholder 5"/>
          <p:cNvSpPr>
            <a:spLocks noGrp="1"/>
          </p:cNvSpPr>
          <p:nvPr>
            <p:ph type="body" sz="quarter" idx="11" hasCustomPrompt="1"/>
          </p:nvPr>
        </p:nvSpPr>
        <p:spPr>
          <a:xfrm>
            <a:off x="201930" y="1187621"/>
            <a:ext cx="4033911" cy="2055691"/>
          </a:xfrm>
        </p:spPr>
        <p:txBody>
          <a:bodyPr>
            <a:spAutoFit/>
          </a:bodyPr>
          <a:lstStyle>
            <a:lvl1pPr marL="0" indent="0">
              <a:spcBef>
                <a:spcPts val="900"/>
              </a:spcBef>
              <a:buNone/>
              <a:defRPr sz="2941">
                <a:gradFill>
                  <a:gsLst>
                    <a:gs pos="1000">
                      <a:schemeClr val="tx1"/>
                    </a:gs>
                    <a:gs pos="98000">
                      <a:schemeClr val="tx1"/>
                    </a:gs>
                  </a:gsLst>
                  <a:lin ang="5400000" scaled="0"/>
                </a:gradFill>
                <a:latin typeface="+mj-lt"/>
              </a:defRPr>
            </a:lvl1pPr>
            <a:lvl2pPr marL="0" indent="0">
              <a:buNone/>
              <a:defRPr sz="1470" spc="-38" baseline="0">
                <a:gradFill>
                  <a:gsLst>
                    <a:gs pos="1000">
                      <a:schemeClr val="tx1"/>
                    </a:gs>
                    <a:gs pos="98000">
                      <a:schemeClr val="tx1"/>
                    </a:gs>
                  </a:gsLst>
                  <a:lin ang="5400000" scaled="0"/>
                </a:gradFill>
              </a:defRPr>
            </a:lvl2pPr>
            <a:lvl3pPr marL="175034" indent="0">
              <a:buNone/>
              <a:defRPr sz="1470" spc="-38" baseline="0">
                <a:gradFill>
                  <a:gsLst>
                    <a:gs pos="1000">
                      <a:schemeClr val="tx1"/>
                    </a:gs>
                    <a:gs pos="98000">
                      <a:schemeClr val="tx1"/>
                    </a:gs>
                  </a:gsLst>
                  <a:lin ang="5400000" scaled="0"/>
                </a:gradFill>
              </a:defRPr>
            </a:lvl3pPr>
            <a:lvl4pPr marL="342923" indent="0">
              <a:buNone/>
              <a:defRPr sz="1323" spc="-38" baseline="0">
                <a:gradFill>
                  <a:gsLst>
                    <a:gs pos="1000">
                      <a:schemeClr val="tx1"/>
                    </a:gs>
                    <a:gs pos="98000">
                      <a:schemeClr val="tx1"/>
                    </a:gs>
                  </a:gsLst>
                  <a:lin ang="5400000" scaled="0"/>
                </a:gradFill>
              </a:defRPr>
            </a:lvl4pPr>
            <a:lvl5pPr marL="520338" indent="0">
              <a:buNone/>
              <a:defRPr sz="1323" spc="-38" baseline="0">
                <a:gradFill>
                  <a:gsLst>
                    <a:gs pos="1000">
                      <a:schemeClr val="tx1"/>
                    </a:gs>
                    <a:gs pos="9800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hasCustomPrompt="1"/>
          </p:nvPr>
        </p:nvSpPr>
        <p:spPr>
          <a:xfrm>
            <a:off x="4235841" y="1187621"/>
            <a:ext cx="4047274" cy="2055691"/>
          </a:xfrm>
        </p:spPr>
        <p:txBody>
          <a:bodyPr>
            <a:spAutoFit/>
          </a:bodyPr>
          <a:lstStyle>
            <a:lvl1pPr marL="0" indent="0">
              <a:spcBef>
                <a:spcPts val="900"/>
              </a:spcBef>
              <a:buNone/>
              <a:defRPr lang="en-US" sz="2941" kern="1200" spc="-53" baseline="0" dirty="0" smtClean="0">
                <a:gradFill>
                  <a:gsLst>
                    <a:gs pos="1000">
                      <a:schemeClr val="tx1"/>
                    </a:gs>
                    <a:gs pos="98000">
                      <a:schemeClr val="tx1"/>
                    </a:gs>
                  </a:gsLst>
                  <a:lin ang="5400000" scaled="0"/>
                </a:gradFill>
                <a:latin typeface="+mj-lt"/>
                <a:ea typeface="+mn-ea"/>
                <a:cs typeface="+mn-cs"/>
              </a:defRPr>
            </a:lvl1pPr>
            <a:lvl2pPr marL="2382"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000">
                      <a:schemeClr val="tx1"/>
                    </a:gs>
                    <a:gs pos="98000">
                      <a:schemeClr val="tx1"/>
                    </a:gs>
                  </a:gsLst>
                  <a:lin ang="5400000" scaled="0"/>
                </a:gradFill>
                <a:latin typeface="+mn-lt"/>
                <a:ea typeface="+mn-ea"/>
                <a:cs typeface="+mn-cs"/>
              </a:defRPr>
            </a:lvl2pPr>
            <a:lvl3pPr marL="17503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000">
                      <a:schemeClr val="tx1"/>
                    </a:gs>
                    <a:gs pos="98000">
                      <a:schemeClr val="tx1"/>
                    </a:gs>
                  </a:gsLst>
                  <a:lin ang="5400000" scaled="0"/>
                </a:gradFill>
                <a:latin typeface="+mn-lt"/>
                <a:ea typeface="+mn-ea"/>
                <a:cs typeface="+mn-cs"/>
              </a:defRPr>
            </a:lvl3pPr>
            <a:lvl4pPr marL="34530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smtClean="0">
                <a:gradFill>
                  <a:gsLst>
                    <a:gs pos="1000">
                      <a:schemeClr val="tx1"/>
                    </a:gs>
                    <a:gs pos="98000">
                      <a:schemeClr val="tx1"/>
                    </a:gs>
                  </a:gsLst>
                  <a:lin ang="5400000" scaled="0"/>
                </a:gradFill>
                <a:latin typeface="+mn-lt"/>
                <a:ea typeface="+mn-ea"/>
                <a:cs typeface="+mn-cs"/>
              </a:defRPr>
            </a:lvl4pPr>
            <a:lvl5pPr marL="515575"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a:gradFill>
                  <a:gsLst>
                    <a:gs pos="1000">
                      <a:schemeClr val="tx1"/>
                    </a:gs>
                    <a:gs pos="98000">
                      <a:schemeClr val="tx1"/>
                    </a:gs>
                  </a:gsLst>
                  <a:lin ang="5400000" scaled="0"/>
                </a:gradFill>
                <a:latin typeface="+mn-lt"/>
                <a:ea typeface="+mn-ea"/>
                <a:cs typeface="+mn-cs"/>
              </a:defRPr>
            </a:lvl5pPr>
          </a:lstStyle>
          <a:p>
            <a:pPr marL="0" marR="0" lvl="0" indent="0" algn="l" defTabSz="68581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4"/>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1133891210"/>
      </p:ext>
    </p:extLst>
  </p:cSld>
  <p:clrMapOvr>
    <a:masterClrMapping/>
  </p:clrMapOvr>
  <p:transition>
    <p:fade/>
  </p:transition>
  <p:timing>
    <p:tnLst>
      <p:par>
        <p:cTn id="1" dur="indefinite" restart="never" nodeType="tmRoot"/>
      </p:par>
    </p:tnLst>
  </p:timing>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8" name="Slide Number Placeholder 7"/>
          <p:cNvSpPr>
            <a:spLocks noGrp="1"/>
          </p:cNvSpPr>
          <p:nvPr>
            <p:ph type="sldNum" sz="quarter" idx="11"/>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3794058487"/>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7" name="Slide Number Placeholder 6"/>
          <p:cNvSpPr>
            <a:spLocks noGrp="1"/>
          </p:cNvSpPr>
          <p:nvPr>
            <p:ph type="sldNum" sz="quarter" idx="11"/>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1511451942"/>
      </p:ext>
    </p:extLst>
  </p:cSld>
  <p:clrMapOvr>
    <a:masterClrMapping/>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Slide for developer code</a:t>
            </a:r>
            <a:endParaRPr lang="en-US" dirty="0"/>
          </a:p>
        </p:txBody>
      </p:sp>
      <p:sp>
        <p:nvSpPr>
          <p:cNvPr id="5" name="Text Placeholder 4"/>
          <p:cNvSpPr>
            <a:spLocks noGrp="1"/>
          </p:cNvSpPr>
          <p:nvPr>
            <p:ph type="body" sz="quarter" idx="10"/>
          </p:nvPr>
        </p:nvSpPr>
        <p:spPr>
          <a:xfrm>
            <a:off x="201929" y="1187622"/>
            <a:ext cx="8366320" cy="1925912"/>
          </a:xfrm>
        </p:spPr>
        <p:txBody>
          <a:bodyPr>
            <a:spAutoFit/>
          </a:bodyPr>
          <a:lstStyle>
            <a:lvl1pPr marL="0" indent="0">
              <a:buNone/>
              <a:defRPr sz="2426">
                <a:gradFill>
                  <a:gsLst>
                    <a:gs pos="1250">
                      <a:schemeClr val="tx1"/>
                    </a:gs>
                    <a:gs pos="100000">
                      <a:schemeClr val="tx1"/>
                    </a:gs>
                  </a:gsLst>
                  <a:lin ang="5400000" scaled="0"/>
                </a:gradFill>
                <a:latin typeface="Consolas" pitchFamily="49" charset="0"/>
                <a:cs typeface="Consolas" pitchFamily="49" charset="0"/>
              </a:defRPr>
            </a:lvl1pPr>
            <a:lvl2pPr marL="254811" indent="0">
              <a:buNone/>
              <a:defRPr>
                <a:gradFill>
                  <a:gsLst>
                    <a:gs pos="1250">
                      <a:schemeClr val="tx1"/>
                    </a:gs>
                    <a:gs pos="100000">
                      <a:schemeClr val="tx1"/>
                    </a:gs>
                  </a:gsLst>
                  <a:lin ang="5400000" scaled="0"/>
                </a:gradFill>
                <a:latin typeface="Consolas" pitchFamily="49" charset="0"/>
                <a:cs typeface="Consolas" pitchFamily="49" charset="0"/>
              </a:defRPr>
            </a:lvl2pPr>
            <a:lvl3pPr marL="429844" indent="0">
              <a:buNone/>
              <a:defRPr>
                <a:gradFill>
                  <a:gsLst>
                    <a:gs pos="1250">
                      <a:schemeClr val="tx1"/>
                    </a:gs>
                    <a:gs pos="100000">
                      <a:schemeClr val="tx1"/>
                    </a:gs>
                  </a:gsLst>
                  <a:lin ang="5400000" scaled="0"/>
                </a:gradFill>
                <a:latin typeface="Consolas" pitchFamily="49" charset="0"/>
                <a:cs typeface="Consolas" pitchFamily="49" charset="0"/>
              </a:defRPr>
            </a:lvl3pPr>
            <a:lvl4pPr marL="598924" indent="0">
              <a:buNone/>
              <a:defRPr>
                <a:gradFill>
                  <a:gsLst>
                    <a:gs pos="1250">
                      <a:schemeClr val="tx1"/>
                    </a:gs>
                    <a:gs pos="100000">
                      <a:schemeClr val="tx1"/>
                    </a:gs>
                  </a:gsLst>
                  <a:lin ang="5400000" scaled="0"/>
                </a:gradFill>
                <a:latin typeface="Consolas" pitchFamily="49" charset="0"/>
                <a:cs typeface="Consolas" pitchFamily="49" charset="0"/>
              </a:defRPr>
            </a:lvl4pPr>
            <a:lvl5pPr marL="772768" indent="0">
              <a:buNone/>
              <a:defRPr>
                <a:gradFill>
                  <a:gsLst>
                    <a:gs pos="1250">
                      <a:schemeClr val="tx1"/>
                    </a:gs>
                    <a:gs pos="100000">
                      <a:schemeClr val="tx1"/>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057176216"/>
      </p:ext>
    </p:extLst>
  </p:cSld>
  <p:clrMapOvr>
    <a:masterClrMapping/>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1163864"/>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201929" y="291069"/>
            <a:ext cx="8366320" cy="734625"/>
          </a:xfrm>
        </p:spPr>
        <p:txBody>
          <a:bodyPr>
            <a:spAutoFit/>
          </a:bodyPr>
          <a:lstStyle>
            <a:lvl1pPr>
              <a:defRPr sz="3971"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201930" y="1187622"/>
            <a:ext cx="8363938" cy="1956433"/>
          </a:xfrm>
          <a:prstGeom prst="rect">
            <a:avLst/>
          </a:prstGeom>
        </p:spPr>
        <p:txBody>
          <a:bodyPr>
            <a:spAutoFit/>
          </a:bodyPr>
          <a:lstStyle>
            <a:lvl1pPr marL="257192" indent="-257192">
              <a:buClr>
                <a:srgbClr val="FFFFFF"/>
              </a:buClr>
              <a:buSzPct val="90000"/>
              <a:buFont typeface="Arial" pitchFamily="34" charset="0"/>
              <a:buChar char="•"/>
              <a:defRPr sz="2647">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471519" indent="-214327">
              <a:buClr>
                <a:srgbClr val="FFFFFF"/>
              </a:buClr>
              <a:buSzPct val="90000"/>
              <a:buFont typeface="Arial" pitchFamily="34" charset="0"/>
              <a:buChar char="•"/>
              <a:defRPr sz="2353">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685846" indent="-214327">
              <a:buClr>
                <a:srgbClr val="FFFFFF"/>
              </a:buClr>
              <a:buSzPct val="90000"/>
              <a:buFont typeface="Arial" pitchFamily="34" charset="0"/>
              <a:buChar char="•"/>
              <a:defRPr sz="2059">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857307" indent="-171461">
              <a:buClr>
                <a:srgbClr val="FFFFFF"/>
              </a:buClr>
              <a:buSzPct val="90000"/>
              <a:buFont typeface="Arial" pitchFamily="34" charset="0"/>
              <a:buChar char="•"/>
              <a:defRPr sz="1764">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028769" indent="-171461">
              <a:buClr>
                <a:srgbClr val="FFFFFF"/>
              </a:buClr>
              <a:buSzPct val="90000"/>
              <a:buFont typeface="Arial" pitchFamily="34" charset="0"/>
              <a:buChar char="•"/>
              <a:defRPr sz="1470">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822325966"/>
      </p:ext>
    </p:extLst>
  </p:cSld>
  <p:clrMapOvr>
    <a:masterClrMapping/>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2018326"/>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871294"/>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Blank Accent Color 2">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582018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9438" y="2234115"/>
            <a:ext cx="6281777" cy="1359196"/>
          </a:xfrm>
        </p:spPr>
        <p:txBody>
          <a:bodyPr anchor="ctr" anchorCtr="0">
            <a:noAutofit/>
          </a:bodyPr>
          <a:lstStyle>
            <a:lvl1pPr>
              <a:lnSpc>
                <a:spcPct val="90000"/>
              </a:lnSpc>
              <a:defRPr sz="5026"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389438" y="4612345"/>
            <a:ext cx="4091815" cy="1144929"/>
          </a:xfrm>
        </p:spPr>
        <p:txBody>
          <a:bodyPr/>
          <a:lstStyle>
            <a:lvl1pPr marL="0" indent="0">
              <a:buFont typeface="Arial" pitchFamily="34" charset="0"/>
              <a:buNone/>
              <a:defRPr sz="1800">
                <a:solidFill>
                  <a:schemeClr val="bg1">
                    <a:alpha val="98000"/>
                  </a:schemeClr>
                </a:solidFill>
                <a:latin typeface="+mj-lt"/>
              </a:defRPr>
            </a:lvl1pPr>
            <a:lvl2pPr marL="345319" indent="0">
              <a:buFont typeface="Arial" pitchFamily="34" charset="0"/>
              <a:buNone/>
              <a:defRPr/>
            </a:lvl2pPr>
            <a:lvl3pPr marL="641819" indent="0">
              <a:buFont typeface="Arial" pitchFamily="34" charset="0"/>
              <a:buNone/>
              <a:defRPr/>
            </a:lvl3pPr>
            <a:lvl4pPr marL="944271" indent="0">
              <a:buFont typeface="Arial" pitchFamily="34" charset="0"/>
              <a:buNone/>
              <a:defRPr/>
            </a:lvl4pPr>
            <a:lvl5pPr marL="1203856"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48126" y="6375402"/>
            <a:ext cx="904750" cy="194387"/>
          </a:xfrm>
          <a:prstGeom prst="rect">
            <a:avLst/>
          </a:prstGeom>
        </p:spPr>
      </p:pic>
    </p:spTree>
    <p:extLst>
      <p:ext uri="{BB962C8B-B14F-4D97-AF65-F5344CB8AC3E}">
        <p14:creationId xmlns:p14="http://schemas.microsoft.com/office/powerpoint/2010/main" val="325335871"/>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757131"/>
          </a:xfrm>
        </p:spPr>
        <p:txBody>
          <a:bodyPr/>
          <a:lstStyle>
            <a:lvl1pPr>
              <a:defRPr sz="4126"/>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800"/>
            <a:ext cx="8363938" cy="1008609"/>
          </a:xfrm>
        </p:spPr>
        <p:txBody>
          <a:bodyPr/>
          <a:lstStyle>
            <a:lvl1pPr marL="2382" indent="0">
              <a:spcBef>
                <a:spcPts val="0"/>
              </a:spcBef>
              <a:spcAft>
                <a:spcPts val="675"/>
              </a:spcAft>
              <a:buSzPct val="80000"/>
              <a:buFont typeface="Arial" pitchFamily="34" charset="0"/>
              <a:buNone/>
              <a:defRPr sz="3001" spc="-75" baseline="0">
                <a:gradFill>
                  <a:gsLst>
                    <a:gs pos="0">
                      <a:srgbClr val="595959"/>
                    </a:gs>
                    <a:gs pos="86000">
                      <a:srgbClr val="595959"/>
                    </a:gs>
                  </a:gsLst>
                  <a:lin ang="5400000" scaled="0"/>
                </a:gradFill>
                <a:latin typeface="Segoe UI Light" pitchFamily="34" charset="0"/>
              </a:defRPr>
            </a:lvl1pPr>
            <a:lvl2pPr marL="2382" indent="0">
              <a:spcBef>
                <a:spcPts val="0"/>
              </a:spcBef>
              <a:buSzPct val="80000"/>
              <a:buFont typeface="Arial" pitchFamily="34" charset="0"/>
              <a:buNone/>
              <a:defRPr sz="1500" spc="-38" baseline="0">
                <a:gradFill>
                  <a:gsLst>
                    <a:gs pos="0">
                      <a:srgbClr val="595959"/>
                    </a:gs>
                    <a:gs pos="86000">
                      <a:srgbClr val="595959"/>
                    </a:gs>
                  </a:gsLst>
                  <a:lin ang="5400000" scaled="0"/>
                </a:gradFill>
              </a:defRPr>
            </a:lvl2pPr>
            <a:lvl3pPr marL="944271" indent="-302453">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3856" indent="-259586">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297" indent="-252441">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1800769633"/>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6061089"/>
      </p:ext>
    </p:extLst>
  </p:cSld>
  <p:clrMapOvr>
    <a:masterClrMapping/>
  </p:clrMapOvr>
  <p:transition>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298" y="1122363"/>
            <a:ext cx="6857405" cy="2387600"/>
          </a:xfrm>
        </p:spPr>
        <p:txBody>
          <a:bodyPr anchor="b"/>
          <a:lstStyle>
            <a:lvl1pPr algn="ctr">
              <a:defRPr sz="4501"/>
            </a:lvl1pPr>
          </a:lstStyle>
          <a:p>
            <a:r>
              <a:rPr lang="en-US" smtClean="0"/>
              <a:t>Click to edit Master title style</a:t>
            </a:r>
            <a:endParaRPr lang="en-US"/>
          </a:p>
        </p:txBody>
      </p:sp>
      <p:sp>
        <p:nvSpPr>
          <p:cNvPr id="3" name="Subtitle 2"/>
          <p:cNvSpPr>
            <a:spLocks noGrp="1"/>
          </p:cNvSpPr>
          <p:nvPr>
            <p:ph type="subTitle" idx="1"/>
          </p:nvPr>
        </p:nvSpPr>
        <p:spPr>
          <a:xfrm>
            <a:off x="1143298" y="3602038"/>
            <a:ext cx="6857405" cy="1655762"/>
          </a:xfrm>
        </p:spPr>
        <p:txBody>
          <a:bodyPr/>
          <a:lstStyle>
            <a:lvl1pPr marL="0" indent="0" algn="ctr">
              <a:buNone/>
              <a:defRPr sz="1800"/>
            </a:lvl1pPr>
            <a:lvl2pPr marL="342991" indent="0" algn="ctr">
              <a:buNone/>
              <a:defRPr sz="1500"/>
            </a:lvl2pPr>
            <a:lvl3pPr marL="685983" indent="0" algn="ctr">
              <a:buNone/>
              <a:defRPr sz="1350"/>
            </a:lvl3pPr>
            <a:lvl4pPr marL="1028974" indent="0" algn="ctr">
              <a:buNone/>
              <a:defRPr sz="1200"/>
            </a:lvl4pPr>
            <a:lvl5pPr marL="1371966" indent="0" algn="ctr">
              <a:buNone/>
              <a:defRPr sz="1200"/>
            </a:lvl5pPr>
            <a:lvl6pPr marL="1714957" indent="0" algn="ctr">
              <a:buNone/>
              <a:defRPr sz="1200"/>
            </a:lvl6pPr>
            <a:lvl7pPr marL="2057949" indent="0" algn="ctr">
              <a:buNone/>
              <a:defRPr sz="1200"/>
            </a:lvl7pPr>
            <a:lvl8pPr marL="2400940" indent="0" algn="ctr">
              <a:buNone/>
              <a:defRPr sz="1200"/>
            </a:lvl8pPr>
            <a:lvl9pPr marL="2743932"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CEE30F-C350-4C1B-B9C0-0BA22D7C25DF}" type="datetimeFigureOut">
              <a:rPr lang="en-US" smtClean="0"/>
              <a:t>9/16/2013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6494508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EE30F-C350-4C1B-B9C0-0BA22D7C25DF}" type="datetimeFigureOut">
              <a:rPr lang="en-US" smtClean="0"/>
              <a:t>9/16/2013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42864460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4051" y="1709739"/>
            <a:ext cx="7886372" cy="2852737"/>
          </a:xfrm>
        </p:spPr>
        <p:txBody>
          <a:bodyPr anchor="b"/>
          <a:lstStyle>
            <a:lvl1pPr>
              <a:defRPr sz="4501"/>
            </a:lvl1pPr>
          </a:lstStyle>
          <a:p>
            <a:r>
              <a:rPr lang="en-US" smtClean="0"/>
              <a:t>Click to edit Master title style</a:t>
            </a:r>
            <a:endParaRPr lang="en-US"/>
          </a:p>
        </p:txBody>
      </p:sp>
      <p:sp>
        <p:nvSpPr>
          <p:cNvPr id="3" name="Text Placeholder 2"/>
          <p:cNvSpPr>
            <a:spLocks noGrp="1"/>
          </p:cNvSpPr>
          <p:nvPr>
            <p:ph type="body" idx="1"/>
          </p:nvPr>
        </p:nvSpPr>
        <p:spPr>
          <a:xfrm>
            <a:off x="624051" y="4589464"/>
            <a:ext cx="7886372" cy="1500187"/>
          </a:xfrm>
        </p:spPr>
        <p:txBody>
          <a:bodyPr/>
          <a:lstStyle>
            <a:lvl1pPr marL="0" indent="0">
              <a:buNone/>
              <a:defRPr sz="1800">
                <a:solidFill>
                  <a:schemeClr val="tx1">
                    <a:tint val="75000"/>
                  </a:schemeClr>
                </a:solidFill>
              </a:defRPr>
            </a:lvl1pPr>
            <a:lvl2pPr marL="342991" indent="0">
              <a:buNone/>
              <a:defRPr sz="1500">
                <a:solidFill>
                  <a:schemeClr val="tx1">
                    <a:tint val="75000"/>
                  </a:schemeClr>
                </a:solidFill>
              </a:defRPr>
            </a:lvl2pPr>
            <a:lvl3pPr marL="685983" indent="0">
              <a:buNone/>
              <a:defRPr sz="1350">
                <a:solidFill>
                  <a:schemeClr val="tx1">
                    <a:tint val="75000"/>
                  </a:schemeClr>
                </a:solidFill>
              </a:defRPr>
            </a:lvl3pPr>
            <a:lvl4pPr marL="1028974" indent="0">
              <a:buNone/>
              <a:defRPr sz="1200">
                <a:solidFill>
                  <a:schemeClr val="tx1">
                    <a:tint val="75000"/>
                  </a:schemeClr>
                </a:solidFill>
              </a:defRPr>
            </a:lvl4pPr>
            <a:lvl5pPr marL="1371966" indent="0">
              <a:buNone/>
              <a:defRPr sz="1200">
                <a:solidFill>
                  <a:schemeClr val="tx1">
                    <a:tint val="75000"/>
                  </a:schemeClr>
                </a:solidFill>
              </a:defRPr>
            </a:lvl5pPr>
            <a:lvl6pPr marL="1714957" indent="0">
              <a:buNone/>
              <a:defRPr sz="1200">
                <a:solidFill>
                  <a:schemeClr val="tx1">
                    <a:tint val="75000"/>
                  </a:schemeClr>
                </a:solidFill>
              </a:defRPr>
            </a:lvl6pPr>
            <a:lvl7pPr marL="2057949" indent="0">
              <a:buNone/>
              <a:defRPr sz="1200">
                <a:solidFill>
                  <a:schemeClr val="tx1">
                    <a:tint val="75000"/>
                  </a:schemeClr>
                </a:solidFill>
              </a:defRPr>
            </a:lvl7pPr>
            <a:lvl8pPr marL="2400940" indent="0">
              <a:buNone/>
              <a:defRPr sz="1200">
                <a:solidFill>
                  <a:schemeClr val="tx1">
                    <a:tint val="75000"/>
                  </a:schemeClr>
                </a:solidFill>
              </a:defRPr>
            </a:lvl8pPr>
            <a:lvl9pPr marL="2743932"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CEE30F-C350-4C1B-B9C0-0BA22D7C25DF}" type="datetimeFigureOut">
              <a:rPr lang="en-US" smtClean="0"/>
              <a:t>9/16/2013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31547930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814" y="1825625"/>
            <a:ext cx="3886022"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65" y="1825625"/>
            <a:ext cx="3886021"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CEE30F-C350-4C1B-B9C0-0BA22D7C25DF}" type="datetimeFigureOut">
              <a:rPr lang="en-US" smtClean="0"/>
              <a:t>9/16/2013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408713338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006" y="365126"/>
            <a:ext cx="7886372"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005" y="1681163"/>
            <a:ext cx="3868157" cy="823912"/>
          </a:xfrm>
        </p:spPr>
        <p:txBody>
          <a:bodyPr anchor="b"/>
          <a:lstStyle>
            <a:lvl1pPr marL="0" indent="0">
              <a:buNone/>
              <a:defRPr sz="18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30005" y="2505075"/>
            <a:ext cx="386815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65" y="1681163"/>
            <a:ext cx="3887212" cy="823912"/>
          </a:xfrm>
        </p:spPr>
        <p:txBody>
          <a:bodyPr anchor="b"/>
          <a:lstStyle>
            <a:lvl1pPr marL="0" indent="0">
              <a:buNone/>
              <a:defRPr sz="1800" b="1"/>
            </a:lvl1pPr>
            <a:lvl2pPr marL="342991" indent="0">
              <a:buNone/>
              <a:defRPr sz="1500" b="1"/>
            </a:lvl2pPr>
            <a:lvl3pPr marL="685983" indent="0">
              <a:buNone/>
              <a:defRPr sz="1350" b="1"/>
            </a:lvl3pPr>
            <a:lvl4pPr marL="1028974" indent="0">
              <a:buNone/>
              <a:defRPr sz="1200" b="1"/>
            </a:lvl4pPr>
            <a:lvl5pPr marL="1371966" indent="0">
              <a:buNone/>
              <a:defRPr sz="1200" b="1"/>
            </a:lvl5pPr>
            <a:lvl6pPr marL="1714957" indent="0">
              <a:buNone/>
              <a:defRPr sz="1200" b="1"/>
            </a:lvl6pPr>
            <a:lvl7pPr marL="2057949" indent="0">
              <a:buNone/>
              <a:defRPr sz="1200" b="1"/>
            </a:lvl7pPr>
            <a:lvl8pPr marL="2400940" indent="0">
              <a:buNone/>
              <a:defRPr sz="1200" b="1"/>
            </a:lvl8pPr>
            <a:lvl9pPr marL="2743932"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65" y="2505075"/>
            <a:ext cx="3887212"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CEE30F-C350-4C1B-B9C0-0BA22D7C25DF}" type="datetimeFigureOut">
              <a:rPr lang="en-US" smtClean="0"/>
              <a:t>9/16/2013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1797104310"/>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CEE30F-C350-4C1B-B9C0-0BA22D7C25DF}" type="datetimeFigureOut">
              <a:rPr lang="en-US" smtClean="0"/>
              <a:t>9/16/2013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89647789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CEE30F-C350-4C1B-B9C0-0BA22D7C25DF}" type="datetimeFigureOut">
              <a:rPr lang="en-US" smtClean="0"/>
              <a:t>9/16/2013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234322886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005" y="457200"/>
            <a:ext cx="2948755" cy="1600200"/>
          </a:xfrm>
        </p:spPr>
        <p:txBody>
          <a:bodyPr anchor="b"/>
          <a:lstStyle>
            <a:lvl1pPr>
              <a:defRPr sz="2401"/>
            </a:lvl1pPr>
          </a:lstStyle>
          <a:p>
            <a:r>
              <a:rPr lang="en-US" smtClean="0"/>
              <a:t>Click to edit Master title style</a:t>
            </a:r>
            <a:endParaRPr lang="en-US"/>
          </a:p>
        </p:txBody>
      </p:sp>
      <p:sp>
        <p:nvSpPr>
          <p:cNvPr id="3" name="Content Placeholder 2"/>
          <p:cNvSpPr>
            <a:spLocks noGrp="1"/>
          </p:cNvSpPr>
          <p:nvPr>
            <p:ph idx="1"/>
          </p:nvPr>
        </p:nvSpPr>
        <p:spPr>
          <a:xfrm>
            <a:off x="3887213" y="987426"/>
            <a:ext cx="4629165" cy="4873625"/>
          </a:xfrm>
        </p:spPr>
        <p:txBody>
          <a:bodyPr/>
          <a:lstStyle>
            <a:lvl1pPr>
              <a:defRPr sz="2401"/>
            </a:lvl1pPr>
            <a:lvl2pPr>
              <a:defRPr sz="2101"/>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005" y="2057400"/>
            <a:ext cx="2948755" cy="3811588"/>
          </a:xfrm>
        </p:spPr>
        <p:txBody>
          <a:bodyPr/>
          <a:lstStyle>
            <a:lvl1pPr marL="0" indent="0">
              <a:buNone/>
              <a:defRPr sz="1200"/>
            </a:lvl1pPr>
            <a:lvl2pPr marL="342991" indent="0">
              <a:buNone/>
              <a:defRPr sz="1050"/>
            </a:lvl2pPr>
            <a:lvl3pPr marL="685983" indent="0">
              <a:buNone/>
              <a:defRPr sz="900"/>
            </a:lvl3pPr>
            <a:lvl4pPr marL="1028974" indent="0">
              <a:buNone/>
              <a:defRPr sz="750"/>
            </a:lvl4pPr>
            <a:lvl5pPr marL="1371966" indent="0">
              <a:buNone/>
              <a:defRPr sz="750"/>
            </a:lvl5pPr>
            <a:lvl6pPr marL="1714957" indent="0">
              <a:buNone/>
              <a:defRPr sz="750"/>
            </a:lvl6pPr>
            <a:lvl7pPr marL="2057949" indent="0">
              <a:buNone/>
              <a:defRPr sz="750"/>
            </a:lvl7pPr>
            <a:lvl8pPr marL="2400940" indent="0">
              <a:buNone/>
              <a:defRPr sz="750"/>
            </a:lvl8pPr>
            <a:lvl9pPr marL="2743932"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CEE30F-C350-4C1B-B9C0-0BA22D7C25DF}" type="datetimeFigureOut">
              <a:rPr lang="en-US" smtClean="0"/>
              <a:t>9/16/2013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5291510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005" y="457200"/>
            <a:ext cx="2948755" cy="1600200"/>
          </a:xfrm>
        </p:spPr>
        <p:txBody>
          <a:bodyPr anchor="b"/>
          <a:lstStyle>
            <a:lvl1pPr>
              <a:defRPr sz="2401"/>
            </a:lvl1pPr>
          </a:lstStyle>
          <a:p>
            <a:r>
              <a:rPr lang="en-US" smtClean="0"/>
              <a:t>Click to edit Master title style</a:t>
            </a:r>
            <a:endParaRPr lang="en-US"/>
          </a:p>
        </p:txBody>
      </p:sp>
      <p:sp>
        <p:nvSpPr>
          <p:cNvPr id="3" name="Picture Placeholder 2"/>
          <p:cNvSpPr>
            <a:spLocks noGrp="1"/>
          </p:cNvSpPr>
          <p:nvPr>
            <p:ph type="pic" idx="1"/>
          </p:nvPr>
        </p:nvSpPr>
        <p:spPr>
          <a:xfrm>
            <a:off x="3887213" y="987426"/>
            <a:ext cx="4629165" cy="4873625"/>
          </a:xfrm>
        </p:spPr>
        <p:txBody>
          <a:bodyPr/>
          <a:lstStyle>
            <a:lvl1pPr marL="0" indent="0">
              <a:buNone/>
              <a:defRPr sz="2401"/>
            </a:lvl1pPr>
            <a:lvl2pPr marL="342991" indent="0">
              <a:buNone/>
              <a:defRPr sz="2101"/>
            </a:lvl2pPr>
            <a:lvl3pPr marL="685983" indent="0">
              <a:buNone/>
              <a:defRPr sz="1800"/>
            </a:lvl3pPr>
            <a:lvl4pPr marL="1028974" indent="0">
              <a:buNone/>
              <a:defRPr sz="1500"/>
            </a:lvl4pPr>
            <a:lvl5pPr marL="1371966" indent="0">
              <a:buNone/>
              <a:defRPr sz="1500"/>
            </a:lvl5pPr>
            <a:lvl6pPr marL="1714957" indent="0">
              <a:buNone/>
              <a:defRPr sz="1500"/>
            </a:lvl6pPr>
            <a:lvl7pPr marL="2057949" indent="0">
              <a:buNone/>
              <a:defRPr sz="1500"/>
            </a:lvl7pPr>
            <a:lvl8pPr marL="2400940" indent="0">
              <a:buNone/>
              <a:defRPr sz="1500"/>
            </a:lvl8pPr>
            <a:lvl9pPr marL="2743932" indent="0">
              <a:buNone/>
              <a:defRPr sz="1500"/>
            </a:lvl9pPr>
          </a:lstStyle>
          <a:p>
            <a:endParaRPr lang="en-US"/>
          </a:p>
        </p:txBody>
      </p:sp>
      <p:sp>
        <p:nvSpPr>
          <p:cNvPr id="4" name="Text Placeholder 3"/>
          <p:cNvSpPr>
            <a:spLocks noGrp="1"/>
          </p:cNvSpPr>
          <p:nvPr>
            <p:ph type="body" sz="half" idx="2"/>
          </p:nvPr>
        </p:nvSpPr>
        <p:spPr>
          <a:xfrm>
            <a:off x="630005" y="2057400"/>
            <a:ext cx="2948755" cy="3811588"/>
          </a:xfrm>
        </p:spPr>
        <p:txBody>
          <a:bodyPr/>
          <a:lstStyle>
            <a:lvl1pPr marL="0" indent="0">
              <a:buNone/>
              <a:defRPr sz="1200"/>
            </a:lvl1pPr>
            <a:lvl2pPr marL="342991" indent="0">
              <a:buNone/>
              <a:defRPr sz="1050"/>
            </a:lvl2pPr>
            <a:lvl3pPr marL="685983" indent="0">
              <a:buNone/>
              <a:defRPr sz="900"/>
            </a:lvl3pPr>
            <a:lvl4pPr marL="1028974" indent="0">
              <a:buNone/>
              <a:defRPr sz="750"/>
            </a:lvl4pPr>
            <a:lvl5pPr marL="1371966" indent="0">
              <a:buNone/>
              <a:defRPr sz="750"/>
            </a:lvl5pPr>
            <a:lvl6pPr marL="1714957" indent="0">
              <a:buNone/>
              <a:defRPr sz="750"/>
            </a:lvl6pPr>
            <a:lvl7pPr marL="2057949" indent="0">
              <a:buNone/>
              <a:defRPr sz="750"/>
            </a:lvl7pPr>
            <a:lvl8pPr marL="2400940" indent="0">
              <a:buNone/>
              <a:defRPr sz="750"/>
            </a:lvl8pPr>
            <a:lvl9pPr marL="2743932"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CEE30F-C350-4C1B-B9C0-0BA22D7C25DF}" type="datetimeFigureOut">
              <a:rPr lang="en-US" smtClean="0"/>
              <a:t>9/16/2013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369051768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EE30F-C350-4C1B-B9C0-0BA22D7C25DF}" type="datetimeFigureOut">
              <a:rPr lang="en-US" smtClean="0"/>
              <a:t>9/16/2013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201301370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4189" y="365125"/>
            <a:ext cx="1970997"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814" y="365125"/>
            <a:ext cx="5801045"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CEE30F-C350-4C1B-B9C0-0BA22D7C25DF}" type="datetimeFigureOut">
              <a:rPr lang="en-US" smtClean="0"/>
              <a:t>9/16/2013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88B6AB-4FE2-415A-B643-D17309C25CC8}" type="slidenum">
              <a:rPr lang="en-US" smtClean="0"/>
              <a:t>‹#›</a:t>
            </a:fld>
            <a:endParaRPr lang="en-US"/>
          </a:p>
        </p:txBody>
      </p:sp>
    </p:spTree>
    <p:extLst>
      <p:ext uri="{BB962C8B-B14F-4D97-AF65-F5344CB8AC3E}">
        <p14:creationId xmlns:p14="http://schemas.microsoft.com/office/powerpoint/2010/main" val="255030457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Title Slide_Option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3235219"/>
            <a:ext cx="8366320" cy="917880"/>
          </a:xfrm>
        </p:spPr>
        <p:txBody>
          <a:bodyPr anchor="b" anchorCtr="0">
            <a:spAutoFit/>
          </a:bodyPr>
          <a:lstStyle>
            <a:lvl1pPr>
              <a:defRPr sz="5294" spc="-113" baseline="0">
                <a:gradFill>
                  <a:gsLst>
                    <a:gs pos="25833">
                      <a:schemeClr val="tx1"/>
                    </a:gs>
                    <a:gs pos="36000">
                      <a:schemeClr val="tx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201929" y="4773829"/>
            <a:ext cx="8366320" cy="621324"/>
          </a:xfrm>
        </p:spPr>
        <p:txBody>
          <a:bodyPr>
            <a:spAutoFit/>
          </a:bodyPr>
          <a:lstStyle>
            <a:lvl1pPr marL="0" indent="0">
              <a:spcBef>
                <a:spcPts val="0"/>
              </a:spcBef>
              <a:buNone/>
              <a:defRPr sz="2353" spc="-53" baseline="0">
                <a:gradFill>
                  <a:gsLst>
                    <a:gs pos="25833">
                      <a:schemeClr val="tx1"/>
                    </a:gs>
                    <a:gs pos="36000">
                      <a:schemeClr val="tx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8853960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itle Slide_Option 2">
    <p:bg>
      <p:bgRef idx="1001">
        <a:schemeClr val="bg2"/>
      </p:bgRef>
    </p:bg>
    <p:spTree>
      <p:nvGrpSpPr>
        <p:cNvPr id="1" name=""/>
        <p:cNvGrpSpPr/>
        <p:nvPr/>
      </p:nvGrpSpPr>
      <p:grpSpPr>
        <a:xfrm>
          <a:off x="0" y="0"/>
          <a:ext cx="0" cy="0"/>
          <a:chOff x="0" y="0"/>
          <a:chExt cx="0" cy="0"/>
        </a:xfrm>
      </p:grpSpPr>
      <p:pic>
        <p:nvPicPr>
          <p:cNvPr id="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429" t="3583" r="-270" b="3583"/>
          <a:stretch/>
        </p:blipFill>
        <p:spPr bwMode="ltGray">
          <a:xfrm>
            <a:off x="155239" y="749644"/>
            <a:ext cx="4080601" cy="53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Freeform 6"/>
          <p:cNvSpPr>
            <a:spLocks noChangeAspect="1" noEditPoints="1"/>
          </p:cNvSpPr>
          <p:nvPr/>
        </p:nvSpPr>
        <p:spPr bwMode="auto">
          <a:xfrm>
            <a:off x="0" y="-1"/>
            <a:ext cx="9143533" cy="6861505"/>
          </a:xfrm>
          <a:custGeom>
            <a:avLst/>
            <a:gdLst>
              <a:gd name="T0" fmla="*/ 0 w 3917"/>
              <a:gd name="T1" fmla="*/ 0 h 2204"/>
              <a:gd name="T2" fmla="*/ 0 w 3917"/>
              <a:gd name="T3" fmla="*/ 2204 h 2204"/>
              <a:gd name="T4" fmla="*/ 3917 w 3917"/>
              <a:gd name="T5" fmla="*/ 2204 h 2204"/>
              <a:gd name="T6" fmla="*/ 3917 w 3917"/>
              <a:gd name="T7" fmla="*/ 0 h 2204"/>
              <a:gd name="T8" fmla="*/ 0 w 3917"/>
              <a:gd name="T9" fmla="*/ 0 h 2204"/>
              <a:gd name="T10" fmla="*/ 1698 w 3917"/>
              <a:gd name="T11" fmla="*/ 1674 h 2204"/>
              <a:gd name="T12" fmla="*/ 87 w 3917"/>
              <a:gd name="T13" fmla="*/ 1907 h 2204"/>
              <a:gd name="T14" fmla="*/ 88 w 3917"/>
              <a:gd name="T15" fmla="*/ 297 h 2204"/>
              <a:gd name="T16" fmla="*/ 1698 w 3917"/>
              <a:gd name="T17" fmla="*/ 518 h 2204"/>
              <a:gd name="T18" fmla="*/ 1698 w 3917"/>
              <a:gd name="T19" fmla="*/ 1674 h 2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17" h="2204">
                <a:moveTo>
                  <a:pt x="0" y="0"/>
                </a:moveTo>
                <a:cubicBezTo>
                  <a:pt x="0" y="2204"/>
                  <a:pt x="0" y="2204"/>
                  <a:pt x="0" y="2204"/>
                </a:cubicBezTo>
                <a:cubicBezTo>
                  <a:pt x="3917" y="2204"/>
                  <a:pt x="3917" y="2204"/>
                  <a:pt x="3917" y="2204"/>
                </a:cubicBezTo>
                <a:cubicBezTo>
                  <a:pt x="3917" y="0"/>
                  <a:pt x="3917" y="0"/>
                  <a:pt x="3917" y="0"/>
                </a:cubicBezTo>
                <a:lnTo>
                  <a:pt x="0" y="0"/>
                </a:lnTo>
                <a:close/>
                <a:moveTo>
                  <a:pt x="1698" y="1674"/>
                </a:moveTo>
                <a:cubicBezTo>
                  <a:pt x="87" y="1907"/>
                  <a:pt x="87" y="1907"/>
                  <a:pt x="87" y="1907"/>
                </a:cubicBezTo>
                <a:cubicBezTo>
                  <a:pt x="89" y="1376"/>
                  <a:pt x="86" y="828"/>
                  <a:pt x="88" y="297"/>
                </a:cubicBezTo>
                <a:cubicBezTo>
                  <a:pt x="1698" y="518"/>
                  <a:pt x="1698" y="518"/>
                  <a:pt x="1698" y="518"/>
                </a:cubicBezTo>
                <a:cubicBezTo>
                  <a:pt x="1700" y="902"/>
                  <a:pt x="1696" y="1291"/>
                  <a:pt x="1698" y="1674"/>
                </a:cubicBezTo>
                <a:close/>
              </a:path>
            </a:pathLst>
          </a:custGeom>
          <a:solidFill>
            <a:srgbClr val="00188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32" tIns="33616" rIns="67232" bIns="33616" numCol="1" anchor="t" anchorCtr="0" compatLnSpc="1">
            <a:prstTxWarp prst="textNoShape">
              <a:avLst/>
            </a:prstTxWarp>
          </a:bodyPr>
          <a:lstStyle/>
          <a:p>
            <a:endParaRPr lang="en-US" sz="1764"/>
          </a:p>
        </p:txBody>
      </p:sp>
      <p:sp>
        <p:nvSpPr>
          <p:cNvPr id="2" name="Title 1"/>
          <p:cNvSpPr>
            <a:spLocks noGrp="1"/>
          </p:cNvSpPr>
          <p:nvPr>
            <p:ph type="title" hasCustomPrompt="1"/>
          </p:nvPr>
        </p:nvSpPr>
        <p:spPr>
          <a:xfrm>
            <a:off x="4235841" y="1187622"/>
            <a:ext cx="4706231" cy="1651093"/>
          </a:xfrm>
        </p:spPr>
        <p:txBody>
          <a:bodyPr wrap="square" anchor="t" anchorCtr="0">
            <a:spAutoFit/>
          </a:bodyPr>
          <a:lstStyle>
            <a:lvl1pPr>
              <a:defRPr sz="5294" spc="-113" baseline="0">
                <a:gradFill>
                  <a:gsLst>
                    <a:gs pos="22083">
                      <a:schemeClr val="tx1"/>
                    </a:gs>
                    <a:gs pos="42000">
                      <a:schemeClr val="tx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4235841" y="3877277"/>
            <a:ext cx="4706231" cy="621324"/>
          </a:xfrm>
        </p:spPr>
        <p:txBody>
          <a:bodyPr wrap="square">
            <a:spAutoFit/>
          </a:bodyPr>
          <a:lstStyle>
            <a:lvl1pPr marL="0" indent="0">
              <a:spcBef>
                <a:spcPts val="0"/>
              </a:spcBef>
              <a:buNone/>
              <a:defRPr sz="2353" spc="-53" baseline="0">
                <a:gradFill>
                  <a:gsLst>
                    <a:gs pos="22083">
                      <a:schemeClr val="tx1"/>
                    </a:gs>
                    <a:gs pos="42000">
                      <a:schemeClr val="tx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4974440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Title Slide_Option 3">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29" y="3235744"/>
            <a:ext cx="8366320" cy="917880"/>
          </a:xfrm>
        </p:spPr>
        <p:txBody>
          <a:bodyPr anchor="b" anchorCtr="0">
            <a:spAutoFit/>
          </a:bodyPr>
          <a:lstStyle>
            <a:lvl1pPr>
              <a:defRPr sz="5294" spc="-113" baseline="0">
                <a:gradFill>
                  <a:gsLst>
                    <a:gs pos="1250">
                      <a:schemeClr val="accent1"/>
                    </a:gs>
                    <a:gs pos="100000">
                      <a:schemeClr val="accent1"/>
                    </a:gs>
                  </a:gsLst>
                  <a:lin ang="5400000" scaled="0"/>
                </a:gradFill>
              </a:defRPr>
            </a:lvl1pPr>
          </a:lstStyle>
          <a:p>
            <a:r>
              <a:rPr lang="en-US" dirty="0" smtClean="0"/>
              <a:t>Click to edit title style</a:t>
            </a:r>
            <a:endParaRPr lang="en-US" dirty="0"/>
          </a:p>
        </p:txBody>
      </p:sp>
      <p:sp>
        <p:nvSpPr>
          <p:cNvPr id="5" name="Text Placeholder 4"/>
          <p:cNvSpPr>
            <a:spLocks noGrp="1"/>
          </p:cNvSpPr>
          <p:nvPr>
            <p:ph type="body" sz="quarter" idx="12" hasCustomPrompt="1"/>
          </p:nvPr>
        </p:nvSpPr>
        <p:spPr>
          <a:xfrm>
            <a:off x="201928" y="4773829"/>
            <a:ext cx="8366320" cy="621324"/>
          </a:xfrm>
        </p:spPr>
        <p:txBody>
          <a:bodyPr>
            <a:spAutoFit/>
          </a:bodyPr>
          <a:lstStyle>
            <a:lvl1pPr marL="0" indent="0">
              <a:spcBef>
                <a:spcPts val="0"/>
              </a:spcBef>
              <a:buNone/>
              <a:defRPr sz="2353" spc="-53" baseline="0">
                <a:gradFill>
                  <a:gsLst>
                    <a:gs pos="1250">
                      <a:schemeClr val="accent1"/>
                    </a:gs>
                    <a:gs pos="100000">
                      <a:schemeClr val="accent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362560798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1_Title Slide_Option 4">
    <p:bg>
      <p:bgPr>
        <a:solidFill>
          <a:srgbClr val="FFFFFF"/>
        </a:solidFill>
        <a:effectLst/>
      </p:bgPr>
    </p:bg>
    <p:spTree>
      <p:nvGrpSpPr>
        <p:cNvPr id="1" name=""/>
        <p:cNvGrpSpPr/>
        <p:nvPr/>
      </p:nvGrpSpPr>
      <p:grpSpPr>
        <a:xfrm>
          <a:off x="0" y="0"/>
          <a:ext cx="0" cy="0"/>
          <a:chOff x="0" y="0"/>
          <a:chExt cx="0" cy="0"/>
        </a:xfrm>
      </p:grpSpPr>
      <p:pic>
        <p:nvPicPr>
          <p:cNvPr id="8"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1429" t="3583" r="-270" b="3583"/>
          <a:stretch/>
        </p:blipFill>
        <p:spPr bwMode="ltGray">
          <a:xfrm>
            <a:off x="155240" y="749644"/>
            <a:ext cx="3864810" cy="5355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useBgFill="1">
        <p:nvSpPr>
          <p:cNvPr id="10" name="Freeform 6"/>
          <p:cNvSpPr>
            <a:spLocks noChangeAspect="1" noEditPoints="1"/>
          </p:cNvSpPr>
          <p:nvPr/>
        </p:nvSpPr>
        <p:spPr bwMode="auto">
          <a:xfrm>
            <a:off x="0" y="-1"/>
            <a:ext cx="9143533" cy="6861505"/>
          </a:xfrm>
          <a:custGeom>
            <a:avLst/>
            <a:gdLst>
              <a:gd name="T0" fmla="*/ 0 w 3917"/>
              <a:gd name="T1" fmla="*/ 0 h 2204"/>
              <a:gd name="T2" fmla="*/ 0 w 3917"/>
              <a:gd name="T3" fmla="*/ 2204 h 2204"/>
              <a:gd name="T4" fmla="*/ 3917 w 3917"/>
              <a:gd name="T5" fmla="*/ 2204 h 2204"/>
              <a:gd name="T6" fmla="*/ 3917 w 3917"/>
              <a:gd name="T7" fmla="*/ 0 h 2204"/>
              <a:gd name="T8" fmla="*/ 0 w 3917"/>
              <a:gd name="T9" fmla="*/ 0 h 2204"/>
              <a:gd name="T10" fmla="*/ 1698 w 3917"/>
              <a:gd name="T11" fmla="*/ 1674 h 2204"/>
              <a:gd name="T12" fmla="*/ 87 w 3917"/>
              <a:gd name="T13" fmla="*/ 1907 h 2204"/>
              <a:gd name="T14" fmla="*/ 88 w 3917"/>
              <a:gd name="T15" fmla="*/ 297 h 2204"/>
              <a:gd name="T16" fmla="*/ 1698 w 3917"/>
              <a:gd name="T17" fmla="*/ 518 h 2204"/>
              <a:gd name="T18" fmla="*/ 1698 w 3917"/>
              <a:gd name="T19" fmla="*/ 1674 h 2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17" h="2204">
                <a:moveTo>
                  <a:pt x="0" y="0"/>
                </a:moveTo>
                <a:cubicBezTo>
                  <a:pt x="0" y="2204"/>
                  <a:pt x="0" y="2204"/>
                  <a:pt x="0" y="2204"/>
                </a:cubicBezTo>
                <a:cubicBezTo>
                  <a:pt x="3917" y="2204"/>
                  <a:pt x="3917" y="2204"/>
                  <a:pt x="3917" y="2204"/>
                </a:cubicBezTo>
                <a:cubicBezTo>
                  <a:pt x="3917" y="0"/>
                  <a:pt x="3917" y="0"/>
                  <a:pt x="3917" y="0"/>
                </a:cubicBezTo>
                <a:lnTo>
                  <a:pt x="0" y="0"/>
                </a:lnTo>
                <a:close/>
                <a:moveTo>
                  <a:pt x="1698" y="1674"/>
                </a:moveTo>
                <a:cubicBezTo>
                  <a:pt x="87" y="1907"/>
                  <a:pt x="87" y="1907"/>
                  <a:pt x="87" y="1907"/>
                </a:cubicBezTo>
                <a:cubicBezTo>
                  <a:pt x="89" y="1376"/>
                  <a:pt x="86" y="828"/>
                  <a:pt x="88" y="297"/>
                </a:cubicBezTo>
                <a:cubicBezTo>
                  <a:pt x="1698" y="518"/>
                  <a:pt x="1698" y="518"/>
                  <a:pt x="1698" y="518"/>
                </a:cubicBezTo>
                <a:cubicBezTo>
                  <a:pt x="1700" y="902"/>
                  <a:pt x="1696" y="1291"/>
                  <a:pt x="1698" y="1674"/>
                </a:cubicBezTo>
                <a:close/>
              </a:path>
            </a:pathLst>
          </a:custGeom>
          <a:ln>
            <a:noFill/>
          </a:ln>
          <a:extLst>
            <a:ext uri="{91240B29-F687-4F45-9708-019B960494DF}">
              <a14:hiddenLine xmlns:a14="http://schemas.microsoft.com/office/drawing/2010/main" w="9525">
                <a:solidFill>
                  <a:srgbClr val="000000"/>
                </a:solidFill>
                <a:round/>
                <a:headEnd/>
                <a:tailEnd/>
              </a14:hiddenLine>
            </a:ext>
          </a:extLst>
        </p:spPr>
        <p:txBody>
          <a:bodyPr vert="horz" wrap="square" lIns="67232" tIns="33616" rIns="67232" bIns="33616" numCol="1" anchor="t" anchorCtr="0" compatLnSpc="1">
            <a:prstTxWarp prst="textNoShape">
              <a:avLst/>
            </a:prstTxWarp>
          </a:bodyPr>
          <a:lstStyle/>
          <a:p>
            <a:endParaRPr lang="en-US" sz="1764"/>
          </a:p>
        </p:txBody>
      </p:sp>
      <p:sp>
        <p:nvSpPr>
          <p:cNvPr id="2" name="Title 1"/>
          <p:cNvSpPr>
            <a:spLocks noGrp="1"/>
          </p:cNvSpPr>
          <p:nvPr>
            <p:ph type="title" hasCustomPrompt="1"/>
          </p:nvPr>
        </p:nvSpPr>
        <p:spPr>
          <a:xfrm>
            <a:off x="4235841" y="1187622"/>
            <a:ext cx="4706231" cy="1651093"/>
          </a:xfrm>
        </p:spPr>
        <p:txBody>
          <a:bodyPr vert="horz" wrap="square" lIns="146304" tIns="91440" rIns="146304" bIns="91440" rtlCol="0" anchor="t" anchorCtr="0">
            <a:spAutoFit/>
          </a:bodyPr>
          <a:lstStyle>
            <a:lvl1pPr>
              <a:defRPr lang="en-US" sz="5294" spc="-113" dirty="0">
                <a:gradFill>
                  <a:gsLst>
                    <a:gs pos="14583">
                      <a:schemeClr val="accent1"/>
                    </a:gs>
                    <a:gs pos="43000">
                      <a:schemeClr val="accent1"/>
                    </a:gs>
                  </a:gsLst>
                  <a:lin ang="5400000" scaled="0"/>
                </a:gradFill>
              </a:defRPr>
            </a:lvl1pPr>
          </a:lstStyle>
          <a:p>
            <a:pPr lvl="0"/>
            <a:r>
              <a:rPr lang="en-US" dirty="0" smtClean="0"/>
              <a:t>Click to edit title style</a:t>
            </a:r>
            <a:endParaRPr lang="en-US" dirty="0"/>
          </a:p>
        </p:txBody>
      </p:sp>
      <p:sp>
        <p:nvSpPr>
          <p:cNvPr id="5" name="Text Placeholder 4"/>
          <p:cNvSpPr>
            <a:spLocks noGrp="1"/>
          </p:cNvSpPr>
          <p:nvPr>
            <p:ph type="body" sz="quarter" idx="12" hasCustomPrompt="1"/>
          </p:nvPr>
        </p:nvSpPr>
        <p:spPr>
          <a:xfrm>
            <a:off x="4235841" y="3877277"/>
            <a:ext cx="4706231" cy="621324"/>
          </a:xfrm>
        </p:spPr>
        <p:txBody>
          <a:bodyPr wrap="square">
            <a:spAutoFit/>
          </a:bodyPr>
          <a:lstStyle>
            <a:lvl1pPr marL="0" indent="0">
              <a:spcBef>
                <a:spcPts val="0"/>
              </a:spcBef>
              <a:buNone/>
              <a:defRPr sz="2353" spc="-53" baseline="0">
                <a:gradFill>
                  <a:gsLst>
                    <a:gs pos="1250">
                      <a:schemeClr val="accent1"/>
                    </a:gs>
                    <a:gs pos="100000">
                      <a:schemeClr val="accent1"/>
                    </a:gs>
                  </a:gsLst>
                  <a:lin ang="5400000" scaled="0"/>
                </a:gradFill>
                <a:latin typeface="+mj-lt"/>
              </a:defRPr>
            </a:lvl1pPr>
          </a:lstStyle>
          <a:p>
            <a:pPr lvl="0"/>
            <a:r>
              <a:rPr lang="en-US" dirty="0" smtClean="0"/>
              <a:t>Speaker title</a:t>
            </a:r>
            <a:endParaRPr lang="en-US" dirty="0"/>
          </a:p>
        </p:txBody>
      </p:sp>
    </p:spTree>
    <p:extLst>
      <p:ext uri="{BB962C8B-B14F-4D97-AF65-F5344CB8AC3E}">
        <p14:creationId xmlns:p14="http://schemas.microsoft.com/office/powerpoint/2010/main" val="42629585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Section Title">
    <p:bg>
      <p:bgPr>
        <a:solidFill>
          <a:srgbClr val="FFFFFF"/>
        </a:solidFill>
        <a:effectLst/>
      </p:bgPr>
    </p:bg>
    <p:spTree>
      <p:nvGrpSpPr>
        <p:cNvPr id="1" name=""/>
        <p:cNvGrpSpPr/>
        <p:nvPr/>
      </p:nvGrpSpPr>
      <p:grpSpPr>
        <a:xfrm>
          <a:off x="0" y="0"/>
          <a:ext cx="0" cy="0"/>
          <a:chOff x="0" y="0"/>
          <a:chExt cx="0" cy="0"/>
        </a:xfrm>
      </p:grpSpPr>
      <p:sp>
        <p:nvSpPr>
          <p:cNvPr id="11" name="Picture Placeholder 9"/>
          <p:cNvSpPr>
            <a:spLocks noGrp="1"/>
          </p:cNvSpPr>
          <p:nvPr>
            <p:ph type="pic" sz="quarter" idx="10" hasCustomPrompt="1"/>
          </p:nvPr>
        </p:nvSpPr>
        <p:spPr bwMode="hidden">
          <a:xfrm>
            <a:off x="0" y="0"/>
            <a:ext cx="9144000" cy="6858000"/>
          </a:xfrm>
          <a:prstGeom prst="rect">
            <a:avLst/>
          </a:prstGeom>
          <a:noFill/>
        </p:spPr>
        <p:txBody>
          <a:bodyPr lIns="279834" tIns="279834" rIns="279834">
            <a:noAutofit/>
          </a:bodyPr>
          <a:lstStyle>
            <a:lvl1pPr marL="0" indent="0">
              <a:buNone/>
              <a:defRPr sz="1764" baseline="0">
                <a:gradFill>
                  <a:gsLst>
                    <a:gs pos="1250">
                      <a:schemeClr val="accent1"/>
                    </a:gs>
                    <a:gs pos="100000">
                      <a:schemeClr val="accent1"/>
                    </a:gs>
                  </a:gsLst>
                  <a:lin ang="5400000" scaled="0"/>
                </a:gradFill>
              </a:defRPr>
            </a:lvl1pPr>
          </a:lstStyle>
          <a:p>
            <a:r>
              <a:rPr lang="en-US" dirty="0" smtClean="0"/>
              <a:t>Picture placeholder</a:t>
            </a:r>
            <a:endParaRPr lang="en-US" dirty="0"/>
          </a:p>
        </p:txBody>
      </p:sp>
      <p:sp>
        <p:nvSpPr>
          <p:cNvPr id="10" name="Title 1"/>
          <p:cNvSpPr>
            <a:spLocks noGrp="1"/>
          </p:cNvSpPr>
          <p:nvPr>
            <p:ph type="ctrTitle"/>
          </p:nvPr>
        </p:nvSpPr>
        <p:spPr bwMode="ltGray">
          <a:xfrm>
            <a:off x="203246" y="919956"/>
            <a:ext cx="3768799" cy="5018088"/>
          </a:xfrm>
          <a:custGeom>
            <a:avLst/>
            <a:gdLst>
              <a:gd name="connsiteX0" fmla="*/ 0 w 2431552"/>
              <a:gd name="connsiteY0" fmla="*/ 0 h 576072"/>
              <a:gd name="connsiteX1" fmla="*/ 2431552 w 2431552"/>
              <a:gd name="connsiteY1" fmla="*/ 0 h 576072"/>
              <a:gd name="connsiteX2" fmla="*/ 2431552 w 2431552"/>
              <a:gd name="connsiteY2" fmla="*/ 576072 h 576072"/>
              <a:gd name="connsiteX3" fmla="*/ 0 w 2431552"/>
              <a:gd name="connsiteY3" fmla="*/ 576072 h 576072"/>
              <a:gd name="connsiteX4" fmla="*/ 0 w 2431552"/>
              <a:gd name="connsiteY4" fmla="*/ 0 h 576072"/>
              <a:gd name="connsiteX0" fmla="*/ 0 w 2610228"/>
              <a:gd name="connsiteY0" fmla="*/ 704193 h 1280265"/>
              <a:gd name="connsiteX1" fmla="*/ 2610228 w 2610228"/>
              <a:gd name="connsiteY1" fmla="*/ 0 h 1280265"/>
              <a:gd name="connsiteX2" fmla="*/ 2431552 w 2610228"/>
              <a:gd name="connsiteY2" fmla="*/ 1280265 h 1280265"/>
              <a:gd name="connsiteX3" fmla="*/ 0 w 2610228"/>
              <a:gd name="connsiteY3" fmla="*/ 1280265 h 1280265"/>
              <a:gd name="connsiteX4" fmla="*/ 0 w 2610228"/>
              <a:gd name="connsiteY4" fmla="*/ 704193 h 1280265"/>
              <a:gd name="connsiteX0" fmla="*/ 0 w 2620739"/>
              <a:gd name="connsiteY0" fmla="*/ 704193 h 2037009"/>
              <a:gd name="connsiteX1" fmla="*/ 2610228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620739"/>
              <a:gd name="connsiteY0" fmla="*/ 483476 h 1816292"/>
              <a:gd name="connsiteX1" fmla="*/ 2389511 w 2620739"/>
              <a:gd name="connsiteY1" fmla="*/ 0 h 1816292"/>
              <a:gd name="connsiteX2" fmla="*/ 2620739 w 2620739"/>
              <a:gd name="connsiteY2" fmla="*/ 1816292 h 1816292"/>
              <a:gd name="connsiteX3" fmla="*/ 0 w 2620739"/>
              <a:gd name="connsiteY3" fmla="*/ 1059548 h 1816292"/>
              <a:gd name="connsiteX4" fmla="*/ 0 w 2620739"/>
              <a:gd name="connsiteY4" fmla="*/ 483476 h 1816292"/>
              <a:gd name="connsiteX0" fmla="*/ 0 w 2620739"/>
              <a:gd name="connsiteY0" fmla="*/ 704193 h 2037009"/>
              <a:gd name="connsiteX1" fmla="*/ 2589207 w 2620739"/>
              <a:gd name="connsiteY1" fmla="*/ 0 h 2037009"/>
              <a:gd name="connsiteX2" fmla="*/ 2620739 w 2620739"/>
              <a:gd name="connsiteY2" fmla="*/ 2037009 h 2037009"/>
              <a:gd name="connsiteX3" fmla="*/ 0 w 2620739"/>
              <a:gd name="connsiteY3" fmla="*/ 1280265 h 2037009"/>
              <a:gd name="connsiteX4" fmla="*/ 0 w 2620739"/>
              <a:gd name="connsiteY4" fmla="*/ 704193 h 2037009"/>
              <a:gd name="connsiteX0" fmla="*/ 0 w 2862477"/>
              <a:gd name="connsiteY0" fmla="*/ 0 h 2425892"/>
              <a:gd name="connsiteX1" fmla="*/ 2830945 w 2862477"/>
              <a:gd name="connsiteY1" fmla="*/ 388883 h 2425892"/>
              <a:gd name="connsiteX2" fmla="*/ 2862477 w 2862477"/>
              <a:gd name="connsiteY2" fmla="*/ 2425892 h 2425892"/>
              <a:gd name="connsiteX3" fmla="*/ 241738 w 2862477"/>
              <a:gd name="connsiteY3" fmla="*/ 1669148 h 2425892"/>
              <a:gd name="connsiteX4" fmla="*/ 0 w 2862477"/>
              <a:gd name="connsiteY4" fmla="*/ 0 h 2425892"/>
              <a:gd name="connsiteX0" fmla="*/ 0 w 2862477"/>
              <a:gd name="connsiteY0" fmla="*/ 0 h 2804265"/>
              <a:gd name="connsiteX1" fmla="*/ 2830945 w 2862477"/>
              <a:gd name="connsiteY1" fmla="*/ 388883 h 2804265"/>
              <a:gd name="connsiteX2" fmla="*/ 2862477 w 2862477"/>
              <a:gd name="connsiteY2" fmla="*/ 2425892 h 2804265"/>
              <a:gd name="connsiteX3" fmla="*/ 21021 w 2862477"/>
              <a:gd name="connsiteY3" fmla="*/ 2804265 h 2804265"/>
              <a:gd name="connsiteX4" fmla="*/ 0 w 2862477"/>
              <a:gd name="connsiteY4" fmla="*/ 0 h 2804265"/>
              <a:gd name="connsiteX0" fmla="*/ 0 w 2967580"/>
              <a:gd name="connsiteY0" fmla="*/ 0 h 2961920"/>
              <a:gd name="connsiteX1" fmla="*/ 2936048 w 2967580"/>
              <a:gd name="connsiteY1" fmla="*/ 546538 h 2961920"/>
              <a:gd name="connsiteX2" fmla="*/ 2967580 w 2967580"/>
              <a:gd name="connsiteY2" fmla="*/ 2583547 h 2961920"/>
              <a:gd name="connsiteX3" fmla="*/ 126124 w 2967580"/>
              <a:gd name="connsiteY3" fmla="*/ 2961920 h 2961920"/>
              <a:gd name="connsiteX4" fmla="*/ 0 w 2967580"/>
              <a:gd name="connsiteY4" fmla="*/ 0 h 2961920"/>
              <a:gd name="connsiteX0" fmla="*/ 10511 w 2841456"/>
              <a:gd name="connsiteY0" fmla="*/ 0 h 2814775"/>
              <a:gd name="connsiteX1" fmla="*/ 2809924 w 2841456"/>
              <a:gd name="connsiteY1" fmla="*/ 399393 h 2814775"/>
              <a:gd name="connsiteX2" fmla="*/ 2841456 w 2841456"/>
              <a:gd name="connsiteY2" fmla="*/ 2436402 h 2814775"/>
              <a:gd name="connsiteX3" fmla="*/ 0 w 2841456"/>
              <a:gd name="connsiteY3" fmla="*/ 2814775 h 2814775"/>
              <a:gd name="connsiteX4" fmla="*/ 10511 w 2841456"/>
              <a:gd name="connsiteY4" fmla="*/ 0 h 2814775"/>
              <a:gd name="connsiteX0" fmla="*/ 10511 w 2845941"/>
              <a:gd name="connsiteY0" fmla="*/ 0 h 2814775"/>
              <a:gd name="connsiteX1" fmla="*/ 2842437 w 2845941"/>
              <a:gd name="connsiteY1" fmla="*/ 415742 h 2814775"/>
              <a:gd name="connsiteX2" fmla="*/ 2841456 w 2845941"/>
              <a:gd name="connsiteY2" fmla="*/ 2436402 h 2814775"/>
              <a:gd name="connsiteX3" fmla="*/ 0 w 2845941"/>
              <a:gd name="connsiteY3" fmla="*/ 2814775 h 2814775"/>
              <a:gd name="connsiteX4" fmla="*/ 10511 w 2845941"/>
              <a:gd name="connsiteY4" fmla="*/ 0 h 2814775"/>
              <a:gd name="connsiteX0" fmla="*/ 10511 w 2841456"/>
              <a:gd name="connsiteY0" fmla="*/ 0 h 2814775"/>
              <a:gd name="connsiteX1" fmla="*/ 2834309 w 2841456"/>
              <a:gd name="connsiteY1" fmla="*/ 391219 h 2814775"/>
              <a:gd name="connsiteX2" fmla="*/ 2841456 w 2841456"/>
              <a:gd name="connsiteY2" fmla="*/ 2436402 h 2814775"/>
              <a:gd name="connsiteX3" fmla="*/ 0 w 2841456"/>
              <a:gd name="connsiteY3" fmla="*/ 2814775 h 2814775"/>
              <a:gd name="connsiteX4" fmla="*/ 10511 w 2841456"/>
              <a:gd name="connsiteY4" fmla="*/ 0 h 2814775"/>
              <a:gd name="connsiteX0" fmla="*/ 3504 w 2834449"/>
              <a:gd name="connsiteY0" fmla="*/ 0 h 2847473"/>
              <a:gd name="connsiteX1" fmla="*/ 2827302 w 2834449"/>
              <a:gd name="connsiteY1" fmla="*/ 391219 h 2847473"/>
              <a:gd name="connsiteX2" fmla="*/ 2834449 w 2834449"/>
              <a:gd name="connsiteY2" fmla="*/ 2436402 h 2847473"/>
              <a:gd name="connsiteX3" fmla="*/ 1122 w 2834449"/>
              <a:gd name="connsiteY3" fmla="*/ 2847473 h 2847473"/>
              <a:gd name="connsiteX4" fmla="*/ 3504 w 2834449"/>
              <a:gd name="connsiteY4" fmla="*/ 0 h 28474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4449" h="2847473">
                <a:moveTo>
                  <a:pt x="3504" y="0"/>
                </a:moveTo>
                <a:lnTo>
                  <a:pt x="2827302" y="391219"/>
                </a:lnTo>
                <a:cubicBezTo>
                  <a:pt x="2830806" y="1070222"/>
                  <a:pt x="2830945" y="1757399"/>
                  <a:pt x="2834449" y="2436402"/>
                </a:cubicBezTo>
                <a:lnTo>
                  <a:pt x="1122" y="2847473"/>
                </a:lnTo>
                <a:cubicBezTo>
                  <a:pt x="4626" y="1909215"/>
                  <a:pt x="0" y="938258"/>
                  <a:pt x="3504" y="0"/>
                </a:cubicBezTo>
                <a:close/>
              </a:path>
            </a:pathLst>
          </a:custGeom>
          <a:solidFill>
            <a:schemeClr val="accent1">
              <a:alpha val="92000"/>
            </a:schemeClr>
          </a:solidFill>
          <a:ln>
            <a:noFill/>
          </a:ln>
          <a:extLst/>
        </p:spPr>
        <p:txBody>
          <a:bodyPr vert="horz" wrap="square" lIns="326473" tIns="886140" rIns="1259252" bIns="886140" numCol="1" anchor="ctr" anchorCtr="0" compatLnSpc="1">
            <a:prstTxWarp prst="textNoShape">
              <a:avLst/>
            </a:prstTxWarp>
            <a:noAutofit/>
          </a:bodyPr>
          <a:lstStyle>
            <a:lvl1pPr algn="l">
              <a:defRPr lang="en-US" sz="4412" b="0" kern="1200" cap="none" spc="-150" baseline="0" dirty="0">
                <a:ln w="3175">
                  <a:noFill/>
                </a:ln>
                <a:gradFill>
                  <a:gsLst>
                    <a:gs pos="100000">
                      <a:schemeClr val="bg1"/>
                    </a:gs>
                    <a:gs pos="0">
                      <a:schemeClr val="bg1"/>
                    </a:gs>
                  </a:gsLst>
                  <a:lin ang="5400000" scaled="0"/>
                </a:gradFill>
                <a:effectLst/>
                <a:latin typeface="+mj-lt"/>
                <a:ea typeface="+mn-ea"/>
                <a:cs typeface="Arial" charset="0"/>
              </a:defRPr>
            </a:lvl1pPr>
          </a:lstStyle>
          <a:p>
            <a:pPr marL="0" lvl="0" indent="0" algn="l" defTabSz="685846" rtl="0" eaLnBrk="1" fontAlgn="base" latinLnBrk="0" hangingPunct="1">
              <a:lnSpc>
                <a:spcPct val="100000"/>
              </a:lnSpc>
              <a:spcBef>
                <a:spcPct val="0"/>
              </a:spcBef>
              <a:spcAft>
                <a:spcPct val="0"/>
              </a:spcAft>
              <a:buFontTx/>
              <a:buNone/>
            </a:pPr>
            <a:r>
              <a:rPr lang="en-US" smtClean="0"/>
              <a:t>Click to edit Master title style</a:t>
            </a:r>
            <a:endParaRPr lang="en-US" dirty="0"/>
          </a:p>
        </p:txBody>
      </p:sp>
    </p:spTree>
    <p:extLst>
      <p:ext uri="{BB962C8B-B14F-4D97-AF65-F5344CB8AC3E}">
        <p14:creationId xmlns:p14="http://schemas.microsoft.com/office/powerpoint/2010/main" val="3823110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Demo, Video etc. &quot;special&quot; slide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itle 1"/>
          <p:cNvSpPr>
            <a:spLocks noGrp="1"/>
          </p:cNvSpPr>
          <p:nvPr>
            <p:ph type="ctrTitle"/>
          </p:nvPr>
        </p:nvSpPr>
        <p:spPr>
          <a:xfrm>
            <a:off x="203246" y="922639"/>
            <a:ext cx="3768799" cy="5015405"/>
          </a:xfrm>
          <a:prstGeom prst="rect">
            <a:avLst/>
          </a:prstGeom>
          <a:noFill/>
          <a:ln>
            <a:noFill/>
          </a:ln>
          <a:extLst/>
        </p:spPr>
        <p:txBody>
          <a:bodyPr vert="horz" wrap="square" lIns="326473" tIns="886140" rIns="1259252" bIns="886140" numCol="1" rtlCol="0" anchor="ctr" anchorCtr="0" compatLnSpc="1">
            <a:prstTxWarp prst="textNoShape">
              <a:avLst/>
            </a:prstTxWarp>
            <a:noAutofit/>
          </a:bodyPr>
          <a:lstStyle>
            <a:lvl1pPr>
              <a:defRPr lang="en-US" sz="4412" spc="-150" dirty="0">
                <a:gradFill>
                  <a:gsLst>
                    <a:gs pos="100000">
                      <a:schemeClr val="accent1"/>
                    </a:gs>
                    <a:gs pos="0">
                      <a:schemeClr val="accent1"/>
                    </a:gs>
                  </a:gsLst>
                  <a:lin ang="5400000" scaled="0"/>
                </a:gradFill>
              </a:defRPr>
            </a:lvl1pPr>
          </a:lstStyle>
          <a:p>
            <a:pPr marL="0" lvl="0" indent="0" defTabSz="685846" fontAlgn="base">
              <a:lnSpc>
                <a:spcPct val="100000"/>
              </a:lnSpc>
              <a:spcAft>
                <a:spcPct val="0"/>
              </a:spcAft>
              <a:buFontTx/>
            </a:pPr>
            <a:r>
              <a:rPr lang="en-US" smtClean="0"/>
              <a:t>Click to edit Master title style</a:t>
            </a:r>
            <a:endParaRPr lang="en-US" dirty="0"/>
          </a:p>
        </p:txBody>
      </p:sp>
      <p:sp>
        <p:nvSpPr>
          <p:cNvPr id="3" name="Subtitle 2"/>
          <p:cNvSpPr>
            <a:spLocks noGrp="1"/>
          </p:cNvSpPr>
          <p:nvPr>
            <p:ph type="subTitle" idx="1" hasCustomPrompt="1"/>
          </p:nvPr>
        </p:nvSpPr>
        <p:spPr>
          <a:xfrm>
            <a:off x="4235841" y="3871601"/>
            <a:ext cx="4706231" cy="621324"/>
          </a:xfrm>
        </p:spPr>
        <p:txBody>
          <a:bodyPr wrap="square">
            <a:spAutoFit/>
          </a:bodyPr>
          <a:lstStyle>
            <a:lvl1pPr marL="0" indent="0" algn="l">
              <a:lnSpc>
                <a:spcPct val="90000"/>
              </a:lnSpc>
              <a:spcBef>
                <a:spcPts val="0"/>
              </a:spcBef>
              <a:buNone/>
              <a:defRPr lang="en-US" sz="2353" kern="1200" spc="-53" baseline="0" dirty="0">
                <a:gradFill>
                  <a:gsLst>
                    <a:gs pos="94167">
                      <a:schemeClr val="tx1"/>
                    </a:gs>
                    <a:gs pos="72000">
                      <a:schemeClr val="tx1"/>
                    </a:gs>
                  </a:gsLst>
                  <a:lin ang="5400000" scaled="0"/>
                </a:gradFill>
                <a:latin typeface="+mj-lt"/>
                <a:ea typeface="+mn-ea"/>
                <a:cs typeface="+mn-cs"/>
              </a:defRPr>
            </a:lvl1pPr>
            <a:lvl2pPr marL="342909" indent="0" algn="ctr">
              <a:buNone/>
              <a:defRPr>
                <a:solidFill>
                  <a:schemeClr val="tx1">
                    <a:tint val="75000"/>
                  </a:schemeClr>
                </a:solidFill>
              </a:defRPr>
            </a:lvl2pPr>
            <a:lvl3pPr marL="685818" indent="0" algn="ctr">
              <a:buNone/>
              <a:defRPr>
                <a:solidFill>
                  <a:schemeClr val="tx1">
                    <a:tint val="75000"/>
                  </a:schemeClr>
                </a:solidFill>
              </a:defRPr>
            </a:lvl3pPr>
            <a:lvl4pPr marL="1028728" indent="0" algn="ctr">
              <a:buNone/>
              <a:defRPr>
                <a:solidFill>
                  <a:schemeClr val="tx1">
                    <a:tint val="75000"/>
                  </a:schemeClr>
                </a:solidFill>
              </a:defRPr>
            </a:lvl4pPr>
            <a:lvl5pPr marL="1371636" indent="0" algn="ctr">
              <a:buNone/>
              <a:defRPr>
                <a:solidFill>
                  <a:schemeClr val="tx1">
                    <a:tint val="75000"/>
                  </a:schemeClr>
                </a:solidFill>
              </a:defRPr>
            </a:lvl5pPr>
            <a:lvl6pPr marL="1714546" indent="0" algn="ctr">
              <a:buNone/>
              <a:defRPr>
                <a:solidFill>
                  <a:schemeClr val="tx1">
                    <a:tint val="75000"/>
                  </a:schemeClr>
                </a:solidFill>
              </a:defRPr>
            </a:lvl6pPr>
            <a:lvl7pPr marL="2057454" indent="0" algn="ctr">
              <a:buNone/>
              <a:defRPr>
                <a:solidFill>
                  <a:schemeClr val="tx1">
                    <a:tint val="75000"/>
                  </a:schemeClr>
                </a:solidFill>
              </a:defRPr>
            </a:lvl7pPr>
            <a:lvl8pPr marL="2400364" indent="0" algn="ctr">
              <a:buNone/>
              <a:defRPr>
                <a:solidFill>
                  <a:schemeClr val="tx1">
                    <a:tint val="75000"/>
                  </a:schemeClr>
                </a:solidFill>
              </a:defRPr>
            </a:lvl8pPr>
            <a:lvl9pPr marL="2743274" indent="0" algn="ctr">
              <a:buNone/>
              <a:defRPr>
                <a:solidFill>
                  <a:schemeClr val="tx1">
                    <a:tint val="75000"/>
                  </a:schemeClr>
                </a:solidFill>
              </a:defRPr>
            </a:lvl9pPr>
          </a:lstStyle>
          <a:p>
            <a:pPr marL="0" marR="0" lvl="0" indent="0" algn="l" defTabSz="685818" rtl="0" eaLnBrk="1" fontAlgn="auto" latinLnBrk="0" hangingPunct="1">
              <a:lnSpc>
                <a:spcPct val="90000"/>
              </a:lnSpc>
              <a:spcBef>
                <a:spcPts val="0"/>
              </a:spcBef>
              <a:spcAft>
                <a:spcPts val="0"/>
              </a:spcAft>
              <a:buClrTx/>
              <a:buSzPct val="90000"/>
              <a:buFont typeface="Arial" pitchFamily="34" charset="0"/>
              <a:buNone/>
              <a:tabLst/>
            </a:pPr>
            <a:r>
              <a:rPr lang="en-US" dirty="0" smtClean="0"/>
              <a:t>Click to edit master subtitle style</a:t>
            </a:r>
            <a:endParaRPr lang="en-US" dirty="0"/>
          </a:p>
        </p:txBody>
      </p:sp>
      <p:sp>
        <p:nvSpPr>
          <p:cNvPr id="5" name="Text Placeholder 4"/>
          <p:cNvSpPr>
            <a:spLocks noGrp="1"/>
          </p:cNvSpPr>
          <p:nvPr>
            <p:ph type="body" sz="quarter" idx="11" hasCustomPrompt="1"/>
          </p:nvPr>
        </p:nvSpPr>
        <p:spPr>
          <a:xfrm>
            <a:off x="4235841" y="2445088"/>
            <a:ext cx="4706231" cy="1395382"/>
          </a:xfrm>
        </p:spPr>
        <p:txBody>
          <a:bodyPr wrap="square" anchor="b">
            <a:spAutoFit/>
          </a:bodyPr>
          <a:lstStyle>
            <a:lvl1pPr marL="0" indent="0">
              <a:buNone/>
              <a:defRPr sz="3971" spc="-113">
                <a:gradFill>
                  <a:gsLst>
                    <a:gs pos="94167">
                      <a:schemeClr val="tx1"/>
                    </a:gs>
                    <a:gs pos="72000">
                      <a:schemeClr val="tx1"/>
                    </a:gs>
                  </a:gsLst>
                  <a:lin ang="5400000" scaled="0"/>
                </a:gradFill>
              </a:defRPr>
            </a:lvl1pPr>
          </a:lstStyle>
          <a:p>
            <a:pPr lvl="0"/>
            <a:r>
              <a:rPr lang="en-US" dirty="0" smtClean="0"/>
              <a:t>Click to edit master text styles</a:t>
            </a:r>
          </a:p>
        </p:txBody>
      </p:sp>
    </p:spTree>
    <p:extLst>
      <p:ext uri="{BB962C8B-B14F-4D97-AF65-F5344CB8AC3E}">
        <p14:creationId xmlns:p14="http://schemas.microsoft.com/office/powerpoint/2010/main" val="207439931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2"/>
            <a:ext cx="8363938" cy="734625"/>
          </a:xfrm>
        </p:spPr>
        <p:txBody>
          <a:bodyPr>
            <a:spAutoFit/>
          </a:bodyPr>
          <a:lstStyle/>
          <a:p>
            <a:r>
              <a:rPr lang="en-US" dirty="0" smtClean="0"/>
              <a:t>Click to edit master title style</a:t>
            </a:r>
            <a:endParaRPr lang="en-US" dirty="0"/>
          </a:p>
        </p:txBody>
      </p:sp>
      <p:sp>
        <p:nvSpPr>
          <p:cNvPr id="5" name="Text Placeholder 4"/>
          <p:cNvSpPr>
            <a:spLocks noGrp="1"/>
          </p:cNvSpPr>
          <p:nvPr>
            <p:ph type="body" sz="quarter" idx="10" hasCustomPrompt="1"/>
          </p:nvPr>
        </p:nvSpPr>
        <p:spPr>
          <a:xfrm>
            <a:off x="201930" y="1187621"/>
            <a:ext cx="8363938" cy="1698222"/>
          </a:xfrm>
          <a:prstGeom prst="rect">
            <a:avLst/>
          </a:prstGeom>
        </p:spPr>
        <p:txBody>
          <a:bodyPr>
            <a:spAutoFit/>
          </a:bodyPr>
          <a:lstStyle>
            <a:lvl1pPr marL="213136" indent="-213136">
              <a:buFont typeface="Wingdings" pitchFamily="2" charset="2"/>
              <a:buChar char=""/>
              <a:defRPr sz="2941"/>
            </a:lvl1pPr>
            <a:lvl2pPr marL="388169" indent="-175034">
              <a:buFont typeface="Wingdings" pitchFamily="2" charset="2"/>
              <a:buChar char=""/>
              <a:defRPr sz="1764" spc="-38" baseline="0">
                <a:latin typeface="+mn-lt"/>
              </a:defRPr>
            </a:lvl2pPr>
            <a:lvl3pPr marL="556059" indent="-167890">
              <a:buFont typeface="Wingdings" pitchFamily="2" charset="2"/>
              <a:buChar char=""/>
              <a:tabLst/>
              <a:defRPr sz="1470" spc="-38" baseline="0">
                <a:latin typeface="+mn-lt"/>
              </a:defRPr>
            </a:lvl3pPr>
            <a:lvl4pPr marL="685846" indent="-129787">
              <a:buFont typeface="Wingdings" pitchFamily="2" charset="2"/>
              <a:buChar char=""/>
              <a:defRPr sz="1323" spc="-38" baseline="0">
                <a:latin typeface="+mn-lt"/>
              </a:defRPr>
            </a:lvl4pPr>
            <a:lvl5pPr marL="815633" indent="-129787">
              <a:buFont typeface="Wingdings" pitchFamily="2" charset="2"/>
              <a:buChar char=""/>
              <a:tabLst/>
              <a:defRPr sz="1323" spc="-38" baseline="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14" name="Slide Number Placeholder 1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39483935"/>
      </p:ext>
    </p:extLst>
  </p:cSld>
  <p:clrMapOvr>
    <a:masterClrMapping/>
  </p:clrMapOvr>
  <p:transition>
    <p:fade/>
  </p:transition>
  <p:timing>
    <p:tnLst>
      <p:par>
        <p:cTn id="1" dur="indefinite" restart="never" nodeType="tmRoot"/>
      </p:par>
    </p:tnLst>
  </p:timing>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Title &amp; 2-color Non-bulleted text">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01930" y="1187622"/>
            <a:ext cx="8363938" cy="1648400"/>
          </a:xfrm>
          <a:prstGeom prst="rect">
            <a:avLst/>
          </a:prstGeom>
        </p:spPr>
        <p:txBody>
          <a:bodyPr>
            <a:spAutoFit/>
          </a:bodyPr>
          <a:lstStyle>
            <a:lvl1pPr marL="0" indent="0">
              <a:spcBef>
                <a:spcPts val="1800"/>
              </a:spcBef>
              <a:buNone/>
              <a:defRPr sz="2941">
                <a:gradFill>
                  <a:gsLst>
                    <a:gs pos="100000">
                      <a:schemeClr val="tx2"/>
                    </a:gs>
                    <a:gs pos="0">
                      <a:schemeClr val="tx2"/>
                    </a:gs>
                  </a:gsLst>
                  <a:lin ang="5400000" scaled="0"/>
                </a:gradFill>
                <a:latin typeface="+mj-lt"/>
              </a:defRPr>
            </a:lvl1pPr>
            <a:lvl2pPr marL="0" indent="0">
              <a:buNone/>
              <a:defRPr sz="1470" spc="-38" baseline="0">
                <a:gradFill>
                  <a:gsLst>
                    <a:gs pos="100000">
                      <a:schemeClr val="tx1"/>
                    </a:gs>
                    <a:gs pos="6000">
                      <a:schemeClr val="tx1"/>
                    </a:gs>
                  </a:gsLst>
                  <a:lin ang="5400000" scaled="0"/>
                </a:gradFill>
              </a:defRPr>
            </a:lvl2pPr>
            <a:lvl3pPr marL="173843" indent="0">
              <a:buNone/>
              <a:defRPr sz="1470" spc="-38" baseline="0">
                <a:gradFill>
                  <a:gsLst>
                    <a:gs pos="100000">
                      <a:schemeClr val="tx1"/>
                    </a:gs>
                    <a:gs pos="6000">
                      <a:schemeClr val="tx1"/>
                    </a:gs>
                  </a:gsLst>
                  <a:lin ang="5400000" scaled="0"/>
                </a:gradFill>
              </a:defRPr>
            </a:lvl3pPr>
            <a:lvl4pPr marL="342923" indent="0">
              <a:buNone/>
              <a:defRPr sz="1323" spc="-38" baseline="0">
                <a:gradFill>
                  <a:gsLst>
                    <a:gs pos="100000">
                      <a:schemeClr val="tx1"/>
                    </a:gs>
                    <a:gs pos="6000">
                      <a:schemeClr val="tx1"/>
                    </a:gs>
                  </a:gsLst>
                  <a:lin ang="5400000" scaled="0"/>
                </a:gradFill>
              </a:defRPr>
            </a:lvl4pPr>
            <a:lvl5pPr marL="520338" indent="0">
              <a:buNone/>
              <a:defRPr sz="1323" spc="-38" baseline="0">
                <a:gradFill>
                  <a:gsLst>
                    <a:gs pos="100000">
                      <a:schemeClr val="tx1"/>
                    </a:gs>
                    <a:gs pos="600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hasCustomPrompt="1"/>
          </p:nvPr>
        </p:nvSpPr>
        <p:spPr>
          <a:xfrm>
            <a:off x="201930" y="286381"/>
            <a:ext cx="8363938" cy="734625"/>
          </a:xfrm>
        </p:spPr>
        <p:txBody>
          <a:bodyPr>
            <a:spAutoFit/>
          </a:bodyPr>
          <a:lstStyle/>
          <a:p>
            <a:r>
              <a:rPr lang="en-US" dirty="0" smtClean="0"/>
              <a:t>Click to edit master title style</a:t>
            </a:r>
            <a:endParaRPr lang="en-US" dirty="0"/>
          </a:p>
        </p:txBody>
      </p:sp>
      <p:sp>
        <p:nvSpPr>
          <p:cNvPr id="4" name="Slide Number Placeholder 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859353836"/>
      </p:ext>
    </p:extLst>
  </p:cSld>
  <p:clrMapOvr>
    <a:masterClrMapping/>
  </p:clrMapOvr>
  <p:transition>
    <p:fade/>
  </p:transition>
  <p:timing>
    <p:tnLst>
      <p:par>
        <p:cTn id="1" dur="indefinite" restart="never" nodeType="tmRoot"/>
      </p:par>
    </p:tnLst>
  </p:timing>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5" name="Text Placeholder 4"/>
          <p:cNvSpPr>
            <a:spLocks noGrp="1"/>
          </p:cNvSpPr>
          <p:nvPr>
            <p:ph type="body" sz="quarter" idx="10" hasCustomPrompt="1"/>
          </p:nvPr>
        </p:nvSpPr>
        <p:spPr>
          <a:xfrm>
            <a:off x="201930" y="1187622"/>
            <a:ext cx="8363938" cy="1648400"/>
          </a:xfrm>
          <a:prstGeom prst="rect">
            <a:avLst/>
          </a:prstGeom>
        </p:spPr>
        <p:txBody>
          <a:bodyPr>
            <a:spAutoFit/>
          </a:bodyPr>
          <a:lstStyle>
            <a:lvl1pPr marL="0" indent="0">
              <a:spcBef>
                <a:spcPts val="1800"/>
              </a:spcBef>
              <a:buNone/>
              <a:defRPr sz="2941">
                <a:gradFill>
                  <a:gsLst>
                    <a:gs pos="100000">
                      <a:schemeClr val="tx1"/>
                    </a:gs>
                    <a:gs pos="0">
                      <a:schemeClr val="tx1"/>
                    </a:gs>
                  </a:gsLst>
                  <a:lin ang="5400000" scaled="0"/>
                </a:gradFill>
                <a:latin typeface="+mj-lt"/>
              </a:defRPr>
            </a:lvl1pPr>
            <a:lvl2pPr marL="0" indent="0">
              <a:buNone/>
              <a:defRPr sz="1470" spc="-38" baseline="0">
                <a:gradFill>
                  <a:gsLst>
                    <a:gs pos="100000">
                      <a:schemeClr val="tx1"/>
                    </a:gs>
                    <a:gs pos="0">
                      <a:schemeClr val="tx1"/>
                    </a:gs>
                  </a:gsLst>
                  <a:lin ang="5400000" scaled="0"/>
                </a:gradFill>
              </a:defRPr>
            </a:lvl2pPr>
            <a:lvl3pPr marL="173843" indent="0">
              <a:buNone/>
              <a:defRPr sz="1470" spc="-38" baseline="0">
                <a:gradFill>
                  <a:gsLst>
                    <a:gs pos="100000">
                      <a:schemeClr val="tx1"/>
                    </a:gs>
                    <a:gs pos="0">
                      <a:schemeClr val="tx1"/>
                    </a:gs>
                  </a:gsLst>
                  <a:lin ang="5400000" scaled="0"/>
                </a:gradFill>
              </a:defRPr>
            </a:lvl3pPr>
            <a:lvl4pPr marL="342923" indent="0">
              <a:buNone/>
              <a:defRPr sz="1323" spc="-38" baseline="0">
                <a:gradFill>
                  <a:gsLst>
                    <a:gs pos="100000">
                      <a:schemeClr val="tx1"/>
                    </a:gs>
                    <a:gs pos="0">
                      <a:schemeClr val="tx1"/>
                    </a:gs>
                  </a:gsLst>
                  <a:lin ang="5400000" scaled="0"/>
                </a:gradFill>
              </a:defRPr>
            </a:lvl4pPr>
            <a:lvl5pPr marL="520338" indent="0">
              <a:buNone/>
              <a:defRPr sz="1323" spc="-38" baseline="0">
                <a:gradFill>
                  <a:gsLst>
                    <a:gs pos="100000">
                      <a:schemeClr val="tx1"/>
                    </a:gs>
                    <a:gs pos="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3" name="Title 2"/>
          <p:cNvSpPr>
            <a:spLocks noGrp="1"/>
          </p:cNvSpPr>
          <p:nvPr>
            <p:ph type="title" hasCustomPrompt="1"/>
          </p:nvPr>
        </p:nvSpPr>
        <p:spPr/>
        <p:txBody>
          <a:bodyPr/>
          <a:lstStyle/>
          <a:p>
            <a:r>
              <a:rPr lang="en-US" dirty="0" smtClean="0"/>
              <a:t>Click to edit master title style</a:t>
            </a:r>
            <a:endParaRPr lang="en-US" dirty="0"/>
          </a:p>
        </p:txBody>
      </p:sp>
      <p:sp>
        <p:nvSpPr>
          <p:cNvPr id="4" name="Slide Number Placeholder 3"/>
          <p:cNvSpPr>
            <a:spLocks noGrp="1"/>
          </p:cNvSpPr>
          <p:nvPr>
            <p:ph type="sldNum" sz="quarter" idx="12"/>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3903087672"/>
      </p:ext>
    </p:extLst>
  </p:cSld>
  <p:clrMapOvr>
    <a:masterClrMapping/>
  </p:clrMapOvr>
  <p:transition>
    <p:fade/>
  </p:transition>
  <p:timing>
    <p:tnLst>
      <p:par>
        <p:cTn id="1" dur="indefinite" restart="never" nodeType="tmRoot"/>
      </p:par>
    </p:tnLst>
  </p:timing>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4" name="Text Placeholder 3"/>
          <p:cNvSpPr>
            <a:spLocks noGrp="1"/>
          </p:cNvSpPr>
          <p:nvPr>
            <p:ph type="body" sz="quarter" idx="10" hasCustomPrompt="1"/>
          </p:nvPr>
        </p:nvSpPr>
        <p:spPr>
          <a:xfrm>
            <a:off x="201930" y="1187622"/>
            <a:ext cx="4027230" cy="2105513"/>
          </a:xfrm>
        </p:spPr>
        <p:txBody>
          <a:bodyPr wrap="square">
            <a:spAutoFit/>
          </a:bodyPr>
          <a:lstStyle>
            <a:lvl1pPr marL="219089" indent="-219089">
              <a:spcBef>
                <a:spcPts val="900"/>
              </a:spcBef>
              <a:buClr>
                <a:schemeClr val="tx1"/>
              </a:buClr>
              <a:buFont typeface="Wingdings" pitchFamily="2" charset="2"/>
              <a:buChar char=""/>
              <a:defRPr/>
            </a:lvl1pPr>
            <a:lvl2pPr marL="390551" indent="-171461">
              <a:defRPr sz="1764" spc="-38" baseline="0"/>
            </a:lvl2pPr>
            <a:lvl3pPr marL="514384" indent="-123833">
              <a:tabLst/>
              <a:defRPr sz="1470" spc="-38" baseline="0"/>
            </a:lvl3pPr>
            <a:lvl4pPr marL="647743" indent="-133359">
              <a:defRPr sz="1323" spc="-38" baseline="0"/>
            </a:lvl4pPr>
            <a:lvl5pPr marL="771576" indent="-123833">
              <a:tabLst/>
              <a:defRPr sz="1323" spc="-38" baseline="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ext Placeholder 6"/>
          <p:cNvSpPr>
            <a:spLocks noGrp="1"/>
          </p:cNvSpPr>
          <p:nvPr>
            <p:ph type="body" sz="quarter" idx="11" hasCustomPrompt="1"/>
          </p:nvPr>
        </p:nvSpPr>
        <p:spPr>
          <a:xfrm>
            <a:off x="4229160" y="1187621"/>
            <a:ext cx="4040593" cy="2105513"/>
          </a:xfrm>
        </p:spPr>
        <p:txBody>
          <a:bodyPr wrap="square">
            <a:spAutoFit/>
          </a:bodyPr>
          <a:lstStyle>
            <a:lvl1pPr marL="254811" indent="-254811">
              <a:spcBef>
                <a:spcPts val="900"/>
              </a:spcBef>
              <a:buFont typeface="Wingdings" pitchFamily="2" charset="2"/>
              <a:buChar char=""/>
              <a:defRPr lang="en-US" sz="2941" kern="1200" spc="-53" baseline="0" dirty="0" smtClean="0">
                <a:gradFill>
                  <a:gsLst>
                    <a:gs pos="1250">
                      <a:schemeClr val="tx1"/>
                    </a:gs>
                    <a:gs pos="100000">
                      <a:schemeClr val="tx1"/>
                    </a:gs>
                  </a:gsLst>
                  <a:lin ang="5400000" scaled="0"/>
                </a:gradFill>
                <a:latin typeface="+mj-lt"/>
                <a:ea typeface="+mn-ea"/>
                <a:cs typeface="+mn-cs"/>
              </a:defRPr>
            </a:lvl1pPr>
            <a:lvl2pPr marL="476282" indent="-257192">
              <a:defRPr lang="en-US" sz="1764" kern="1200" spc="-38" baseline="0" dirty="0" smtClean="0">
                <a:gradFill>
                  <a:gsLst>
                    <a:gs pos="1250">
                      <a:schemeClr val="tx1"/>
                    </a:gs>
                    <a:gs pos="100000">
                      <a:schemeClr val="tx1"/>
                    </a:gs>
                  </a:gsLst>
                  <a:lin ang="5400000" scaled="0"/>
                </a:gradFill>
                <a:latin typeface="+mn-lt"/>
                <a:ea typeface="+mn-ea"/>
                <a:cs typeface="+mn-cs"/>
              </a:defRPr>
            </a:lvl2pPr>
            <a:lvl3pPr marL="647743" indent="-257192">
              <a:defRPr lang="en-US" sz="1470" kern="1200" spc="-38" baseline="0" dirty="0" smtClean="0">
                <a:gradFill>
                  <a:gsLst>
                    <a:gs pos="1250">
                      <a:schemeClr val="tx1"/>
                    </a:gs>
                    <a:gs pos="100000">
                      <a:schemeClr val="tx1"/>
                    </a:gs>
                  </a:gsLst>
                  <a:lin ang="5400000" scaled="0"/>
                </a:gradFill>
                <a:latin typeface="+mn-lt"/>
                <a:ea typeface="+mn-ea"/>
                <a:cs typeface="+mn-cs"/>
              </a:defRPr>
            </a:lvl3pPr>
            <a:lvl4pPr marL="771576" indent="-257192">
              <a:defRPr lang="en-US" sz="1323" kern="1200" spc="-38" baseline="0" dirty="0" smtClean="0">
                <a:gradFill>
                  <a:gsLst>
                    <a:gs pos="1250">
                      <a:schemeClr val="tx1"/>
                    </a:gs>
                    <a:gs pos="100000">
                      <a:schemeClr val="tx1"/>
                    </a:gs>
                  </a:gsLst>
                  <a:lin ang="5400000" scaled="0"/>
                </a:gradFill>
                <a:latin typeface="+mn-lt"/>
                <a:ea typeface="+mn-ea"/>
                <a:cs typeface="+mn-cs"/>
              </a:defRPr>
            </a:lvl4pPr>
            <a:lvl5pPr marL="904936" indent="-257192">
              <a:defRPr lang="en-US" sz="1323" kern="1200" spc="-38" baseline="0" dirty="0">
                <a:gradFill>
                  <a:gsLst>
                    <a:gs pos="1250">
                      <a:schemeClr val="tx1"/>
                    </a:gs>
                    <a:gs pos="100000">
                      <a:schemeClr val="tx1"/>
                    </a:gs>
                  </a:gsLst>
                  <a:lin ang="5400000" scaled="0"/>
                </a:gradFill>
                <a:latin typeface="+mn-lt"/>
                <a:ea typeface="+mn-ea"/>
                <a:cs typeface="+mn-cs"/>
              </a:defRPr>
            </a:lvl5pPr>
          </a:lstStyle>
          <a:p>
            <a:pPr marL="219089" marR="0" lvl="0" indent="-219089" algn="l" defTabSz="685818" rtl="0" eaLnBrk="1" fontAlgn="auto" latinLnBrk="0" hangingPunct="1">
              <a:lnSpc>
                <a:spcPct val="90000"/>
              </a:lnSpc>
              <a:spcBef>
                <a:spcPct val="20000"/>
              </a:spcBef>
              <a:spcAft>
                <a:spcPts val="0"/>
              </a:spcAft>
              <a:buClr>
                <a:schemeClr val="tx1"/>
              </a:buClr>
              <a:buSzPct val="90000"/>
              <a:buFont typeface="Wingdings" pitchFamily="2" charset="2"/>
              <a:buChar char=""/>
              <a:tabLst/>
            </a:pPr>
            <a:r>
              <a:rPr lang="en-US" dirty="0" smtClean="0"/>
              <a:t>Click to edit master text styles</a:t>
            </a:r>
          </a:p>
          <a:p>
            <a:pPr marL="390551" marR="0" lvl="1" indent="-171461"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Second level</a:t>
            </a:r>
          </a:p>
          <a:p>
            <a:pPr marL="514384" marR="0" lvl="2" indent="-123833"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Third level</a:t>
            </a:r>
          </a:p>
          <a:p>
            <a:pPr marL="647743" marR="0" lvl="3" indent="-133359"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Fourth level</a:t>
            </a:r>
          </a:p>
          <a:p>
            <a:pPr marL="771576" marR="0" lvl="4" indent="-123833" algn="l" defTabSz="685818" rtl="0" eaLnBrk="1" fontAlgn="auto" latinLnBrk="0" hangingPunct="1">
              <a:lnSpc>
                <a:spcPct val="90000"/>
              </a:lnSpc>
              <a:spcBef>
                <a:spcPct val="20000"/>
              </a:spcBef>
              <a:spcAft>
                <a:spcPts val="0"/>
              </a:spcAft>
              <a:buClrTx/>
              <a:buSzPct val="90000"/>
              <a:buFont typeface="Wingdings" pitchFamily="2" charset="2"/>
              <a:buChar char=""/>
              <a:tabLst/>
            </a:pPr>
            <a:r>
              <a:rPr lang="en-US" dirty="0" smtClean="0"/>
              <a:t>Fifth level</a:t>
            </a:r>
            <a:endParaRPr lang="en-US" dirty="0"/>
          </a:p>
        </p:txBody>
      </p:sp>
      <p:sp>
        <p:nvSpPr>
          <p:cNvPr id="5" name="Slide Number Placeholder 4"/>
          <p:cNvSpPr>
            <a:spLocks noGrp="1"/>
          </p:cNvSpPr>
          <p:nvPr>
            <p:ph type="sldNum" sz="quarter" idx="13"/>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2032598984"/>
      </p:ext>
    </p:extLst>
  </p:cSld>
  <p:clrMapOvr>
    <a:masterClrMapping/>
  </p:clrMapOvr>
  <p:transition>
    <p:fade/>
  </p:transition>
  <p:timing>
    <p:tnLst>
      <p:par>
        <p:cTn id="1" dur="indefinite" restart="never" nodeType="tmRoot"/>
      </p:par>
    </p:tnLst>
  </p:timing>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Two Column 2-color Non-bullet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6" name="Text Placeholder 5"/>
          <p:cNvSpPr>
            <a:spLocks noGrp="1"/>
          </p:cNvSpPr>
          <p:nvPr>
            <p:ph type="body" sz="quarter" idx="11" hasCustomPrompt="1"/>
          </p:nvPr>
        </p:nvSpPr>
        <p:spPr>
          <a:xfrm>
            <a:off x="201930" y="1187622"/>
            <a:ext cx="4033911" cy="2055691"/>
          </a:xfrm>
        </p:spPr>
        <p:txBody>
          <a:bodyPr>
            <a:spAutoFit/>
          </a:bodyPr>
          <a:lstStyle>
            <a:lvl1pPr marL="0" indent="0">
              <a:spcBef>
                <a:spcPts val="900"/>
              </a:spcBef>
              <a:buNone/>
              <a:defRPr sz="2941">
                <a:gradFill>
                  <a:gsLst>
                    <a:gs pos="100000">
                      <a:schemeClr val="tx2"/>
                    </a:gs>
                    <a:gs pos="0">
                      <a:schemeClr val="tx2"/>
                    </a:gs>
                  </a:gsLst>
                  <a:lin ang="5400000" scaled="0"/>
                </a:gradFill>
                <a:latin typeface="+mj-lt"/>
              </a:defRPr>
            </a:lvl1pPr>
            <a:lvl2pPr marL="0" indent="0">
              <a:buNone/>
              <a:defRPr sz="1470" spc="-38" baseline="0"/>
            </a:lvl2pPr>
            <a:lvl3pPr marL="175034" indent="0">
              <a:buNone/>
              <a:defRPr sz="1470" spc="-38" baseline="0"/>
            </a:lvl3pPr>
            <a:lvl4pPr marL="342923" indent="0">
              <a:buNone/>
              <a:defRPr sz="1323" spc="-38" baseline="0"/>
            </a:lvl4pPr>
            <a:lvl5pPr marL="520338" indent="0">
              <a:buNone/>
              <a:defRPr sz="1323" spc="-38" baseline="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hasCustomPrompt="1"/>
          </p:nvPr>
        </p:nvSpPr>
        <p:spPr>
          <a:xfrm>
            <a:off x="4235841" y="1187621"/>
            <a:ext cx="4047274" cy="2055691"/>
          </a:xfrm>
        </p:spPr>
        <p:txBody>
          <a:bodyPr>
            <a:spAutoFit/>
          </a:bodyPr>
          <a:lstStyle>
            <a:lvl1pPr marL="0" indent="0">
              <a:spcBef>
                <a:spcPts val="900"/>
              </a:spcBef>
              <a:buNone/>
              <a:defRPr lang="en-US" sz="2941" kern="1200" spc="-53" baseline="0" dirty="0" smtClean="0">
                <a:gradFill>
                  <a:gsLst>
                    <a:gs pos="100000">
                      <a:schemeClr val="tx2"/>
                    </a:gs>
                    <a:gs pos="0">
                      <a:schemeClr val="tx2"/>
                    </a:gs>
                  </a:gsLst>
                  <a:lin ang="5400000" scaled="0"/>
                </a:gradFill>
                <a:latin typeface="+mj-lt"/>
                <a:ea typeface="+mn-ea"/>
                <a:cs typeface="+mn-cs"/>
              </a:defRPr>
            </a:lvl1pPr>
            <a:lvl2pPr marL="2382"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250">
                      <a:schemeClr val="tx1"/>
                    </a:gs>
                    <a:gs pos="100000">
                      <a:schemeClr val="tx1"/>
                    </a:gs>
                  </a:gsLst>
                  <a:lin ang="5400000" scaled="0"/>
                </a:gradFill>
                <a:latin typeface="+mn-lt"/>
                <a:ea typeface="+mn-ea"/>
                <a:cs typeface="+mn-cs"/>
              </a:defRPr>
            </a:lvl2pPr>
            <a:lvl3pPr marL="17503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250">
                      <a:schemeClr val="tx1"/>
                    </a:gs>
                    <a:gs pos="100000">
                      <a:schemeClr val="tx1"/>
                    </a:gs>
                  </a:gsLst>
                  <a:lin ang="5400000" scaled="0"/>
                </a:gradFill>
                <a:latin typeface="+mn-lt"/>
                <a:ea typeface="+mn-ea"/>
                <a:cs typeface="+mn-cs"/>
              </a:defRPr>
            </a:lvl3pPr>
            <a:lvl4pPr marL="34530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smtClean="0">
                <a:gradFill>
                  <a:gsLst>
                    <a:gs pos="1250">
                      <a:schemeClr val="tx1"/>
                    </a:gs>
                    <a:gs pos="100000">
                      <a:schemeClr val="tx1"/>
                    </a:gs>
                  </a:gsLst>
                  <a:lin ang="5400000" scaled="0"/>
                </a:gradFill>
                <a:latin typeface="+mn-lt"/>
                <a:ea typeface="+mn-ea"/>
                <a:cs typeface="+mn-cs"/>
              </a:defRPr>
            </a:lvl4pPr>
            <a:lvl5pPr marL="515575"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a:gradFill>
                  <a:gsLst>
                    <a:gs pos="1250">
                      <a:schemeClr val="tx1"/>
                    </a:gs>
                    <a:gs pos="100000">
                      <a:schemeClr val="tx1"/>
                    </a:gs>
                  </a:gsLst>
                  <a:lin ang="5400000" scaled="0"/>
                </a:gradFill>
                <a:latin typeface="+mn-lt"/>
                <a:ea typeface="+mn-ea"/>
                <a:cs typeface="+mn-cs"/>
              </a:defRPr>
            </a:lvl5pPr>
          </a:lstStyle>
          <a:p>
            <a:pPr marL="0" marR="0" lvl="0" indent="0" algn="l" defTabSz="68581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4"/>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4201167535"/>
      </p:ext>
    </p:extLst>
  </p:cSld>
  <p:clrMapOvr>
    <a:masterClrMapping/>
  </p:clrMapOvr>
  <p:transition>
    <p:fade/>
  </p:transition>
  <p:timing>
    <p:tnLst>
      <p:par>
        <p:cTn id="1" dur="indefinite" restart="never" nodeType="tmRoot"/>
      </p:par>
    </p:tnLst>
  </p:timing>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Two Column Non-bulleted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01930" y="286381"/>
            <a:ext cx="8363938" cy="734625"/>
          </a:xfrm>
        </p:spPr>
        <p:txBody>
          <a:bodyPr/>
          <a:lstStyle/>
          <a:p>
            <a:r>
              <a:rPr lang="en-US" dirty="0" smtClean="0"/>
              <a:t>Click to edit master title style</a:t>
            </a:r>
            <a:endParaRPr lang="en-US" dirty="0"/>
          </a:p>
        </p:txBody>
      </p:sp>
      <p:sp>
        <p:nvSpPr>
          <p:cNvPr id="6" name="Text Placeholder 5"/>
          <p:cNvSpPr>
            <a:spLocks noGrp="1"/>
          </p:cNvSpPr>
          <p:nvPr>
            <p:ph type="body" sz="quarter" idx="11" hasCustomPrompt="1"/>
          </p:nvPr>
        </p:nvSpPr>
        <p:spPr>
          <a:xfrm>
            <a:off x="201930" y="1187621"/>
            <a:ext cx="4033911" cy="2055691"/>
          </a:xfrm>
        </p:spPr>
        <p:txBody>
          <a:bodyPr>
            <a:spAutoFit/>
          </a:bodyPr>
          <a:lstStyle>
            <a:lvl1pPr marL="0" indent="0">
              <a:spcBef>
                <a:spcPts val="900"/>
              </a:spcBef>
              <a:buNone/>
              <a:defRPr sz="2941">
                <a:gradFill>
                  <a:gsLst>
                    <a:gs pos="1000">
                      <a:schemeClr val="tx1"/>
                    </a:gs>
                    <a:gs pos="98000">
                      <a:schemeClr val="tx1"/>
                    </a:gs>
                  </a:gsLst>
                  <a:lin ang="5400000" scaled="0"/>
                </a:gradFill>
                <a:latin typeface="+mj-lt"/>
              </a:defRPr>
            </a:lvl1pPr>
            <a:lvl2pPr marL="0" indent="0">
              <a:buNone/>
              <a:defRPr sz="1470" spc="-38" baseline="0">
                <a:gradFill>
                  <a:gsLst>
                    <a:gs pos="1000">
                      <a:schemeClr val="tx1"/>
                    </a:gs>
                    <a:gs pos="98000">
                      <a:schemeClr val="tx1"/>
                    </a:gs>
                  </a:gsLst>
                  <a:lin ang="5400000" scaled="0"/>
                </a:gradFill>
              </a:defRPr>
            </a:lvl2pPr>
            <a:lvl3pPr marL="175034" indent="0">
              <a:buNone/>
              <a:defRPr sz="1470" spc="-38" baseline="0">
                <a:gradFill>
                  <a:gsLst>
                    <a:gs pos="1000">
                      <a:schemeClr val="tx1"/>
                    </a:gs>
                    <a:gs pos="98000">
                      <a:schemeClr val="tx1"/>
                    </a:gs>
                  </a:gsLst>
                  <a:lin ang="5400000" scaled="0"/>
                </a:gradFill>
              </a:defRPr>
            </a:lvl3pPr>
            <a:lvl4pPr marL="342923" indent="0">
              <a:buNone/>
              <a:defRPr sz="1323" spc="-38" baseline="0">
                <a:gradFill>
                  <a:gsLst>
                    <a:gs pos="1000">
                      <a:schemeClr val="tx1"/>
                    </a:gs>
                    <a:gs pos="98000">
                      <a:schemeClr val="tx1"/>
                    </a:gs>
                  </a:gsLst>
                  <a:lin ang="5400000" scaled="0"/>
                </a:gradFill>
              </a:defRPr>
            </a:lvl4pPr>
            <a:lvl5pPr marL="520338" indent="0">
              <a:buNone/>
              <a:defRPr sz="1323" spc="-38" baseline="0">
                <a:gradFill>
                  <a:gsLst>
                    <a:gs pos="1000">
                      <a:schemeClr val="tx1"/>
                    </a:gs>
                    <a:gs pos="98000">
                      <a:schemeClr val="tx1"/>
                    </a:gs>
                  </a:gsLst>
                  <a:lin ang="5400000" scaled="0"/>
                </a:gra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Text Placeholder 8"/>
          <p:cNvSpPr>
            <a:spLocks noGrp="1"/>
          </p:cNvSpPr>
          <p:nvPr>
            <p:ph type="body" sz="quarter" idx="12" hasCustomPrompt="1"/>
          </p:nvPr>
        </p:nvSpPr>
        <p:spPr>
          <a:xfrm>
            <a:off x="4235841" y="1187621"/>
            <a:ext cx="4047274" cy="2055691"/>
          </a:xfrm>
        </p:spPr>
        <p:txBody>
          <a:bodyPr>
            <a:spAutoFit/>
          </a:bodyPr>
          <a:lstStyle>
            <a:lvl1pPr marL="0" indent="0">
              <a:spcBef>
                <a:spcPts val="900"/>
              </a:spcBef>
              <a:buNone/>
              <a:defRPr lang="en-US" sz="2941" kern="1200" spc="-53" baseline="0" dirty="0" smtClean="0">
                <a:gradFill>
                  <a:gsLst>
                    <a:gs pos="1000">
                      <a:schemeClr val="tx1"/>
                    </a:gs>
                    <a:gs pos="98000">
                      <a:schemeClr val="tx1"/>
                    </a:gs>
                  </a:gsLst>
                  <a:lin ang="5400000" scaled="0"/>
                </a:gradFill>
                <a:latin typeface="+mj-lt"/>
                <a:ea typeface="+mn-ea"/>
                <a:cs typeface="+mn-cs"/>
              </a:defRPr>
            </a:lvl1pPr>
            <a:lvl2pPr marL="2382"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000">
                      <a:schemeClr val="tx1"/>
                    </a:gs>
                    <a:gs pos="98000">
                      <a:schemeClr val="tx1"/>
                    </a:gs>
                  </a:gsLst>
                  <a:lin ang="5400000" scaled="0"/>
                </a:gradFill>
                <a:latin typeface="+mn-lt"/>
                <a:ea typeface="+mn-ea"/>
                <a:cs typeface="+mn-cs"/>
              </a:defRPr>
            </a:lvl2pPr>
            <a:lvl3pPr marL="17503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470" kern="1200" spc="-38" baseline="0" dirty="0" smtClean="0">
                <a:gradFill>
                  <a:gsLst>
                    <a:gs pos="1000">
                      <a:schemeClr val="tx1"/>
                    </a:gs>
                    <a:gs pos="98000">
                      <a:schemeClr val="tx1"/>
                    </a:gs>
                  </a:gsLst>
                  <a:lin ang="5400000" scaled="0"/>
                </a:gradFill>
                <a:latin typeface="+mn-lt"/>
                <a:ea typeface="+mn-ea"/>
                <a:cs typeface="+mn-cs"/>
              </a:defRPr>
            </a:lvl3pPr>
            <a:lvl4pPr marL="345304"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smtClean="0">
                <a:gradFill>
                  <a:gsLst>
                    <a:gs pos="1000">
                      <a:schemeClr val="tx1"/>
                    </a:gs>
                    <a:gs pos="98000">
                      <a:schemeClr val="tx1"/>
                    </a:gs>
                  </a:gsLst>
                  <a:lin ang="5400000" scaled="0"/>
                </a:gradFill>
                <a:latin typeface="+mn-lt"/>
                <a:ea typeface="+mn-ea"/>
                <a:cs typeface="+mn-cs"/>
              </a:defRPr>
            </a:lvl4pPr>
            <a:lvl5pPr marL="515575" marR="0" indent="0" algn="l" defTabSz="685818" rtl="0" eaLnBrk="1" fontAlgn="auto" latinLnBrk="0" hangingPunct="1">
              <a:lnSpc>
                <a:spcPct val="90000"/>
              </a:lnSpc>
              <a:spcBef>
                <a:spcPct val="20000"/>
              </a:spcBef>
              <a:spcAft>
                <a:spcPts val="0"/>
              </a:spcAft>
              <a:buClrTx/>
              <a:buSzPct val="90000"/>
              <a:buFont typeface="Arial" pitchFamily="34" charset="0"/>
              <a:buNone/>
              <a:tabLst/>
              <a:defRPr lang="en-US" sz="1323" kern="1200" spc="-38" baseline="0" dirty="0">
                <a:gradFill>
                  <a:gsLst>
                    <a:gs pos="1000">
                      <a:schemeClr val="tx1"/>
                    </a:gs>
                    <a:gs pos="98000">
                      <a:schemeClr val="tx1"/>
                    </a:gs>
                  </a:gsLst>
                  <a:lin ang="5400000" scaled="0"/>
                </a:gradFill>
                <a:latin typeface="+mn-lt"/>
                <a:ea typeface="+mn-ea"/>
                <a:cs typeface="+mn-cs"/>
              </a:defRPr>
            </a:lvl5pPr>
          </a:lstStyle>
          <a:p>
            <a:pPr marL="0" marR="0" lvl="0" indent="0" algn="l" defTabSz="685818" rtl="0" eaLnBrk="1" fontAlgn="auto" latinLnBrk="0" hangingPunct="1">
              <a:lnSpc>
                <a:spcPct val="90000"/>
              </a:lnSpc>
              <a:spcBef>
                <a:spcPct val="20000"/>
              </a:spcBef>
              <a:spcAft>
                <a:spcPts val="0"/>
              </a:spcAft>
              <a:buClrTx/>
              <a:buSzPct val="90000"/>
              <a:buFont typeface="Arial" pitchFamily="34" charset="0"/>
              <a:buNone/>
              <a:tabLst/>
            </a:pPr>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Slide Number Placeholder 3"/>
          <p:cNvSpPr>
            <a:spLocks noGrp="1"/>
          </p:cNvSpPr>
          <p:nvPr>
            <p:ph type="sldNum" sz="quarter" idx="14"/>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2915670081"/>
      </p:ext>
    </p:extLst>
  </p:cSld>
  <p:clrMapOvr>
    <a:masterClrMapping/>
  </p:clrMapOvr>
  <p:transition>
    <p:fade/>
  </p:transition>
  <p:timing>
    <p:tnLst>
      <p:par>
        <p:cTn id="1" dur="indefinite" restart="never" nodeType="tmRoot"/>
      </p:par>
    </p:tnLst>
  </p:timing>
</p:sldLayout>
</file>

<file path=ppt/slideLayouts/slideLayout8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smtClean="0"/>
              <a:t>Click to edit master title style</a:t>
            </a:r>
            <a:endParaRPr lang="en-US" dirty="0"/>
          </a:p>
        </p:txBody>
      </p:sp>
      <p:sp>
        <p:nvSpPr>
          <p:cNvPr id="8" name="Slide Number Placeholder 7"/>
          <p:cNvSpPr>
            <a:spLocks noGrp="1"/>
          </p:cNvSpPr>
          <p:nvPr>
            <p:ph type="sldNum" sz="quarter" idx="11"/>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1452520978"/>
      </p:ext>
    </p:extLst>
  </p:cSld>
  <p:clrMapOvr>
    <a:masterClrMapping/>
  </p:clrMapOvr>
  <p:transition>
    <p:fade/>
  </p:transition>
  <p:timing>
    <p:tnLst>
      <p:par>
        <p:cTn id="1" dur="indefinite" restart="never" nodeType="tmRoot"/>
      </p:par>
    </p:tnLst>
  </p:timing>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7" name="Slide Number Placeholder 6"/>
          <p:cNvSpPr>
            <a:spLocks noGrp="1"/>
          </p:cNvSpPr>
          <p:nvPr>
            <p:ph type="sldNum" sz="quarter" idx="11"/>
          </p:nvPr>
        </p:nvSpPr>
        <p:spPr/>
        <p:txBody>
          <a:body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2696985460"/>
      </p:ext>
    </p:extLst>
  </p:cSld>
  <p:clrMapOvr>
    <a:masterClrMapping/>
  </p:clrMapOvr>
  <p:transition>
    <p:fade/>
  </p:transition>
  <p:timing>
    <p:tnLst>
      <p:par>
        <p:cTn id="1" dur="indefinite" restart="never" nodeType="tmRoot"/>
      </p:par>
    </p:tnLst>
  </p:timing>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smtClean="0"/>
              <a:t>Slide for developer code</a:t>
            </a:r>
            <a:endParaRPr lang="en-US" dirty="0"/>
          </a:p>
        </p:txBody>
      </p:sp>
      <p:sp>
        <p:nvSpPr>
          <p:cNvPr id="5" name="Text Placeholder 4"/>
          <p:cNvSpPr>
            <a:spLocks noGrp="1"/>
          </p:cNvSpPr>
          <p:nvPr>
            <p:ph type="body" sz="quarter" idx="10"/>
          </p:nvPr>
        </p:nvSpPr>
        <p:spPr>
          <a:xfrm>
            <a:off x="201929" y="1187622"/>
            <a:ext cx="8366320" cy="1925912"/>
          </a:xfrm>
        </p:spPr>
        <p:txBody>
          <a:bodyPr>
            <a:spAutoFit/>
          </a:bodyPr>
          <a:lstStyle>
            <a:lvl1pPr marL="0" indent="0">
              <a:buNone/>
              <a:defRPr sz="2426">
                <a:gradFill>
                  <a:gsLst>
                    <a:gs pos="1250">
                      <a:schemeClr val="tx1"/>
                    </a:gs>
                    <a:gs pos="100000">
                      <a:schemeClr val="tx1"/>
                    </a:gs>
                  </a:gsLst>
                  <a:lin ang="5400000" scaled="0"/>
                </a:gradFill>
                <a:latin typeface="Consolas" pitchFamily="49" charset="0"/>
                <a:cs typeface="Consolas" pitchFamily="49" charset="0"/>
              </a:defRPr>
            </a:lvl1pPr>
            <a:lvl2pPr marL="254811" indent="0">
              <a:buNone/>
              <a:defRPr>
                <a:gradFill>
                  <a:gsLst>
                    <a:gs pos="1250">
                      <a:schemeClr val="tx1"/>
                    </a:gs>
                    <a:gs pos="100000">
                      <a:schemeClr val="tx1"/>
                    </a:gs>
                  </a:gsLst>
                  <a:lin ang="5400000" scaled="0"/>
                </a:gradFill>
                <a:latin typeface="Consolas" pitchFamily="49" charset="0"/>
                <a:cs typeface="Consolas" pitchFamily="49" charset="0"/>
              </a:defRPr>
            </a:lvl2pPr>
            <a:lvl3pPr marL="429844" indent="0">
              <a:buNone/>
              <a:defRPr>
                <a:gradFill>
                  <a:gsLst>
                    <a:gs pos="1250">
                      <a:schemeClr val="tx1"/>
                    </a:gs>
                    <a:gs pos="100000">
                      <a:schemeClr val="tx1"/>
                    </a:gs>
                  </a:gsLst>
                  <a:lin ang="5400000" scaled="0"/>
                </a:gradFill>
                <a:latin typeface="Consolas" pitchFamily="49" charset="0"/>
                <a:cs typeface="Consolas" pitchFamily="49" charset="0"/>
              </a:defRPr>
            </a:lvl3pPr>
            <a:lvl4pPr marL="598924" indent="0">
              <a:buNone/>
              <a:defRPr>
                <a:gradFill>
                  <a:gsLst>
                    <a:gs pos="1250">
                      <a:schemeClr val="tx1"/>
                    </a:gs>
                    <a:gs pos="100000">
                      <a:schemeClr val="tx1"/>
                    </a:gs>
                  </a:gsLst>
                  <a:lin ang="5400000" scaled="0"/>
                </a:gradFill>
                <a:latin typeface="Consolas" pitchFamily="49" charset="0"/>
                <a:cs typeface="Consolas" pitchFamily="49" charset="0"/>
              </a:defRPr>
            </a:lvl4pPr>
            <a:lvl5pPr marL="772768" indent="0">
              <a:buNone/>
              <a:defRPr>
                <a:gradFill>
                  <a:gsLst>
                    <a:gs pos="1250">
                      <a:schemeClr val="tx1"/>
                    </a:gs>
                    <a:gs pos="100000">
                      <a:schemeClr val="tx1"/>
                    </a:gs>
                  </a:gsLst>
                  <a:lin ang="5400000" scaled="0"/>
                </a:gradFill>
                <a:latin typeface="Consolas" pitchFamily="49" charset="0"/>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833734051"/>
      </p:ext>
    </p:extLst>
  </p:cSld>
  <p:clrMapOvr>
    <a:masterClrMapping/>
  </p:clrMapOvr>
  <p:transition>
    <p:fade/>
  </p:transition>
  <p:timing>
    <p:tnLst>
      <p:par>
        <p:cTn id="1" dur="indefinite" restart="never" nodeType="tmRoot"/>
      </p:par>
    </p:tnLst>
  </p:timing>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13626160"/>
      </p:ext>
    </p:extLst>
  </p:cSld>
  <p:clrMapOvr>
    <a:masterClrMapping/>
  </p:clrMapOvr>
  <p:transition>
    <p:fade/>
  </p:transition>
  <p:timing>
    <p:tnLst>
      <p:par>
        <p:cTn id="1" dur="indefinite" restart="never" nodeType="tmRoot"/>
      </p:par>
    </p:tnLst>
  </p:timing>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a:xfrm>
            <a:off x="201929" y="291069"/>
            <a:ext cx="8366320" cy="734625"/>
          </a:xfrm>
        </p:spPr>
        <p:txBody>
          <a:bodyPr>
            <a:spAutoFit/>
          </a:bodyPr>
          <a:lstStyle>
            <a:lvl1pPr>
              <a:defRPr sz="3971" baseline="0">
                <a:gradFill>
                  <a:gsLst>
                    <a:gs pos="0">
                      <a:srgbClr val="FFFFFF"/>
                    </a:gs>
                    <a:gs pos="100000">
                      <a:srgbClr val="FFFFFF"/>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
        <p:nvSpPr>
          <p:cNvPr id="6" name="Text Placeholder 5"/>
          <p:cNvSpPr>
            <a:spLocks noGrp="1"/>
          </p:cNvSpPr>
          <p:nvPr>
            <p:ph type="body" sz="quarter" idx="10" hasCustomPrompt="1"/>
          </p:nvPr>
        </p:nvSpPr>
        <p:spPr bwMode="white">
          <a:xfrm>
            <a:off x="201930" y="1187622"/>
            <a:ext cx="8363938" cy="1956433"/>
          </a:xfrm>
          <a:prstGeom prst="rect">
            <a:avLst/>
          </a:prstGeom>
        </p:spPr>
        <p:txBody>
          <a:bodyPr>
            <a:spAutoFit/>
          </a:bodyPr>
          <a:lstStyle>
            <a:lvl1pPr marL="257192" indent="-257192">
              <a:buClr>
                <a:srgbClr val="FFFFFF"/>
              </a:buClr>
              <a:buSzPct val="90000"/>
              <a:buFont typeface="Arial" pitchFamily="34" charset="0"/>
              <a:buChar char="•"/>
              <a:defRPr sz="2647">
                <a:gradFill>
                  <a:gsLst>
                    <a:gs pos="0">
                      <a:srgbClr val="FFFFFF"/>
                    </a:gs>
                    <a:gs pos="86000">
                      <a:srgbClr val="FFFFFF"/>
                    </a:gs>
                  </a:gsLst>
                  <a:lin ang="5400000" scaled="0"/>
                </a:gradFill>
                <a:latin typeface="Segoe UI" pitchFamily="34" charset="0"/>
                <a:ea typeface="Segoe UI" pitchFamily="34" charset="0"/>
                <a:cs typeface="Segoe UI" pitchFamily="34" charset="0"/>
              </a:defRPr>
            </a:lvl1pPr>
            <a:lvl2pPr marL="471519" indent="-214327">
              <a:buClr>
                <a:srgbClr val="FFFFFF"/>
              </a:buClr>
              <a:buSzPct val="90000"/>
              <a:buFont typeface="Arial" pitchFamily="34" charset="0"/>
              <a:buChar char="•"/>
              <a:defRPr sz="2353">
                <a:gradFill>
                  <a:gsLst>
                    <a:gs pos="0">
                      <a:srgbClr val="FFFFFF"/>
                    </a:gs>
                    <a:gs pos="86000">
                      <a:srgbClr val="FFFFFF"/>
                    </a:gs>
                  </a:gsLst>
                  <a:lin ang="5400000" scaled="0"/>
                </a:gradFill>
                <a:latin typeface="Segoe UI" pitchFamily="34" charset="0"/>
                <a:ea typeface="Segoe UI" pitchFamily="34" charset="0"/>
                <a:cs typeface="Segoe UI" pitchFamily="34" charset="0"/>
              </a:defRPr>
            </a:lvl2pPr>
            <a:lvl3pPr marL="685846" indent="-214327">
              <a:buClr>
                <a:srgbClr val="FFFFFF"/>
              </a:buClr>
              <a:buSzPct val="90000"/>
              <a:buFont typeface="Arial" pitchFamily="34" charset="0"/>
              <a:buChar char="•"/>
              <a:defRPr sz="2059">
                <a:gradFill>
                  <a:gsLst>
                    <a:gs pos="0">
                      <a:srgbClr val="FFFFFF"/>
                    </a:gs>
                    <a:gs pos="86000">
                      <a:srgbClr val="FFFFFF"/>
                    </a:gs>
                  </a:gsLst>
                  <a:lin ang="5400000" scaled="0"/>
                </a:gradFill>
                <a:latin typeface="Segoe UI" pitchFamily="34" charset="0"/>
                <a:ea typeface="Segoe UI" pitchFamily="34" charset="0"/>
                <a:cs typeface="Segoe UI" pitchFamily="34" charset="0"/>
              </a:defRPr>
            </a:lvl3pPr>
            <a:lvl4pPr marL="857307" indent="-171461">
              <a:buClr>
                <a:srgbClr val="FFFFFF"/>
              </a:buClr>
              <a:buSzPct val="90000"/>
              <a:buFont typeface="Arial" pitchFamily="34" charset="0"/>
              <a:buChar char="•"/>
              <a:defRPr sz="1764">
                <a:gradFill>
                  <a:gsLst>
                    <a:gs pos="0">
                      <a:srgbClr val="FFFFFF"/>
                    </a:gs>
                    <a:gs pos="86000">
                      <a:srgbClr val="FFFFFF"/>
                    </a:gs>
                  </a:gsLst>
                  <a:lin ang="5400000" scaled="0"/>
                </a:gradFill>
                <a:latin typeface="Segoe UI" pitchFamily="34" charset="0"/>
                <a:ea typeface="Segoe UI" pitchFamily="34" charset="0"/>
                <a:cs typeface="Segoe UI" pitchFamily="34" charset="0"/>
              </a:defRPr>
            </a:lvl4pPr>
            <a:lvl5pPr marL="1028769" indent="-171461">
              <a:buClr>
                <a:srgbClr val="FFFFFF"/>
              </a:buClr>
              <a:buSzPct val="90000"/>
              <a:buFont typeface="Arial" pitchFamily="34" charset="0"/>
              <a:buChar char="•"/>
              <a:defRPr sz="1470">
                <a:gradFill>
                  <a:gsLst>
                    <a:gs pos="0">
                      <a:srgbClr val="FFFFFF"/>
                    </a:gs>
                    <a:gs pos="86000">
                      <a:srgbClr val="FFFFFF"/>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238877"/>
            <a:ext cx="9144001" cy="619125"/>
          </a:xfrm>
          <a:prstGeom prst="rect">
            <a:avLst/>
          </a:prstGeom>
          <a:solidFill>
            <a:srgbClr val="FFFF99"/>
          </a:solidFill>
        </p:spPr>
        <p:txBody>
          <a:bodyPr wrap="square" lIns="155457" tIns="77729" rIns="155457" bIns="77729" anchor="b" anchorCtr="0">
            <a:noAutofit/>
          </a:bodyPr>
          <a:lstStyle>
            <a:lvl1pPr algn="r">
              <a:buFont typeface="Arial" pitchFamily="34" charset="0"/>
              <a:buNone/>
              <a:defRPr sz="2720" spc="-38"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Tree>
    <p:extLst>
      <p:ext uri="{BB962C8B-B14F-4D97-AF65-F5344CB8AC3E}">
        <p14:creationId xmlns:p14="http://schemas.microsoft.com/office/powerpoint/2010/main" val="3939076877"/>
      </p:ext>
    </p:extLst>
  </p:cSld>
  <p:clrMapOvr>
    <a:masterClrMapping/>
  </p:clrMapOvr>
  <p:transition>
    <p:fade/>
  </p:transition>
  <p:timing>
    <p:tnLst>
      <p:par>
        <p:cTn id="1" dur="indefinite" restart="never" nodeType="tmRoot"/>
      </p:par>
    </p:tnLst>
  </p:timing>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Blank Accent Color 1">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305484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Blank Accent Color 2">
    <p:bg>
      <p:bgPr>
        <a:solidFill>
          <a:schemeClr val="accent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812313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Blank Accent Color 2">
    <p:bg>
      <p:bgPr>
        <a:solidFill>
          <a:schemeClr val="accent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981573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89438" y="2234115"/>
            <a:ext cx="6281777" cy="1359196"/>
          </a:xfrm>
        </p:spPr>
        <p:txBody>
          <a:bodyPr anchor="ctr" anchorCtr="0">
            <a:noAutofit/>
          </a:bodyPr>
          <a:lstStyle>
            <a:lvl1pPr>
              <a:lnSpc>
                <a:spcPct val="90000"/>
              </a:lnSpc>
              <a:defRPr sz="5026"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389438" y="4612345"/>
            <a:ext cx="4091815" cy="1144929"/>
          </a:xfrm>
        </p:spPr>
        <p:txBody>
          <a:bodyPr/>
          <a:lstStyle>
            <a:lvl1pPr marL="0" indent="0">
              <a:buFont typeface="Arial" pitchFamily="34" charset="0"/>
              <a:buNone/>
              <a:defRPr sz="1800">
                <a:solidFill>
                  <a:schemeClr val="bg1">
                    <a:alpha val="98000"/>
                  </a:schemeClr>
                </a:solidFill>
                <a:latin typeface="+mj-lt"/>
              </a:defRPr>
            </a:lvl1pPr>
            <a:lvl2pPr marL="345319" indent="0">
              <a:buFont typeface="Arial" pitchFamily="34" charset="0"/>
              <a:buNone/>
              <a:defRPr/>
            </a:lvl2pPr>
            <a:lvl3pPr marL="641819" indent="0">
              <a:buFont typeface="Arial" pitchFamily="34" charset="0"/>
              <a:buNone/>
              <a:defRPr/>
            </a:lvl3pPr>
            <a:lvl4pPr marL="944271" indent="0">
              <a:buFont typeface="Arial" pitchFamily="34" charset="0"/>
              <a:buNone/>
              <a:defRPr/>
            </a:lvl4pPr>
            <a:lvl5pPr marL="1203856"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5" name="Picture 4"/>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7848126" y="6375402"/>
            <a:ext cx="904750" cy="194387"/>
          </a:xfrm>
          <a:prstGeom prst="rect">
            <a:avLst/>
          </a:prstGeom>
        </p:spPr>
      </p:pic>
    </p:spTree>
    <p:extLst>
      <p:ext uri="{BB962C8B-B14F-4D97-AF65-F5344CB8AC3E}">
        <p14:creationId xmlns:p14="http://schemas.microsoft.com/office/powerpoint/2010/main" val="3751830338"/>
      </p:ext>
    </p:extLst>
  </p:cSld>
  <p:clrMapOvr>
    <a:masterClrMapping/>
  </p:clrMapOvr>
  <p:transition>
    <p:fade/>
  </p:transition>
  <p:timing>
    <p:tnLst>
      <p:par>
        <p:cTn id="1" dur="indefinite" restart="never" nodeType="tmRoot"/>
      </p:par>
    </p:tnLst>
  </p:timing>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9436" y="228602"/>
            <a:ext cx="8363938" cy="757131"/>
          </a:xfrm>
        </p:spPr>
        <p:txBody>
          <a:bodyPr/>
          <a:lstStyle>
            <a:lvl1pPr>
              <a:defRPr sz="4126"/>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389436" y="1447800"/>
            <a:ext cx="8363938" cy="1008609"/>
          </a:xfrm>
        </p:spPr>
        <p:txBody>
          <a:bodyPr/>
          <a:lstStyle>
            <a:lvl1pPr marL="2382" indent="0">
              <a:spcBef>
                <a:spcPts val="0"/>
              </a:spcBef>
              <a:spcAft>
                <a:spcPts val="675"/>
              </a:spcAft>
              <a:buSzPct val="80000"/>
              <a:buFont typeface="Arial" pitchFamily="34" charset="0"/>
              <a:buNone/>
              <a:defRPr sz="3001" spc="-75" baseline="0">
                <a:gradFill>
                  <a:gsLst>
                    <a:gs pos="0">
                      <a:srgbClr val="595959"/>
                    </a:gs>
                    <a:gs pos="86000">
                      <a:srgbClr val="595959"/>
                    </a:gs>
                  </a:gsLst>
                  <a:lin ang="5400000" scaled="0"/>
                </a:gradFill>
                <a:latin typeface="Segoe UI Light" pitchFamily="34" charset="0"/>
              </a:defRPr>
            </a:lvl1pPr>
            <a:lvl2pPr marL="2382" indent="0">
              <a:spcBef>
                <a:spcPts val="0"/>
              </a:spcBef>
              <a:buSzPct val="80000"/>
              <a:buFont typeface="Arial" pitchFamily="34" charset="0"/>
              <a:buNone/>
              <a:defRPr sz="1500" spc="-38" baseline="0">
                <a:gradFill>
                  <a:gsLst>
                    <a:gs pos="0">
                      <a:srgbClr val="595959"/>
                    </a:gs>
                    <a:gs pos="86000">
                      <a:srgbClr val="595959"/>
                    </a:gs>
                  </a:gsLst>
                  <a:lin ang="5400000" scaled="0"/>
                </a:gradFill>
              </a:defRPr>
            </a:lvl2pPr>
            <a:lvl3pPr marL="944271" indent="-302453">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203856" indent="-259586">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456297" indent="-252441">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spTree>
    <p:extLst>
      <p:ext uri="{BB962C8B-B14F-4D97-AF65-F5344CB8AC3E}">
        <p14:creationId xmlns:p14="http://schemas.microsoft.com/office/powerpoint/2010/main" val="75930632"/>
      </p:ext>
    </p:extLst>
  </p:cSld>
  <p:clrMapOvr>
    <a:masterClrMapping/>
  </p:clrMapOvr>
  <p:transition>
    <p:fade/>
  </p:transition>
  <p:timing>
    <p:tnLst>
      <p:par>
        <p:cTn id="1" dur="indefinite" restart="never" nodeType="tmRoot"/>
      </p:par>
    </p:tnLst>
  </p:timing>
</p:sldLayout>
</file>

<file path=ppt/slideLayouts/slideLayout97.xml><?xml version="1.0" encoding="utf-8"?>
<p:sldLayout xmlns:a="http://schemas.openxmlformats.org/drawingml/2006/main" xmlns:r="http://schemas.openxmlformats.org/officeDocument/2006/relationships" xmlns:p="http://schemas.openxmlformats.org/presentationml/2006/main" type="blank">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5046438"/>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18" Type="http://schemas.openxmlformats.org/officeDocument/2006/relationships/slideLayout" Target="../slideLayouts/slideLayout38.xml"/><Relationship Id="rId3" Type="http://schemas.openxmlformats.org/officeDocument/2006/relationships/slideLayout" Target="../slideLayouts/slideLayout23.xml"/><Relationship Id="rId21" Type="http://schemas.openxmlformats.org/officeDocument/2006/relationships/theme" Target="../theme/theme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17" Type="http://schemas.openxmlformats.org/officeDocument/2006/relationships/slideLayout" Target="../slideLayouts/slideLayout37.xml"/><Relationship Id="rId2" Type="http://schemas.openxmlformats.org/officeDocument/2006/relationships/slideLayout" Target="../slideLayouts/slideLayout22.xml"/><Relationship Id="rId16" Type="http://schemas.openxmlformats.org/officeDocument/2006/relationships/slideLayout" Target="../slideLayouts/slideLayout36.xml"/><Relationship Id="rId20" Type="http://schemas.openxmlformats.org/officeDocument/2006/relationships/slideLayout" Target="../slideLayouts/slideLayout40.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5" Type="http://schemas.openxmlformats.org/officeDocument/2006/relationships/slideLayout" Target="../slideLayouts/slideLayout35.xml"/><Relationship Id="rId10" Type="http://schemas.openxmlformats.org/officeDocument/2006/relationships/slideLayout" Target="../slideLayouts/slideLayout30.xml"/><Relationship Id="rId19" Type="http://schemas.openxmlformats.org/officeDocument/2006/relationships/slideLayout" Target="../slideLayouts/slideLayout39.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slideLayout" Target="../slideLayouts/slideLayout34.xml"/><Relationship Id="rId22" Type="http://schemas.openxmlformats.org/officeDocument/2006/relationships/image" Target="../media/image10.jp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theme" Target="../theme/theme4.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1.xml"/><Relationship Id="rId3" Type="http://schemas.openxmlformats.org/officeDocument/2006/relationships/slideLayout" Target="../slideLayouts/slideLayout66.xml"/><Relationship Id="rId7" Type="http://schemas.openxmlformats.org/officeDocument/2006/relationships/slideLayout" Target="../slideLayouts/slideLayout70.xml"/><Relationship Id="rId12" Type="http://schemas.openxmlformats.org/officeDocument/2006/relationships/theme" Target="../theme/theme5.xml"/><Relationship Id="rId2" Type="http://schemas.openxmlformats.org/officeDocument/2006/relationships/slideLayout" Target="../slideLayouts/slideLayout65.xml"/><Relationship Id="rId1" Type="http://schemas.openxmlformats.org/officeDocument/2006/relationships/slideLayout" Target="../slideLayouts/slideLayout64.xml"/><Relationship Id="rId6" Type="http://schemas.openxmlformats.org/officeDocument/2006/relationships/slideLayout" Target="../slideLayouts/slideLayout69.xml"/><Relationship Id="rId11" Type="http://schemas.openxmlformats.org/officeDocument/2006/relationships/slideLayout" Target="../slideLayouts/slideLayout74.xml"/><Relationship Id="rId5" Type="http://schemas.openxmlformats.org/officeDocument/2006/relationships/slideLayout" Target="../slideLayouts/slideLayout68.xml"/><Relationship Id="rId10" Type="http://schemas.openxmlformats.org/officeDocument/2006/relationships/slideLayout" Target="../slideLayouts/slideLayout73.xml"/><Relationship Id="rId4" Type="http://schemas.openxmlformats.org/officeDocument/2006/relationships/slideLayout" Target="../slideLayouts/slideLayout67.xml"/><Relationship Id="rId9" Type="http://schemas.openxmlformats.org/officeDocument/2006/relationships/slideLayout" Target="../slideLayouts/slideLayout72.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theme" Target="../theme/theme6.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436" y="228602"/>
            <a:ext cx="8363938" cy="571438"/>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9436" y="1447801"/>
            <a:ext cx="8363937" cy="1500667"/>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5" r:id="rId19"/>
  </p:sldLayoutIdLst>
  <p:transition>
    <p:fade/>
  </p:transition>
  <p:timing>
    <p:tnLst>
      <p:par>
        <p:cTn id="1" dur="indefinite" restart="never" nodeType="tmRoot"/>
      </p:par>
    </p:tnLst>
  </p:timing>
  <p:txStyles>
    <p:titleStyle>
      <a:lvl1pPr algn="l" defTabSz="685849" rtl="0" eaLnBrk="1" latinLnBrk="0" hangingPunct="1">
        <a:lnSpc>
          <a:spcPct val="90000"/>
        </a:lnSpc>
        <a:spcBef>
          <a:spcPct val="0"/>
        </a:spcBef>
        <a:buNone/>
        <a:defRPr lang="en-US" sz="4126" b="0" kern="1200" cap="none" spc="-75"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345319" indent="-345319" algn="l" defTabSz="685849" rtl="0" eaLnBrk="1" latinLnBrk="0" hangingPunct="1">
        <a:lnSpc>
          <a:spcPct val="90000"/>
        </a:lnSpc>
        <a:spcBef>
          <a:spcPct val="20000"/>
        </a:spcBef>
        <a:buSzPct val="80000"/>
        <a:buFont typeface="Arial" pitchFamily="34" charset="0"/>
        <a:buChar char="•"/>
        <a:defRPr sz="2401" kern="1200">
          <a:gradFill>
            <a:gsLst>
              <a:gs pos="0">
                <a:srgbClr val="595959"/>
              </a:gs>
              <a:gs pos="86000">
                <a:srgbClr val="595959"/>
              </a:gs>
            </a:gsLst>
            <a:lin ang="5400000" scaled="0"/>
          </a:gradFill>
          <a:latin typeface="+mn-lt"/>
          <a:ea typeface="+mn-ea"/>
          <a:cs typeface="+mn-cs"/>
        </a:defRPr>
      </a:lvl1pPr>
      <a:lvl2pPr marL="641819" indent="-296499" algn="l" defTabSz="685849" rtl="0" eaLnBrk="1" latinLnBrk="0" hangingPunct="1">
        <a:lnSpc>
          <a:spcPct val="90000"/>
        </a:lnSpc>
        <a:spcBef>
          <a:spcPct val="20000"/>
        </a:spcBef>
        <a:buSzPct val="80000"/>
        <a:buFont typeface="Arial" pitchFamily="34" charset="0"/>
        <a:buChar char="•"/>
        <a:defRPr sz="2101" kern="1200">
          <a:gradFill>
            <a:gsLst>
              <a:gs pos="0">
                <a:srgbClr val="595959"/>
              </a:gs>
              <a:gs pos="86000">
                <a:srgbClr val="595959"/>
              </a:gs>
            </a:gsLst>
            <a:lin ang="5400000" scaled="0"/>
          </a:gradFill>
          <a:latin typeface="+mn-lt"/>
          <a:ea typeface="+mn-ea"/>
          <a:cs typeface="+mn-cs"/>
        </a:defRPr>
      </a:lvl2pPr>
      <a:lvl3pPr marL="944271" indent="-302453" algn="l" defTabSz="685849" rtl="0" eaLnBrk="1" latinLnBrk="0" hangingPunct="1">
        <a:lnSpc>
          <a:spcPct val="90000"/>
        </a:lnSpc>
        <a:spcBef>
          <a:spcPct val="20000"/>
        </a:spcBef>
        <a:buSzPct val="80000"/>
        <a:buFont typeface="Arial" pitchFamily="34" charset="0"/>
        <a:buChar char="•"/>
        <a:defRPr sz="1800" kern="1200">
          <a:gradFill>
            <a:gsLst>
              <a:gs pos="0">
                <a:srgbClr val="595959"/>
              </a:gs>
              <a:gs pos="86000">
                <a:srgbClr val="595959"/>
              </a:gs>
            </a:gsLst>
            <a:lin ang="5400000" scaled="0"/>
          </a:gradFill>
          <a:latin typeface="+mn-lt"/>
          <a:ea typeface="+mn-ea"/>
          <a:cs typeface="+mn-cs"/>
        </a:defRPr>
      </a:lvl3pPr>
      <a:lvl4pPr marL="1203856" indent="-259586" algn="l" defTabSz="685849" rtl="0" eaLnBrk="1" latinLnBrk="0" hangingPunct="1">
        <a:lnSpc>
          <a:spcPct val="90000"/>
        </a:lnSpc>
        <a:spcBef>
          <a:spcPct val="20000"/>
        </a:spcBef>
        <a:buSzPct val="80000"/>
        <a:buFont typeface="Arial" pitchFamily="34" charset="0"/>
        <a:buChar char="•"/>
        <a:defRPr sz="1500" kern="1200">
          <a:gradFill>
            <a:gsLst>
              <a:gs pos="0">
                <a:srgbClr val="595959"/>
              </a:gs>
              <a:gs pos="86000">
                <a:srgbClr val="595959"/>
              </a:gs>
            </a:gsLst>
            <a:lin ang="5400000" scaled="0"/>
          </a:gradFill>
          <a:latin typeface="+mn-lt"/>
          <a:ea typeface="+mn-ea"/>
          <a:cs typeface="+mn-cs"/>
        </a:defRPr>
      </a:lvl4pPr>
      <a:lvl5pPr marL="1456297" indent="-252441" algn="l" defTabSz="685849" rtl="0" eaLnBrk="1" latinLnBrk="0" hangingPunct="1">
        <a:lnSpc>
          <a:spcPct val="90000"/>
        </a:lnSpc>
        <a:spcBef>
          <a:spcPct val="20000"/>
        </a:spcBef>
        <a:buSzPct val="80000"/>
        <a:buFont typeface="Arial" pitchFamily="34" charset="0"/>
        <a:buChar char="•"/>
        <a:defRPr sz="1500" kern="1200">
          <a:gradFill>
            <a:gsLst>
              <a:gs pos="0">
                <a:srgbClr val="595959"/>
              </a:gs>
              <a:gs pos="86000">
                <a:srgbClr val="595959"/>
              </a:gs>
            </a:gsLst>
            <a:lin ang="5400000" scaled="0"/>
          </a:gradFill>
          <a:latin typeface="+mn-lt"/>
          <a:ea typeface="+mn-ea"/>
          <a:cs typeface="+mn-cs"/>
        </a:defRPr>
      </a:lvl5pPr>
      <a:lvl6pPr marL="1886085" indent="-171463" algn="l" defTabSz="685849"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009" indent="-171463" algn="l" defTabSz="685849"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934" indent="-171463" algn="l" defTabSz="685849"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859" indent="-171463" algn="l" defTabSz="685849"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49" rtl="0" eaLnBrk="1" latinLnBrk="0" hangingPunct="1">
        <a:defRPr sz="1425" kern="1200">
          <a:solidFill>
            <a:schemeClr val="tx1"/>
          </a:solidFill>
          <a:latin typeface="+mn-lt"/>
          <a:ea typeface="+mn-ea"/>
          <a:cs typeface="+mn-cs"/>
        </a:defRPr>
      </a:lvl1pPr>
      <a:lvl2pPr marL="342925" algn="l" defTabSz="685849" rtl="0" eaLnBrk="1" latinLnBrk="0" hangingPunct="1">
        <a:defRPr sz="1425" kern="1200">
          <a:solidFill>
            <a:schemeClr val="tx1"/>
          </a:solidFill>
          <a:latin typeface="+mn-lt"/>
          <a:ea typeface="+mn-ea"/>
          <a:cs typeface="+mn-cs"/>
        </a:defRPr>
      </a:lvl2pPr>
      <a:lvl3pPr marL="685849" algn="l" defTabSz="685849" rtl="0" eaLnBrk="1" latinLnBrk="0" hangingPunct="1">
        <a:defRPr sz="1425" kern="1200">
          <a:solidFill>
            <a:schemeClr val="tx1"/>
          </a:solidFill>
          <a:latin typeface="+mn-lt"/>
          <a:ea typeface="+mn-ea"/>
          <a:cs typeface="+mn-cs"/>
        </a:defRPr>
      </a:lvl3pPr>
      <a:lvl4pPr marL="1028773" algn="l" defTabSz="685849" rtl="0" eaLnBrk="1" latinLnBrk="0" hangingPunct="1">
        <a:defRPr sz="1425" kern="1200">
          <a:solidFill>
            <a:schemeClr val="tx1"/>
          </a:solidFill>
          <a:latin typeface="+mn-lt"/>
          <a:ea typeface="+mn-ea"/>
          <a:cs typeface="+mn-cs"/>
        </a:defRPr>
      </a:lvl4pPr>
      <a:lvl5pPr marL="1371699" algn="l" defTabSz="685849" rtl="0" eaLnBrk="1" latinLnBrk="0" hangingPunct="1">
        <a:defRPr sz="1425" kern="1200">
          <a:solidFill>
            <a:schemeClr val="tx1"/>
          </a:solidFill>
          <a:latin typeface="+mn-lt"/>
          <a:ea typeface="+mn-ea"/>
          <a:cs typeface="+mn-cs"/>
        </a:defRPr>
      </a:lvl5pPr>
      <a:lvl6pPr marL="1714623" algn="l" defTabSz="685849" rtl="0" eaLnBrk="1" latinLnBrk="0" hangingPunct="1">
        <a:defRPr sz="1425" kern="1200">
          <a:solidFill>
            <a:schemeClr val="tx1"/>
          </a:solidFill>
          <a:latin typeface="+mn-lt"/>
          <a:ea typeface="+mn-ea"/>
          <a:cs typeface="+mn-cs"/>
        </a:defRPr>
      </a:lvl6pPr>
      <a:lvl7pPr marL="2057547" algn="l" defTabSz="685849" rtl="0" eaLnBrk="1" latinLnBrk="0" hangingPunct="1">
        <a:defRPr sz="1425" kern="1200">
          <a:solidFill>
            <a:schemeClr val="tx1"/>
          </a:solidFill>
          <a:latin typeface="+mn-lt"/>
          <a:ea typeface="+mn-ea"/>
          <a:cs typeface="+mn-cs"/>
        </a:defRPr>
      </a:lvl7pPr>
      <a:lvl8pPr marL="2400472" algn="l" defTabSz="685849" rtl="0" eaLnBrk="1" latinLnBrk="0" hangingPunct="1">
        <a:defRPr sz="1425" kern="1200">
          <a:solidFill>
            <a:schemeClr val="tx1"/>
          </a:solidFill>
          <a:latin typeface="+mn-lt"/>
          <a:ea typeface="+mn-ea"/>
          <a:cs typeface="+mn-cs"/>
        </a:defRPr>
      </a:lvl8pPr>
      <a:lvl9pPr marL="2743397" algn="l" defTabSz="685849" rtl="0" eaLnBrk="1" latinLnBrk="0" hangingPunct="1">
        <a:defRPr sz="142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4" name="Rectangle 3"/>
          <p:cNvSpPr/>
          <p:nvPr/>
        </p:nvSpPr>
        <p:spPr bwMode="auto">
          <a:xfrm>
            <a:off x="1" y="0"/>
            <a:ext cx="231318" cy="68580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73" tIns="34288" rIns="68573" bIns="34288" numCol="1" rtlCol="0" anchor="ctr" anchorCtr="0" compatLnSpc="1">
            <a:prstTxWarp prst="textNoShape">
              <a:avLst/>
            </a:prstTxWarp>
          </a:bodyPr>
          <a:lstStyle/>
          <a:p>
            <a:pPr algn="ctr" defTabSz="685544" fontAlgn="base">
              <a:spcBef>
                <a:spcPct val="0"/>
              </a:spcBef>
              <a:spcAft>
                <a:spcPct val="0"/>
              </a:spcAft>
            </a:pPr>
            <a:endParaRPr lang="en-US" sz="1725" dirty="0" smtClean="0">
              <a:gradFill>
                <a:gsLst>
                  <a:gs pos="0">
                    <a:srgbClr val="FFFFFF"/>
                  </a:gs>
                  <a:gs pos="100000">
                    <a:srgbClr val="FFFFFF"/>
                  </a:gs>
                </a:gsLst>
                <a:lin ang="5400000" scaled="0"/>
              </a:gradFill>
            </a:endParaRPr>
          </a:p>
        </p:txBody>
      </p:sp>
      <p:sp>
        <p:nvSpPr>
          <p:cNvPr id="5" name="Rectangle 4"/>
          <p:cNvSpPr/>
          <p:nvPr/>
        </p:nvSpPr>
        <p:spPr bwMode="auto">
          <a:xfrm>
            <a:off x="3" y="0"/>
            <a:ext cx="9144000" cy="144780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73" tIns="34288" rIns="68573" bIns="34288" numCol="1" rtlCol="0" anchor="ctr" anchorCtr="0" compatLnSpc="1">
            <a:prstTxWarp prst="textNoShape">
              <a:avLst/>
            </a:prstTxWarp>
          </a:bodyPr>
          <a:lstStyle/>
          <a:p>
            <a:pPr algn="ctr" defTabSz="685544" fontAlgn="base">
              <a:spcBef>
                <a:spcPct val="0"/>
              </a:spcBef>
              <a:spcAft>
                <a:spcPct val="0"/>
              </a:spcAft>
            </a:pPr>
            <a:endParaRPr lang="en-US" sz="1725" dirty="0" smtClean="0">
              <a:gradFill>
                <a:gsLst>
                  <a:gs pos="0">
                    <a:srgbClr val="FFFFFF"/>
                  </a:gs>
                  <a:gs pos="100000">
                    <a:srgbClr val="FFFFFF"/>
                  </a:gs>
                </a:gsLst>
                <a:lin ang="5400000" scaled="0"/>
              </a:gradFill>
            </a:endParaRPr>
          </a:p>
        </p:txBody>
      </p:sp>
      <p:sp>
        <p:nvSpPr>
          <p:cNvPr id="2" name="Title Placeholder 1"/>
          <p:cNvSpPr>
            <a:spLocks noGrp="1"/>
          </p:cNvSpPr>
          <p:nvPr>
            <p:ph type="title"/>
          </p:nvPr>
        </p:nvSpPr>
        <p:spPr>
          <a:xfrm>
            <a:off x="389436" y="228605"/>
            <a:ext cx="8363939" cy="498726"/>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9436" y="1905004"/>
            <a:ext cx="8363937" cy="1226874"/>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 bg1="lt1" tx1="dk1" bg2="lt2" tx2="dk2" accent1="accent1" accent2="accent2" accent3="accent3" accent4="accent4" accent5="accent5" accent6="accent6" hlink="hlink" folHlink="folHlink"/>
  <p:sldLayoutIdLst>
    <p:sldLayoutId id="2147483810" r:id="rId1"/>
  </p:sldLayoutIdLst>
  <p:transition>
    <p:fade/>
  </p:transition>
  <p:timing>
    <p:tnLst>
      <p:par>
        <p:cTn id="1" dur="indefinite" restart="never" nodeType="tmRoot"/>
      </p:par>
    </p:tnLst>
  </p:timing>
  <p:txStyles>
    <p:titleStyle>
      <a:lvl1pPr algn="l" defTabSz="685742" rtl="0" eaLnBrk="1" latinLnBrk="0" hangingPunct="1">
        <a:lnSpc>
          <a:spcPct val="90000"/>
        </a:lnSpc>
        <a:spcBef>
          <a:spcPct val="0"/>
        </a:spcBef>
        <a:buNone/>
        <a:defRPr lang="en-US" sz="3601" b="0" kern="1200" cap="none" spc="-75" baseline="0" dirty="0">
          <a:ln w="3175">
            <a:noFill/>
          </a:ln>
          <a:solidFill>
            <a:schemeClr val="bg1">
              <a:alpha val="99000"/>
            </a:schemeClr>
          </a:solidFill>
          <a:effectLst/>
          <a:latin typeface="Segoe UI Light" pitchFamily="34" charset="0"/>
          <a:ea typeface="+mn-ea"/>
          <a:cs typeface="Arial" charset="0"/>
        </a:defRPr>
      </a:lvl1pPr>
    </p:titleStyle>
    <p:bodyStyle>
      <a:lvl1pPr marL="0" indent="0" algn="l" defTabSz="685742" rtl="0" eaLnBrk="1" latinLnBrk="0" hangingPunct="1">
        <a:lnSpc>
          <a:spcPct val="90000"/>
        </a:lnSpc>
        <a:spcBef>
          <a:spcPct val="20000"/>
        </a:spcBef>
        <a:buFont typeface="Arial" pitchFamily="34" charset="0"/>
        <a:buNone/>
        <a:defRPr sz="1800" b="0" kern="1200">
          <a:gradFill>
            <a:gsLst>
              <a:gs pos="0">
                <a:srgbClr val="595959"/>
              </a:gs>
              <a:gs pos="86000">
                <a:srgbClr val="595959"/>
              </a:gs>
            </a:gsLst>
            <a:lin ang="5400000" scaled="0"/>
          </a:gradFill>
          <a:latin typeface="Consolas" pitchFamily="49" charset="0"/>
          <a:ea typeface="+mn-ea"/>
          <a:cs typeface="Consolas" pitchFamily="49" charset="0"/>
        </a:defRPr>
      </a:lvl1pPr>
      <a:lvl2pPr marL="288703" indent="-5953" algn="l" defTabSz="685742" rtl="0" eaLnBrk="1" latinLnBrk="0" hangingPunct="1">
        <a:lnSpc>
          <a:spcPct val="90000"/>
        </a:lnSpc>
        <a:spcBef>
          <a:spcPct val="20000"/>
        </a:spcBef>
        <a:buFont typeface="Arial" pitchFamily="34" charset="0"/>
        <a:buNone/>
        <a:defRPr sz="1500" b="0" kern="1200">
          <a:gradFill>
            <a:gsLst>
              <a:gs pos="0">
                <a:srgbClr val="595959"/>
              </a:gs>
              <a:gs pos="86000">
                <a:srgbClr val="595959"/>
              </a:gs>
            </a:gsLst>
            <a:lin ang="5400000" scaled="0"/>
          </a:gradFill>
          <a:latin typeface="Consolas" pitchFamily="49" charset="0"/>
          <a:ea typeface="+mn-ea"/>
          <a:cs typeface="Consolas" pitchFamily="49" charset="0"/>
        </a:defRPr>
      </a:lvl2pPr>
      <a:lvl3pPr marL="571452" indent="-5953" algn="l" defTabSz="685742" rtl="0" eaLnBrk="1" latinLnBrk="0" hangingPunct="1">
        <a:lnSpc>
          <a:spcPct val="90000"/>
        </a:lnSpc>
        <a:spcBef>
          <a:spcPct val="20000"/>
        </a:spcBef>
        <a:buFont typeface="Arial" pitchFamily="34" charset="0"/>
        <a:buNone/>
        <a:defRPr sz="1425" b="0" kern="1200">
          <a:gradFill>
            <a:gsLst>
              <a:gs pos="0">
                <a:srgbClr val="595959"/>
              </a:gs>
              <a:gs pos="86000">
                <a:srgbClr val="595959"/>
              </a:gs>
            </a:gsLst>
            <a:lin ang="5400000" scaled="0"/>
          </a:gradFill>
          <a:latin typeface="Consolas" pitchFamily="49" charset="0"/>
          <a:ea typeface="+mn-ea"/>
          <a:cs typeface="Consolas" pitchFamily="49" charset="0"/>
        </a:defRPr>
      </a:lvl3pPr>
      <a:lvl4pPr marL="820471" indent="5953" algn="l" defTabSz="685742" rtl="0" eaLnBrk="1" latinLnBrk="0" hangingPunct="1">
        <a:lnSpc>
          <a:spcPct val="90000"/>
        </a:lnSpc>
        <a:spcBef>
          <a:spcPct val="20000"/>
        </a:spcBef>
        <a:buFont typeface="Arial" pitchFamily="34" charset="0"/>
        <a:buNone/>
        <a:defRPr sz="1425" b="0" kern="1200">
          <a:gradFill>
            <a:gsLst>
              <a:gs pos="0">
                <a:srgbClr val="595959"/>
              </a:gs>
              <a:gs pos="86000">
                <a:srgbClr val="595959"/>
              </a:gs>
            </a:gsLst>
            <a:lin ang="5400000" scaled="0"/>
          </a:gradFill>
          <a:latin typeface="Consolas" pitchFamily="49" charset="0"/>
          <a:ea typeface="+mn-ea"/>
          <a:cs typeface="Consolas" pitchFamily="49" charset="0"/>
        </a:defRPr>
      </a:lvl4pPr>
      <a:lvl5pPr marL="1069489" indent="0" algn="l" defTabSz="685742" rtl="0" eaLnBrk="1" latinLnBrk="0" hangingPunct="1">
        <a:lnSpc>
          <a:spcPct val="90000"/>
        </a:lnSpc>
        <a:spcBef>
          <a:spcPct val="20000"/>
        </a:spcBef>
        <a:buFont typeface="Arial" pitchFamily="34" charset="0"/>
        <a:buNone/>
        <a:defRPr sz="1425" b="0" kern="1200">
          <a:gradFill>
            <a:gsLst>
              <a:gs pos="0">
                <a:srgbClr val="595959"/>
              </a:gs>
              <a:gs pos="86000">
                <a:srgbClr val="595959"/>
              </a:gs>
            </a:gsLst>
            <a:lin ang="5400000" scaled="0"/>
          </a:gradFill>
          <a:latin typeface="Consolas" pitchFamily="49" charset="0"/>
          <a:ea typeface="+mn-ea"/>
          <a:cs typeface="Consolas" pitchFamily="49" charset="0"/>
        </a:defRPr>
      </a:lvl5pPr>
      <a:lvl6pPr marL="1885792" indent="-171436" algn="l" defTabSz="685742"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663" indent="-171436" algn="l" defTabSz="685742"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536" indent="-171436" algn="l" defTabSz="685742"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408" indent="-171436" algn="l" defTabSz="685742"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42" rtl="0" eaLnBrk="1" latinLnBrk="0" hangingPunct="1">
        <a:defRPr sz="1425" kern="1200">
          <a:solidFill>
            <a:schemeClr val="tx1"/>
          </a:solidFill>
          <a:latin typeface="+mn-lt"/>
          <a:ea typeface="+mn-ea"/>
          <a:cs typeface="+mn-cs"/>
        </a:defRPr>
      </a:lvl1pPr>
      <a:lvl2pPr marL="342871" algn="l" defTabSz="685742" rtl="0" eaLnBrk="1" latinLnBrk="0" hangingPunct="1">
        <a:defRPr sz="1425" kern="1200">
          <a:solidFill>
            <a:schemeClr val="tx1"/>
          </a:solidFill>
          <a:latin typeface="+mn-lt"/>
          <a:ea typeface="+mn-ea"/>
          <a:cs typeface="+mn-cs"/>
        </a:defRPr>
      </a:lvl2pPr>
      <a:lvl3pPr marL="685742" algn="l" defTabSz="685742" rtl="0" eaLnBrk="1" latinLnBrk="0" hangingPunct="1">
        <a:defRPr sz="1425" kern="1200">
          <a:solidFill>
            <a:schemeClr val="tx1"/>
          </a:solidFill>
          <a:latin typeface="+mn-lt"/>
          <a:ea typeface="+mn-ea"/>
          <a:cs typeface="+mn-cs"/>
        </a:defRPr>
      </a:lvl3pPr>
      <a:lvl4pPr marL="1028613" algn="l" defTabSz="685742" rtl="0" eaLnBrk="1" latinLnBrk="0" hangingPunct="1">
        <a:defRPr sz="1425" kern="1200">
          <a:solidFill>
            <a:schemeClr val="tx1"/>
          </a:solidFill>
          <a:latin typeface="+mn-lt"/>
          <a:ea typeface="+mn-ea"/>
          <a:cs typeface="+mn-cs"/>
        </a:defRPr>
      </a:lvl4pPr>
      <a:lvl5pPr marL="1371486" algn="l" defTabSz="685742" rtl="0" eaLnBrk="1" latinLnBrk="0" hangingPunct="1">
        <a:defRPr sz="1425" kern="1200">
          <a:solidFill>
            <a:schemeClr val="tx1"/>
          </a:solidFill>
          <a:latin typeface="+mn-lt"/>
          <a:ea typeface="+mn-ea"/>
          <a:cs typeface="+mn-cs"/>
        </a:defRPr>
      </a:lvl5pPr>
      <a:lvl6pPr marL="1714358" algn="l" defTabSz="685742" rtl="0" eaLnBrk="1" latinLnBrk="0" hangingPunct="1">
        <a:defRPr sz="1425" kern="1200">
          <a:solidFill>
            <a:schemeClr val="tx1"/>
          </a:solidFill>
          <a:latin typeface="+mn-lt"/>
          <a:ea typeface="+mn-ea"/>
          <a:cs typeface="+mn-cs"/>
        </a:defRPr>
      </a:lvl6pPr>
      <a:lvl7pPr marL="2057228" algn="l" defTabSz="685742" rtl="0" eaLnBrk="1" latinLnBrk="0" hangingPunct="1">
        <a:defRPr sz="1425" kern="1200">
          <a:solidFill>
            <a:schemeClr val="tx1"/>
          </a:solidFill>
          <a:latin typeface="+mn-lt"/>
          <a:ea typeface="+mn-ea"/>
          <a:cs typeface="+mn-cs"/>
        </a:defRPr>
      </a:lvl7pPr>
      <a:lvl8pPr marL="2400099" algn="l" defTabSz="685742" rtl="0" eaLnBrk="1" latinLnBrk="0" hangingPunct="1">
        <a:defRPr sz="1425" kern="1200">
          <a:solidFill>
            <a:schemeClr val="tx1"/>
          </a:solidFill>
          <a:latin typeface="+mn-lt"/>
          <a:ea typeface="+mn-ea"/>
          <a:cs typeface="+mn-cs"/>
        </a:defRPr>
      </a:lvl8pPr>
      <a:lvl9pPr marL="2742971" algn="l" defTabSz="685742" rtl="0" eaLnBrk="1" latinLnBrk="0" hangingPunct="1">
        <a:defRPr sz="142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9436" y="228601"/>
            <a:ext cx="8363938" cy="561051"/>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389436" y="1447800"/>
            <a:ext cx="8363937" cy="1500667"/>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585778878"/>
      </p:ext>
    </p:extLst>
  </p:cSld>
  <p:clrMap bg1="lt1" tx1="dk1" bg2="lt2" tx2="dk2" accent1="accent1" accent2="accent2" accent3="accent3" accent4="accent4" accent5="accent5" accent6="accent6" hlink="hlink" folHlink="folHlink"/>
  <p:sldLayoutIdLst>
    <p:sldLayoutId id="2147483812" r:id="rId1"/>
    <p:sldLayoutId id="2147483813" r:id="rId2"/>
    <p:sldLayoutId id="2147483814" r:id="rId3"/>
    <p:sldLayoutId id="2147483815" r:id="rId4"/>
    <p:sldLayoutId id="2147483816" r:id="rId5"/>
    <p:sldLayoutId id="2147483817" r:id="rId6"/>
    <p:sldLayoutId id="2147483818" r:id="rId7"/>
    <p:sldLayoutId id="2147483819" r:id="rId8"/>
    <p:sldLayoutId id="2147483820" r:id="rId9"/>
    <p:sldLayoutId id="2147483821" r:id="rId10"/>
    <p:sldLayoutId id="2147483822" r:id="rId11"/>
    <p:sldLayoutId id="2147483823" r:id="rId12"/>
    <p:sldLayoutId id="2147483824" r:id="rId13"/>
    <p:sldLayoutId id="2147483825" r:id="rId14"/>
    <p:sldLayoutId id="2147483826" r:id="rId15"/>
    <p:sldLayoutId id="2147483827" r:id="rId16"/>
    <p:sldLayoutId id="2147483828" r:id="rId17"/>
    <p:sldLayoutId id="2147483829" r:id="rId18"/>
    <p:sldLayoutId id="2147483830" r:id="rId19"/>
    <p:sldLayoutId id="2147483831" r:id="rId20"/>
  </p:sldLayoutIdLst>
  <p:transition>
    <p:fade/>
  </p:transition>
  <p:timing>
    <p:tnLst>
      <p:par>
        <p:cTn id="1" dur="indefinite" restart="never" nodeType="tmRoot"/>
      </p:par>
    </p:tnLst>
  </p:timing>
  <p:txStyles>
    <p:titleStyle>
      <a:lvl1pPr algn="l" defTabSz="685955" rtl="0" eaLnBrk="1" latinLnBrk="0" hangingPunct="1">
        <a:lnSpc>
          <a:spcPct val="90000"/>
        </a:lnSpc>
        <a:spcBef>
          <a:spcPct val="0"/>
        </a:spcBef>
        <a:buNone/>
        <a:defRPr lang="en-US" sz="4051" b="0" kern="1200" cap="none" spc="-75"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345373" indent="-345373" algn="l" defTabSz="685955" rtl="0" eaLnBrk="1" latinLnBrk="0" hangingPunct="1">
        <a:lnSpc>
          <a:spcPct val="90000"/>
        </a:lnSpc>
        <a:spcBef>
          <a:spcPct val="20000"/>
        </a:spcBef>
        <a:buSzPct val="80000"/>
        <a:buFont typeface="Arial" pitchFamily="34" charset="0"/>
        <a:buChar char="•"/>
        <a:defRPr sz="2401" kern="1200">
          <a:gradFill>
            <a:gsLst>
              <a:gs pos="0">
                <a:srgbClr val="595959"/>
              </a:gs>
              <a:gs pos="86000">
                <a:srgbClr val="595959"/>
              </a:gs>
            </a:gsLst>
            <a:lin ang="5400000" scaled="0"/>
          </a:gradFill>
          <a:latin typeface="+mn-lt"/>
          <a:ea typeface="+mn-ea"/>
          <a:cs typeface="+mn-cs"/>
        </a:defRPr>
      </a:lvl1pPr>
      <a:lvl2pPr marL="641918" indent="-296545" algn="l" defTabSz="685955" rtl="0" eaLnBrk="1" latinLnBrk="0" hangingPunct="1">
        <a:lnSpc>
          <a:spcPct val="90000"/>
        </a:lnSpc>
        <a:spcBef>
          <a:spcPct val="20000"/>
        </a:spcBef>
        <a:buSzPct val="80000"/>
        <a:buFont typeface="Arial" pitchFamily="34" charset="0"/>
        <a:buChar char="•"/>
        <a:defRPr sz="2101" kern="1200">
          <a:gradFill>
            <a:gsLst>
              <a:gs pos="0">
                <a:srgbClr val="595959"/>
              </a:gs>
              <a:gs pos="86000">
                <a:srgbClr val="595959"/>
              </a:gs>
            </a:gsLst>
            <a:lin ang="5400000" scaled="0"/>
          </a:gradFill>
          <a:latin typeface="+mn-lt"/>
          <a:ea typeface="+mn-ea"/>
          <a:cs typeface="+mn-cs"/>
        </a:defRPr>
      </a:lvl2pPr>
      <a:lvl3pPr marL="944418" indent="-302499" algn="l" defTabSz="685955" rtl="0" eaLnBrk="1" latinLnBrk="0" hangingPunct="1">
        <a:lnSpc>
          <a:spcPct val="90000"/>
        </a:lnSpc>
        <a:spcBef>
          <a:spcPct val="20000"/>
        </a:spcBef>
        <a:buSzPct val="80000"/>
        <a:buFont typeface="Arial" pitchFamily="34" charset="0"/>
        <a:buChar char="•"/>
        <a:defRPr sz="1800" kern="1200">
          <a:gradFill>
            <a:gsLst>
              <a:gs pos="0">
                <a:srgbClr val="595959"/>
              </a:gs>
              <a:gs pos="86000">
                <a:srgbClr val="595959"/>
              </a:gs>
            </a:gsLst>
            <a:lin ang="5400000" scaled="0"/>
          </a:gradFill>
          <a:latin typeface="+mn-lt"/>
          <a:ea typeface="+mn-ea"/>
          <a:cs typeface="+mn-cs"/>
        </a:defRPr>
      </a:lvl3pPr>
      <a:lvl4pPr marL="1204043" indent="-259625" algn="l" defTabSz="685955" rtl="0" eaLnBrk="1" latinLnBrk="0" hangingPunct="1">
        <a:lnSpc>
          <a:spcPct val="90000"/>
        </a:lnSpc>
        <a:spcBef>
          <a:spcPct val="20000"/>
        </a:spcBef>
        <a:buSzPct val="80000"/>
        <a:buFont typeface="Arial" pitchFamily="34" charset="0"/>
        <a:buChar char="•"/>
        <a:defRPr sz="1500" kern="1200">
          <a:gradFill>
            <a:gsLst>
              <a:gs pos="0">
                <a:srgbClr val="595959"/>
              </a:gs>
              <a:gs pos="86000">
                <a:srgbClr val="595959"/>
              </a:gs>
            </a:gsLst>
            <a:lin ang="5400000" scaled="0"/>
          </a:gradFill>
          <a:latin typeface="+mn-lt"/>
          <a:ea typeface="+mn-ea"/>
          <a:cs typeface="+mn-cs"/>
        </a:defRPr>
      </a:lvl4pPr>
      <a:lvl5pPr marL="1456523" indent="-252480" algn="l" defTabSz="685955" rtl="0" eaLnBrk="1" latinLnBrk="0" hangingPunct="1">
        <a:lnSpc>
          <a:spcPct val="90000"/>
        </a:lnSpc>
        <a:spcBef>
          <a:spcPct val="20000"/>
        </a:spcBef>
        <a:buSzPct val="80000"/>
        <a:buFont typeface="Arial" pitchFamily="34" charset="0"/>
        <a:buChar char="•"/>
        <a:defRPr sz="1500" kern="1200">
          <a:gradFill>
            <a:gsLst>
              <a:gs pos="0">
                <a:srgbClr val="595959"/>
              </a:gs>
              <a:gs pos="86000">
                <a:srgbClr val="595959"/>
              </a:gs>
            </a:gsLst>
            <a:lin ang="5400000" scaled="0"/>
          </a:gradFill>
          <a:latin typeface="+mn-lt"/>
          <a:ea typeface="+mn-ea"/>
          <a:cs typeface="+mn-cs"/>
        </a:defRPr>
      </a:lvl5pPr>
      <a:lvl6pPr marL="1886377"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9355"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2333"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5311" indent="-171489" algn="l" defTabSz="685955"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955" rtl="0" eaLnBrk="1" latinLnBrk="0" hangingPunct="1">
        <a:defRPr sz="1350" kern="1200">
          <a:solidFill>
            <a:schemeClr val="tx1"/>
          </a:solidFill>
          <a:latin typeface="+mn-lt"/>
          <a:ea typeface="+mn-ea"/>
          <a:cs typeface="+mn-cs"/>
        </a:defRPr>
      </a:lvl1pPr>
      <a:lvl2pPr marL="342978" algn="l" defTabSz="685955" rtl="0" eaLnBrk="1" latinLnBrk="0" hangingPunct="1">
        <a:defRPr sz="1350" kern="1200">
          <a:solidFill>
            <a:schemeClr val="tx1"/>
          </a:solidFill>
          <a:latin typeface="+mn-lt"/>
          <a:ea typeface="+mn-ea"/>
          <a:cs typeface="+mn-cs"/>
        </a:defRPr>
      </a:lvl2pPr>
      <a:lvl3pPr marL="685955" algn="l" defTabSz="685955" rtl="0" eaLnBrk="1" latinLnBrk="0" hangingPunct="1">
        <a:defRPr sz="1350" kern="1200">
          <a:solidFill>
            <a:schemeClr val="tx1"/>
          </a:solidFill>
          <a:latin typeface="+mn-lt"/>
          <a:ea typeface="+mn-ea"/>
          <a:cs typeface="+mn-cs"/>
        </a:defRPr>
      </a:lvl3pPr>
      <a:lvl4pPr marL="1028933" algn="l" defTabSz="685955" rtl="0" eaLnBrk="1" latinLnBrk="0" hangingPunct="1">
        <a:defRPr sz="1350" kern="1200">
          <a:solidFill>
            <a:schemeClr val="tx1"/>
          </a:solidFill>
          <a:latin typeface="+mn-lt"/>
          <a:ea typeface="+mn-ea"/>
          <a:cs typeface="+mn-cs"/>
        </a:defRPr>
      </a:lvl4pPr>
      <a:lvl5pPr marL="1371911" algn="l" defTabSz="685955" rtl="0" eaLnBrk="1" latinLnBrk="0" hangingPunct="1">
        <a:defRPr sz="1350" kern="1200">
          <a:solidFill>
            <a:schemeClr val="tx1"/>
          </a:solidFill>
          <a:latin typeface="+mn-lt"/>
          <a:ea typeface="+mn-ea"/>
          <a:cs typeface="+mn-cs"/>
        </a:defRPr>
      </a:lvl5pPr>
      <a:lvl6pPr marL="1714889" algn="l" defTabSz="685955" rtl="0" eaLnBrk="1" latinLnBrk="0" hangingPunct="1">
        <a:defRPr sz="1350" kern="1200">
          <a:solidFill>
            <a:schemeClr val="tx1"/>
          </a:solidFill>
          <a:latin typeface="+mn-lt"/>
          <a:ea typeface="+mn-ea"/>
          <a:cs typeface="+mn-cs"/>
        </a:defRPr>
      </a:lvl6pPr>
      <a:lvl7pPr marL="2057866" algn="l" defTabSz="685955" rtl="0" eaLnBrk="1" latinLnBrk="0" hangingPunct="1">
        <a:defRPr sz="1350" kern="1200">
          <a:solidFill>
            <a:schemeClr val="tx1"/>
          </a:solidFill>
          <a:latin typeface="+mn-lt"/>
          <a:ea typeface="+mn-ea"/>
          <a:cs typeface="+mn-cs"/>
        </a:defRPr>
      </a:lvl7pPr>
      <a:lvl8pPr marL="2400844" algn="l" defTabSz="685955" rtl="0" eaLnBrk="1" latinLnBrk="0" hangingPunct="1">
        <a:defRPr sz="1350" kern="1200">
          <a:solidFill>
            <a:schemeClr val="tx1"/>
          </a:solidFill>
          <a:latin typeface="+mn-lt"/>
          <a:ea typeface="+mn-ea"/>
          <a:cs typeface="+mn-cs"/>
        </a:defRPr>
      </a:lvl8pPr>
      <a:lvl9pPr marL="2743822" algn="l" defTabSz="685955"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86381"/>
            <a:ext cx="8363938" cy="734625"/>
          </a:xfrm>
          <a:prstGeom prst="rect">
            <a:avLst/>
          </a:prstGeom>
        </p:spPr>
        <p:txBody>
          <a:bodyPr vert="horz" wrap="square" lIns="146304" tIns="91440" rIns="146304" bIns="91440" rtlCol="0" anchor="t">
            <a:spAutoFit/>
          </a:bodyPr>
          <a:lstStyle/>
          <a:p>
            <a:r>
              <a:rPr lang="en-US" smtClean="0"/>
              <a:t>Click to edit Master title style</a:t>
            </a:r>
            <a:endParaRPr lang="en-US" dirty="0"/>
          </a:p>
        </p:txBody>
      </p:sp>
      <p:sp>
        <p:nvSpPr>
          <p:cNvPr id="4" name="Text Placeholder 3"/>
          <p:cNvSpPr>
            <a:spLocks noGrp="1"/>
          </p:cNvSpPr>
          <p:nvPr>
            <p:ph type="body" idx="1"/>
          </p:nvPr>
        </p:nvSpPr>
        <p:spPr>
          <a:xfrm>
            <a:off x="199547" y="1187621"/>
            <a:ext cx="8366320" cy="1997213"/>
          </a:xfrm>
          <a:prstGeom prst="rect">
            <a:avLst/>
          </a:prstGeom>
        </p:spPr>
        <p:txBody>
          <a:bodyPr vert="horz" lIns="182880" tIns="146304" rIns="182880" bIns="146304"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2"/>
          <p:cNvSpPr>
            <a:spLocks noGrp="1"/>
          </p:cNvSpPr>
          <p:nvPr>
            <p:ph type="sldNum" sz="quarter" idx="4"/>
          </p:nvPr>
        </p:nvSpPr>
        <p:spPr>
          <a:xfrm>
            <a:off x="8565868" y="6475241"/>
            <a:ext cx="376204" cy="91692"/>
          </a:xfrm>
          <a:prstGeom prst="rect">
            <a:avLst/>
          </a:prstGeom>
          <a:noFill/>
        </p:spPr>
        <p:txBody>
          <a:bodyPr wrap="square" lIns="0" tIns="0" rIns="182880" bIns="0" rtlCol="0" anchor="b" anchorCtr="0">
            <a:spAutoFit/>
          </a:bodyPr>
          <a:lstStyle>
            <a:lvl1pPr algn="r">
              <a:defRPr lang="en-US" sz="662" spc="-15" baseline="0" smtClean="0">
                <a:gradFill>
                  <a:gsLst>
                    <a:gs pos="0">
                      <a:schemeClr val="tx1"/>
                    </a:gs>
                    <a:gs pos="100000">
                      <a:schemeClr val="tx1"/>
                    </a:gs>
                  </a:gsLst>
                  <a:lin ang="5400000" scaled="0"/>
                </a:gradFill>
              </a:defRPr>
            </a:lvl1p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3824699457"/>
      </p:ext>
    </p:extLst>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39" r:id="rId7"/>
    <p:sldLayoutId id="2147483840" r:id="rId8"/>
    <p:sldLayoutId id="2147483841" r:id="rId9"/>
    <p:sldLayoutId id="2147483842" r:id="rId10"/>
    <p:sldLayoutId id="2147483843" r:id="rId11"/>
    <p:sldLayoutId id="2147483844" r:id="rId12"/>
    <p:sldLayoutId id="2147483845" r:id="rId13"/>
    <p:sldLayoutId id="2147483846" r:id="rId14"/>
    <p:sldLayoutId id="2147483847" r:id="rId15"/>
    <p:sldLayoutId id="2147483848" r:id="rId16"/>
    <p:sldLayoutId id="2147483849" r:id="rId17"/>
    <p:sldLayoutId id="2147483850" r:id="rId18"/>
    <p:sldLayoutId id="2147483851" r:id="rId19"/>
    <p:sldLayoutId id="2147483852" r:id="rId20"/>
    <p:sldLayoutId id="2147483853" r:id="rId21"/>
    <p:sldLayoutId id="2147483854" r:id="rId22"/>
    <p:sldLayoutId id="2147483855" r:id="rId23"/>
  </p:sldLayoutIdLst>
  <p:transition>
    <p:fade/>
  </p:transition>
  <p:timing>
    <p:tnLst>
      <p:par>
        <p:cTn id="1" dur="indefinite" restart="never" nodeType="tmRoot"/>
      </p:par>
    </p:tnLst>
  </p:timing>
  <p:txStyles>
    <p:title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254811" marR="0" indent="-254811" algn="l" defTabSz="685818" rtl="0" eaLnBrk="1" fontAlgn="auto" latinLnBrk="0" hangingPunct="1">
        <a:lnSpc>
          <a:spcPct val="90000"/>
        </a:lnSpc>
        <a:spcBef>
          <a:spcPct val="20000"/>
        </a:spcBef>
        <a:spcAft>
          <a:spcPts val="0"/>
        </a:spcAft>
        <a:buClrTx/>
        <a:buSzPct val="90000"/>
        <a:buFont typeface="Arial" pitchFamily="34" charset="0"/>
        <a:buChar char="•"/>
        <a:tabLst/>
        <a:defRPr sz="2941" kern="1200" spc="-53" baseline="0">
          <a:gradFill>
            <a:gsLst>
              <a:gs pos="1250">
                <a:schemeClr val="tx1"/>
              </a:gs>
              <a:gs pos="100000">
                <a:schemeClr val="tx1"/>
              </a:gs>
            </a:gsLst>
            <a:lin ang="5400000" scaled="0"/>
          </a:gradFill>
          <a:latin typeface="+mj-lt"/>
          <a:ea typeface="+mn-ea"/>
          <a:cs typeface="+mn-cs"/>
        </a:defRPr>
      </a:lvl1pPr>
      <a:lvl2pPr marL="429844" marR="0" indent="-175034" algn="l" defTabSz="685818" rtl="0" eaLnBrk="1" fontAlgn="auto" latinLnBrk="0" hangingPunct="1">
        <a:lnSpc>
          <a:spcPct val="90000"/>
        </a:lnSpc>
        <a:spcBef>
          <a:spcPct val="20000"/>
        </a:spcBef>
        <a:spcAft>
          <a:spcPts val="0"/>
        </a:spcAft>
        <a:buClrTx/>
        <a:buSzPct val="90000"/>
        <a:buFont typeface="Wingdings" pitchFamily="2" charset="2"/>
        <a:buChar char=""/>
        <a:tabLst/>
        <a:defRPr sz="2059" kern="1200" spc="0" baseline="0">
          <a:gradFill>
            <a:gsLst>
              <a:gs pos="1250">
                <a:schemeClr val="tx1"/>
              </a:gs>
              <a:gs pos="100000">
                <a:schemeClr val="tx1"/>
              </a:gs>
            </a:gsLst>
            <a:lin ang="5400000" scaled="0"/>
          </a:gradFill>
          <a:latin typeface="+mn-lt"/>
          <a:ea typeface="+mn-ea"/>
          <a:cs typeface="+mn-cs"/>
        </a:defRPr>
      </a:lvl2pPr>
      <a:lvl3pPr marL="598924" marR="0" indent="-169080" algn="l" defTabSz="685818" rtl="0" eaLnBrk="1" fontAlgn="auto" latinLnBrk="0" hangingPunct="1">
        <a:lnSpc>
          <a:spcPct val="90000"/>
        </a:lnSpc>
        <a:spcBef>
          <a:spcPct val="20000"/>
        </a:spcBef>
        <a:spcAft>
          <a:spcPts val="0"/>
        </a:spcAft>
        <a:buClrTx/>
        <a:buSzPct val="90000"/>
        <a:buFont typeface="Wingdings" pitchFamily="2" charset="2"/>
        <a:buChar char=""/>
        <a:tabLst>
          <a:tab pos="598924" algn="l"/>
        </a:tabLst>
        <a:defRPr sz="2059" kern="1200" spc="0" baseline="0">
          <a:gradFill>
            <a:gsLst>
              <a:gs pos="1250">
                <a:schemeClr val="tx1"/>
              </a:gs>
              <a:gs pos="100000">
                <a:schemeClr val="tx1"/>
              </a:gs>
            </a:gsLst>
            <a:lin ang="5400000" scaled="0"/>
          </a:gradFill>
          <a:latin typeface="+mn-lt"/>
          <a:ea typeface="+mn-ea"/>
          <a:cs typeface="+mn-cs"/>
        </a:defRPr>
      </a:lvl3pPr>
      <a:lvl4pPr marL="772768" marR="0" indent="-173843" algn="l" defTabSz="685818" rtl="0" eaLnBrk="1" fontAlgn="auto" latinLnBrk="0" hangingPunct="1">
        <a:lnSpc>
          <a:spcPct val="90000"/>
        </a:lnSpc>
        <a:spcBef>
          <a:spcPct val="20000"/>
        </a:spcBef>
        <a:spcAft>
          <a:spcPts val="0"/>
        </a:spcAft>
        <a:buClrTx/>
        <a:buSzPct val="90000"/>
        <a:buFont typeface="Wingdings" pitchFamily="2" charset="2"/>
        <a:buChar char=""/>
        <a:tabLst/>
        <a:defRPr sz="1764" kern="1200" spc="0" baseline="0">
          <a:gradFill>
            <a:gsLst>
              <a:gs pos="1250">
                <a:schemeClr val="tx1"/>
              </a:gs>
              <a:gs pos="100000">
                <a:schemeClr val="tx1"/>
              </a:gs>
            </a:gsLst>
            <a:lin ang="5400000" scaled="0"/>
          </a:gradFill>
          <a:latin typeface="+mn-lt"/>
          <a:ea typeface="+mn-ea"/>
          <a:cs typeface="+mn-cs"/>
        </a:defRPr>
      </a:lvl4pPr>
      <a:lvl5pPr marL="941848" marR="0" indent="-169080" algn="l" defTabSz="685818" rtl="0" eaLnBrk="1" fontAlgn="auto" latinLnBrk="0" hangingPunct="1">
        <a:lnSpc>
          <a:spcPct val="90000"/>
        </a:lnSpc>
        <a:spcBef>
          <a:spcPct val="20000"/>
        </a:spcBef>
        <a:spcAft>
          <a:spcPts val="0"/>
        </a:spcAft>
        <a:buClrTx/>
        <a:buSzPct val="90000"/>
        <a:buFont typeface="Wingdings" pitchFamily="2" charset="2"/>
        <a:buChar char=""/>
        <a:tabLst>
          <a:tab pos="941848" algn="l"/>
        </a:tabLst>
        <a:defRPr sz="1764" kern="1200" spc="0" baseline="0">
          <a:gradFill>
            <a:gsLst>
              <a:gs pos="1250">
                <a:schemeClr val="tx1"/>
              </a:gs>
              <a:gs pos="100000">
                <a:schemeClr val="tx1"/>
              </a:gs>
            </a:gsLst>
            <a:lin ang="5400000" scaled="0"/>
          </a:gradFill>
          <a:latin typeface="+mn-lt"/>
          <a:ea typeface="+mn-ea"/>
          <a:cs typeface="+mn-cs"/>
        </a:defRPr>
      </a:lvl5pPr>
      <a:lvl6pPr marL="1886000"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6pPr>
      <a:lvl7pPr marL="2228909"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7pPr>
      <a:lvl8pPr marL="2571818"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8pPr>
      <a:lvl9pPr marL="2914728"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9pPr>
    </p:bodyStyle>
    <p:otherStyle>
      <a:defPPr>
        <a:defRPr lang="en-US"/>
      </a:defPPr>
      <a:lvl1pPr marL="0" algn="l" defTabSz="685818" rtl="0" eaLnBrk="1" latinLnBrk="0" hangingPunct="1">
        <a:defRPr sz="1323" kern="1200">
          <a:solidFill>
            <a:schemeClr val="tx1"/>
          </a:solidFill>
          <a:latin typeface="+mn-lt"/>
          <a:ea typeface="+mn-ea"/>
          <a:cs typeface="+mn-cs"/>
        </a:defRPr>
      </a:lvl1pPr>
      <a:lvl2pPr marL="342909" algn="l" defTabSz="685818" rtl="0" eaLnBrk="1" latinLnBrk="0" hangingPunct="1">
        <a:defRPr sz="1323" kern="1200">
          <a:solidFill>
            <a:schemeClr val="tx1"/>
          </a:solidFill>
          <a:latin typeface="+mn-lt"/>
          <a:ea typeface="+mn-ea"/>
          <a:cs typeface="+mn-cs"/>
        </a:defRPr>
      </a:lvl2pPr>
      <a:lvl3pPr marL="685818" algn="l" defTabSz="685818" rtl="0" eaLnBrk="1" latinLnBrk="0" hangingPunct="1">
        <a:defRPr sz="1323" kern="1200">
          <a:solidFill>
            <a:schemeClr val="tx1"/>
          </a:solidFill>
          <a:latin typeface="+mn-lt"/>
          <a:ea typeface="+mn-ea"/>
          <a:cs typeface="+mn-cs"/>
        </a:defRPr>
      </a:lvl3pPr>
      <a:lvl4pPr marL="1028728" algn="l" defTabSz="685818" rtl="0" eaLnBrk="1" latinLnBrk="0" hangingPunct="1">
        <a:defRPr sz="1323" kern="1200">
          <a:solidFill>
            <a:schemeClr val="tx1"/>
          </a:solidFill>
          <a:latin typeface="+mn-lt"/>
          <a:ea typeface="+mn-ea"/>
          <a:cs typeface="+mn-cs"/>
        </a:defRPr>
      </a:lvl4pPr>
      <a:lvl5pPr marL="1371636" algn="l" defTabSz="685818" rtl="0" eaLnBrk="1" latinLnBrk="0" hangingPunct="1">
        <a:defRPr sz="1323" kern="1200">
          <a:solidFill>
            <a:schemeClr val="tx1"/>
          </a:solidFill>
          <a:latin typeface="+mn-lt"/>
          <a:ea typeface="+mn-ea"/>
          <a:cs typeface="+mn-cs"/>
        </a:defRPr>
      </a:lvl5pPr>
      <a:lvl6pPr marL="1714546" algn="l" defTabSz="685818" rtl="0" eaLnBrk="1" latinLnBrk="0" hangingPunct="1">
        <a:defRPr sz="1323" kern="1200">
          <a:solidFill>
            <a:schemeClr val="tx1"/>
          </a:solidFill>
          <a:latin typeface="+mn-lt"/>
          <a:ea typeface="+mn-ea"/>
          <a:cs typeface="+mn-cs"/>
        </a:defRPr>
      </a:lvl6pPr>
      <a:lvl7pPr marL="2057454" algn="l" defTabSz="685818" rtl="0" eaLnBrk="1" latinLnBrk="0" hangingPunct="1">
        <a:defRPr sz="1323" kern="1200">
          <a:solidFill>
            <a:schemeClr val="tx1"/>
          </a:solidFill>
          <a:latin typeface="+mn-lt"/>
          <a:ea typeface="+mn-ea"/>
          <a:cs typeface="+mn-cs"/>
        </a:defRPr>
      </a:lvl7pPr>
      <a:lvl8pPr marL="2400364" algn="l" defTabSz="685818" rtl="0" eaLnBrk="1" latinLnBrk="0" hangingPunct="1">
        <a:defRPr sz="1323" kern="1200">
          <a:solidFill>
            <a:schemeClr val="tx1"/>
          </a:solidFill>
          <a:latin typeface="+mn-lt"/>
          <a:ea typeface="+mn-ea"/>
          <a:cs typeface="+mn-cs"/>
        </a:defRPr>
      </a:lvl8pPr>
      <a:lvl9pPr marL="2743274" algn="l" defTabSz="685818" rtl="0" eaLnBrk="1" latinLnBrk="0" hangingPunct="1">
        <a:defRPr sz="1323"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814" y="365126"/>
            <a:ext cx="7886372"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814" y="1825625"/>
            <a:ext cx="7886372"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814" y="6356351"/>
            <a:ext cx="2056745"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CDCEE30F-C350-4C1B-B9C0-0BA22D7C25DF}" type="datetimeFigureOut">
              <a:rPr lang="en-US" smtClean="0"/>
              <a:t>9/16/2013</a:t>
            </a:fld>
            <a:endParaRPr lang="en-US"/>
          </a:p>
        </p:txBody>
      </p:sp>
      <p:sp>
        <p:nvSpPr>
          <p:cNvPr id="5" name="Footer Placeholder 4"/>
          <p:cNvSpPr>
            <a:spLocks noGrp="1"/>
          </p:cNvSpPr>
          <p:nvPr>
            <p:ph type="ftr" sz="quarter" idx="3"/>
          </p:nvPr>
        </p:nvSpPr>
        <p:spPr>
          <a:xfrm>
            <a:off x="3028548" y="6356351"/>
            <a:ext cx="3086904"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8441" y="6356351"/>
            <a:ext cx="2056745"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488B6AB-4FE2-415A-B643-D17309C25CC8}" type="slidenum">
              <a:rPr lang="en-US" smtClean="0"/>
              <a:t>‹#›</a:t>
            </a:fld>
            <a:endParaRPr lang="en-US"/>
          </a:p>
        </p:txBody>
      </p:sp>
    </p:spTree>
    <p:extLst>
      <p:ext uri="{BB962C8B-B14F-4D97-AF65-F5344CB8AC3E}">
        <p14:creationId xmlns:p14="http://schemas.microsoft.com/office/powerpoint/2010/main" val="2537602221"/>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xStyles>
    <p:titleStyle>
      <a:lvl1pPr algn="l" defTabSz="685983" rtl="0" eaLnBrk="1" latinLnBrk="0" hangingPunct="1">
        <a:lnSpc>
          <a:spcPct val="90000"/>
        </a:lnSpc>
        <a:spcBef>
          <a:spcPct val="0"/>
        </a:spcBef>
        <a:buNone/>
        <a:defRPr sz="3301" kern="1200">
          <a:solidFill>
            <a:schemeClr val="tx1"/>
          </a:solidFill>
          <a:latin typeface="+mj-lt"/>
          <a:ea typeface="+mj-ea"/>
          <a:cs typeface="+mj-cs"/>
        </a:defRPr>
      </a:lvl1pPr>
    </p:titleStyle>
    <p:bodyStyle>
      <a:lvl1pPr marL="171496" indent="-171496" algn="l" defTabSz="685983" rtl="0" eaLnBrk="1" latinLnBrk="0" hangingPunct="1">
        <a:lnSpc>
          <a:spcPct val="90000"/>
        </a:lnSpc>
        <a:spcBef>
          <a:spcPts val="750"/>
        </a:spcBef>
        <a:buFont typeface="Arial" panose="020B0604020202020204" pitchFamily="34" charset="0"/>
        <a:buChar char="•"/>
        <a:defRPr sz="2101" kern="1200">
          <a:solidFill>
            <a:schemeClr val="tx1"/>
          </a:solidFill>
          <a:latin typeface="+mn-lt"/>
          <a:ea typeface="+mn-ea"/>
          <a:cs typeface="+mn-cs"/>
        </a:defRPr>
      </a:lvl1pPr>
      <a:lvl2pPr marL="514487" indent="-171496" algn="l" defTabSz="685983"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479" indent="-171496" algn="l" defTabSz="685983"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470"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461"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6453"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9444"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2436"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5427" indent="-171496" algn="l" defTabSz="6859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983" rtl="0" eaLnBrk="1" latinLnBrk="0" hangingPunct="1">
        <a:defRPr sz="1350" kern="1200">
          <a:solidFill>
            <a:schemeClr val="tx1"/>
          </a:solidFill>
          <a:latin typeface="+mn-lt"/>
          <a:ea typeface="+mn-ea"/>
          <a:cs typeface="+mn-cs"/>
        </a:defRPr>
      </a:lvl1pPr>
      <a:lvl2pPr marL="342991" algn="l" defTabSz="685983" rtl="0" eaLnBrk="1" latinLnBrk="0" hangingPunct="1">
        <a:defRPr sz="1350" kern="1200">
          <a:solidFill>
            <a:schemeClr val="tx1"/>
          </a:solidFill>
          <a:latin typeface="+mn-lt"/>
          <a:ea typeface="+mn-ea"/>
          <a:cs typeface="+mn-cs"/>
        </a:defRPr>
      </a:lvl2pPr>
      <a:lvl3pPr marL="685983" algn="l" defTabSz="685983" rtl="0" eaLnBrk="1" latinLnBrk="0" hangingPunct="1">
        <a:defRPr sz="1350" kern="1200">
          <a:solidFill>
            <a:schemeClr val="tx1"/>
          </a:solidFill>
          <a:latin typeface="+mn-lt"/>
          <a:ea typeface="+mn-ea"/>
          <a:cs typeface="+mn-cs"/>
        </a:defRPr>
      </a:lvl3pPr>
      <a:lvl4pPr marL="1028974" algn="l" defTabSz="685983" rtl="0" eaLnBrk="1" latinLnBrk="0" hangingPunct="1">
        <a:defRPr sz="1350" kern="1200">
          <a:solidFill>
            <a:schemeClr val="tx1"/>
          </a:solidFill>
          <a:latin typeface="+mn-lt"/>
          <a:ea typeface="+mn-ea"/>
          <a:cs typeface="+mn-cs"/>
        </a:defRPr>
      </a:lvl4pPr>
      <a:lvl5pPr marL="1371966" algn="l" defTabSz="685983" rtl="0" eaLnBrk="1" latinLnBrk="0" hangingPunct="1">
        <a:defRPr sz="1350" kern="1200">
          <a:solidFill>
            <a:schemeClr val="tx1"/>
          </a:solidFill>
          <a:latin typeface="+mn-lt"/>
          <a:ea typeface="+mn-ea"/>
          <a:cs typeface="+mn-cs"/>
        </a:defRPr>
      </a:lvl5pPr>
      <a:lvl6pPr marL="1714957" algn="l" defTabSz="685983" rtl="0" eaLnBrk="1" latinLnBrk="0" hangingPunct="1">
        <a:defRPr sz="1350" kern="1200">
          <a:solidFill>
            <a:schemeClr val="tx1"/>
          </a:solidFill>
          <a:latin typeface="+mn-lt"/>
          <a:ea typeface="+mn-ea"/>
          <a:cs typeface="+mn-cs"/>
        </a:defRPr>
      </a:lvl6pPr>
      <a:lvl7pPr marL="2057949" algn="l" defTabSz="685983" rtl="0" eaLnBrk="1" latinLnBrk="0" hangingPunct="1">
        <a:defRPr sz="1350" kern="1200">
          <a:solidFill>
            <a:schemeClr val="tx1"/>
          </a:solidFill>
          <a:latin typeface="+mn-lt"/>
          <a:ea typeface="+mn-ea"/>
          <a:cs typeface="+mn-cs"/>
        </a:defRPr>
      </a:lvl7pPr>
      <a:lvl8pPr marL="2400940" algn="l" defTabSz="685983" rtl="0" eaLnBrk="1" latinLnBrk="0" hangingPunct="1">
        <a:defRPr sz="1350" kern="1200">
          <a:solidFill>
            <a:schemeClr val="tx1"/>
          </a:solidFill>
          <a:latin typeface="+mn-lt"/>
          <a:ea typeface="+mn-ea"/>
          <a:cs typeface="+mn-cs"/>
        </a:defRPr>
      </a:lvl8pPr>
      <a:lvl9pPr marL="2743932" algn="l" defTabSz="685983"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1930" y="286381"/>
            <a:ext cx="8363938" cy="734625"/>
          </a:xfrm>
          <a:prstGeom prst="rect">
            <a:avLst/>
          </a:prstGeom>
        </p:spPr>
        <p:txBody>
          <a:bodyPr vert="horz" wrap="square" lIns="146304" tIns="91440" rIns="146304" bIns="91440" rtlCol="0" anchor="t">
            <a:spAutoFit/>
          </a:bodyPr>
          <a:lstStyle/>
          <a:p>
            <a:r>
              <a:rPr lang="en-US" smtClean="0"/>
              <a:t>Click to edit Master title style</a:t>
            </a:r>
            <a:endParaRPr lang="en-US" dirty="0"/>
          </a:p>
        </p:txBody>
      </p:sp>
      <p:sp>
        <p:nvSpPr>
          <p:cNvPr id="4" name="Text Placeholder 3"/>
          <p:cNvSpPr>
            <a:spLocks noGrp="1"/>
          </p:cNvSpPr>
          <p:nvPr>
            <p:ph type="body" idx="1"/>
          </p:nvPr>
        </p:nvSpPr>
        <p:spPr>
          <a:xfrm>
            <a:off x="199547" y="1187621"/>
            <a:ext cx="8366320" cy="1997213"/>
          </a:xfrm>
          <a:prstGeom prst="rect">
            <a:avLst/>
          </a:prstGeom>
        </p:spPr>
        <p:txBody>
          <a:bodyPr vert="horz" lIns="182880" tIns="146304" rIns="182880" bIns="146304"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1" name="Slide Number Placeholder 2"/>
          <p:cNvSpPr>
            <a:spLocks noGrp="1"/>
          </p:cNvSpPr>
          <p:nvPr>
            <p:ph type="sldNum" sz="quarter" idx="4"/>
          </p:nvPr>
        </p:nvSpPr>
        <p:spPr>
          <a:xfrm>
            <a:off x="8565868" y="6475241"/>
            <a:ext cx="376204" cy="91692"/>
          </a:xfrm>
          <a:prstGeom prst="rect">
            <a:avLst/>
          </a:prstGeom>
          <a:noFill/>
        </p:spPr>
        <p:txBody>
          <a:bodyPr wrap="square" lIns="0" tIns="0" rIns="182880" bIns="0" rtlCol="0" anchor="b" anchorCtr="0">
            <a:spAutoFit/>
          </a:bodyPr>
          <a:lstStyle>
            <a:lvl1pPr algn="r">
              <a:defRPr lang="en-US" sz="662" spc="-15" baseline="0" smtClean="0">
                <a:gradFill>
                  <a:gsLst>
                    <a:gs pos="0">
                      <a:schemeClr val="tx1"/>
                    </a:gs>
                    <a:gs pos="100000">
                      <a:schemeClr val="tx1"/>
                    </a:gs>
                  </a:gsLst>
                  <a:lin ang="5400000" scaled="0"/>
                </a:gradFill>
              </a:defRPr>
            </a:lvl1pPr>
          </a:lstStyle>
          <a:p>
            <a:pPr>
              <a:lnSpc>
                <a:spcPct val="90000"/>
              </a:lnSpc>
            </a:pPr>
            <a:fld id="{1BC86A1F-E589-44B2-A543-2EC98F5547A7}" type="slidenum">
              <a:rPr lang="en-US" smtClean="0"/>
              <a:pPr>
                <a:lnSpc>
                  <a:spcPct val="90000"/>
                </a:lnSpc>
              </a:pPr>
              <a:t>‹#›</a:t>
            </a:fld>
            <a:endParaRPr lang="en-US" dirty="0"/>
          </a:p>
        </p:txBody>
      </p:sp>
    </p:spTree>
    <p:extLst>
      <p:ext uri="{BB962C8B-B14F-4D97-AF65-F5344CB8AC3E}">
        <p14:creationId xmlns:p14="http://schemas.microsoft.com/office/powerpoint/2010/main" val="452957658"/>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 id="2147483880" r:id="rId12"/>
    <p:sldLayoutId id="2147483881" r:id="rId13"/>
    <p:sldLayoutId id="2147483882" r:id="rId14"/>
    <p:sldLayoutId id="2147483883" r:id="rId15"/>
    <p:sldLayoutId id="2147483884" r:id="rId16"/>
    <p:sldLayoutId id="2147483885" r:id="rId17"/>
    <p:sldLayoutId id="2147483886" r:id="rId18"/>
    <p:sldLayoutId id="2147483887" r:id="rId19"/>
    <p:sldLayoutId id="2147483888" r:id="rId20"/>
    <p:sldLayoutId id="2147483889" r:id="rId21"/>
    <p:sldLayoutId id="2147483890" r:id="rId22"/>
    <p:sldLayoutId id="2147483891" r:id="rId23"/>
  </p:sldLayoutIdLst>
  <p:transition>
    <p:fade/>
  </p:transition>
  <p:timing>
    <p:tnLst>
      <p:par>
        <p:cTn id="1" dur="indefinite" restart="never" nodeType="tmRoot"/>
      </p:par>
    </p:tnLst>
  </p:timing>
  <p:txStyles>
    <p:title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p:titleStyle>
    <p:bodyStyle>
      <a:lvl1pPr marL="254811" marR="0" indent="-254811" algn="l" defTabSz="685818" rtl="0" eaLnBrk="1" fontAlgn="auto" latinLnBrk="0" hangingPunct="1">
        <a:lnSpc>
          <a:spcPct val="90000"/>
        </a:lnSpc>
        <a:spcBef>
          <a:spcPct val="20000"/>
        </a:spcBef>
        <a:spcAft>
          <a:spcPts val="0"/>
        </a:spcAft>
        <a:buClrTx/>
        <a:buSzPct val="90000"/>
        <a:buFont typeface="Arial" pitchFamily="34" charset="0"/>
        <a:buChar char="•"/>
        <a:tabLst/>
        <a:defRPr sz="2941" kern="1200" spc="-53" baseline="0">
          <a:gradFill>
            <a:gsLst>
              <a:gs pos="1250">
                <a:schemeClr val="tx1"/>
              </a:gs>
              <a:gs pos="100000">
                <a:schemeClr val="tx1"/>
              </a:gs>
            </a:gsLst>
            <a:lin ang="5400000" scaled="0"/>
          </a:gradFill>
          <a:latin typeface="+mj-lt"/>
          <a:ea typeface="+mn-ea"/>
          <a:cs typeface="+mn-cs"/>
        </a:defRPr>
      </a:lvl1pPr>
      <a:lvl2pPr marL="429844" marR="0" indent="-175034" algn="l" defTabSz="685818" rtl="0" eaLnBrk="1" fontAlgn="auto" latinLnBrk="0" hangingPunct="1">
        <a:lnSpc>
          <a:spcPct val="90000"/>
        </a:lnSpc>
        <a:spcBef>
          <a:spcPct val="20000"/>
        </a:spcBef>
        <a:spcAft>
          <a:spcPts val="0"/>
        </a:spcAft>
        <a:buClrTx/>
        <a:buSzPct val="90000"/>
        <a:buFont typeface="Wingdings" pitchFamily="2" charset="2"/>
        <a:buChar char=""/>
        <a:tabLst/>
        <a:defRPr sz="2059" kern="1200" spc="0" baseline="0">
          <a:gradFill>
            <a:gsLst>
              <a:gs pos="1250">
                <a:schemeClr val="tx1"/>
              </a:gs>
              <a:gs pos="100000">
                <a:schemeClr val="tx1"/>
              </a:gs>
            </a:gsLst>
            <a:lin ang="5400000" scaled="0"/>
          </a:gradFill>
          <a:latin typeface="+mn-lt"/>
          <a:ea typeface="+mn-ea"/>
          <a:cs typeface="+mn-cs"/>
        </a:defRPr>
      </a:lvl2pPr>
      <a:lvl3pPr marL="598924" marR="0" indent="-169080" algn="l" defTabSz="685818" rtl="0" eaLnBrk="1" fontAlgn="auto" latinLnBrk="0" hangingPunct="1">
        <a:lnSpc>
          <a:spcPct val="90000"/>
        </a:lnSpc>
        <a:spcBef>
          <a:spcPct val="20000"/>
        </a:spcBef>
        <a:spcAft>
          <a:spcPts val="0"/>
        </a:spcAft>
        <a:buClrTx/>
        <a:buSzPct val="90000"/>
        <a:buFont typeface="Wingdings" pitchFamily="2" charset="2"/>
        <a:buChar char=""/>
        <a:tabLst>
          <a:tab pos="598924" algn="l"/>
        </a:tabLst>
        <a:defRPr sz="2059" kern="1200" spc="0" baseline="0">
          <a:gradFill>
            <a:gsLst>
              <a:gs pos="1250">
                <a:schemeClr val="tx1"/>
              </a:gs>
              <a:gs pos="100000">
                <a:schemeClr val="tx1"/>
              </a:gs>
            </a:gsLst>
            <a:lin ang="5400000" scaled="0"/>
          </a:gradFill>
          <a:latin typeface="+mn-lt"/>
          <a:ea typeface="+mn-ea"/>
          <a:cs typeface="+mn-cs"/>
        </a:defRPr>
      </a:lvl3pPr>
      <a:lvl4pPr marL="772768" marR="0" indent="-173843" algn="l" defTabSz="685818" rtl="0" eaLnBrk="1" fontAlgn="auto" latinLnBrk="0" hangingPunct="1">
        <a:lnSpc>
          <a:spcPct val="90000"/>
        </a:lnSpc>
        <a:spcBef>
          <a:spcPct val="20000"/>
        </a:spcBef>
        <a:spcAft>
          <a:spcPts val="0"/>
        </a:spcAft>
        <a:buClrTx/>
        <a:buSzPct val="90000"/>
        <a:buFont typeface="Wingdings" pitchFamily="2" charset="2"/>
        <a:buChar char=""/>
        <a:tabLst/>
        <a:defRPr sz="1764" kern="1200" spc="0" baseline="0">
          <a:gradFill>
            <a:gsLst>
              <a:gs pos="1250">
                <a:schemeClr val="tx1"/>
              </a:gs>
              <a:gs pos="100000">
                <a:schemeClr val="tx1"/>
              </a:gs>
            </a:gsLst>
            <a:lin ang="5400000" scaled="0"/>
          </a:gradFill>
          <a:latin typeface="+mn-lt"/>
          <a:ea typeface="+mn-ea"/>
          <a:cs typeface="+mn-cs"/>
        </a:defRPr>
      </a:lvl4pPr>
      <a:lvl5pPr marL="941848" marR="0" indent="-169080" algn="l" defTabSz="685818" rtl="0" eaLnBrk="1" fontAlgn="auto" latinLnBrk="0" hangingPunct="1">
        <a:lnSpc>
          <a:spcPct val="90000"/>
        </a:lnSpc>
        <a:spcBef>
          <a:spcPct val="20000"/>
        </a:spcBef>
        <a:spcAft>
          <a:spcPts val="0"/>
        </a:spcAft>
        <a:buClrTx/>
        <a:buSzPct val="90000"/>
        <a:buFont typeface="Wingdings" pitchFamily="2" charset="2"/>
        <a:buChar char=""/>
        <a:tabLst>
          <a:tab pos="941848" algn="l"/>
        </a:tabLst>
        <a:defRPr sz="1764" kern="1200" spc="0" baseline="0">
          <a:gradFill>
            <a:gsLst>
              <a:gs pos="1250">
                <a:schemeClr val="tx1"/>
              </a:gs>
              <a:gs pos="100000">
                <a:schemeClr val="tx1"/>
              </a:gs>
            </a:gsLst>
            <a:lin ang="5400000" scaled="0"/>
          </a:gradFill>
          <a:latin typeface="+mn-lt"/>
          <a:ea typeface="+mn-ea"/>
          <a:cs typeface="+mn-cs"/>
        </a:defRPr>
      </a:lvl5pPr>
      <a:lvl6pPr marL="1886000"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6pPr>
      <a:lvl7pPr marL="2228909"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7pPr>
      <a:lvl8pPr marL="2571818"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8pPr>
      <a:lvl9pPr marL="2914728" indent="-171455" algn="l" defTabSz="685818" rtl="0" eaLnBrk="1" latinLnBrk="0" hangingPunct="1">
        <a:spcBef>
          <a:spcPct val="20000"/>
        </a:spcBef>
        <a:buFont typeface="Arial" pitchFamily="34" charset="0"/>
        <a:buChar char="•"/>
        <a:defRPr sz="1470" kern="1200">
          <a:solidFill>
            <a:schemeClr val="tx1"/>
          </a:solidFill>
          <a:latin typeface="+mn-lt"/>
          <a:ea typeface="+mn-ea"/>
          <a:cs typeface="+mn-cs"/>
        </a:defRPr>
      </a:lvl9pPr>
    </p:bodyStyle>
    <p:otherStyle>
      <a:defPPr>
        <a:defRPr lang="en-US"/>
      </a:defPPr>
      <a:lvl1pPr marL="0" algn="l" defTabSz="685818" rtl="0" eaLnBrk="1" latinLnBrk="0" hangingPunct="1">
        <a:defRPr sz="1323" kern="1200">
          <a:solidFill>
            <a:schemeClr val="tx1"/>
          </a:solidFill>
          <a:latin typeface="+mn-lt"/>
          <a:ea typeface="+mn-ea"/>
          <a:cs typeface="+mn-cs"/>
        </a:defRPr>
      </a:lvl1pPr>
      <a:lvl2pPr marL="342909" algn="l" defTabSz="685818" rtl="0" eaLnBrk="1" latinLnBrk="0" hangingPunct="1">
        <a:defRPr sz="1323" kern="1200">
          <a:solidFill>
            <a:schemeClr val="tx1"/>
          </a:solidFill>
          <a:latin typeface="+mn-lt"/>
          <a:ea typeface="+mn-ea"/>
          <a:cs typeface="+mn-cs"/>
        </a:defRPr>
      </a:lvl2pPr>
      <a:lvl3pPr marL="685818" algn="l" defTabSz="685818" rtl="0" eaLnBrk="1" latinLnBrk="0" hangingPunct="1">
        <a:defRPr sz="1323" kern="1200">
          <a:solidFill>
            <a:schemeClr val="tx1"/>
          </a:solidFill>
          <a:latin typeface="+mn-lt"/>
          <a:ea typeface="+mn-ea"/>
          <a:cs typeface="+mn-cs"/>
        </a:defRPr>
      </a:lvl3pPr>
      <a:lvl4pPr marL="1028728" algn="l" defTabSz="685818" rtl="0" eaLnBrk="1" latinLnBrk="0" hangingPunct="1">
        <a:defRPr sz="1323" kern="1200">
          <a:solidFill>
            <a:schemeClr val="tx1"/>
          </a:solidFill>
          <a:latin typeface="+mn-lt"/>
          <a:ea typeface="+mn-ea"/>
          <a:cs typeface="+mn-cs"/>
        </a:defRPr>
      </a:lvl4pPr>
      <a:lvl5pPr marL="1371636" algn="l" defTabSz="685818" rtl="0" eaLnBrk="1" latinLnBrk="0" hangingPunct="1">
        <a:defRPr sz="1323" kern="1200">
          <a:solidFill>
            <a:schemeClr val="tx1"/>
          </a:solidFill>
          <a:latin typeface="+mn-lt"/>
          <a:ea typeface="+mn-ea"/>
          <a:cs typeface="+mn-cs"/>
        </a:defRPr>
      </a:lvl5pPr>
      <a:lvl6pPr marL="1714546" algn="l" defTabSz="685818" rtl="0" eaLnBrk="1" latinLnBrk="0" hangingPunct="1">
        <a:defRPr sz="1323" kern="1200">
          <a:solidFill>
            <a:schemeClr val="tx1"/>
          </a:solidFill>
          <a:latin typeface="+mn-lt"/>
          <a:ea typeface="+mn-ea"/>
          <a:cs typeface="+mn-cs"/>
        </a:defRPr>
      </a:lvl6pPr>
      <a:lvl7pPr marL="2057454" algn="l" defTabSz="685818" rtl="0" eaLnBrk="1" latinLnBrk="0" hangingPunct="1">
        <a:defRPr sz="1323" kern="1200">
          <a:solidFill>
            <a:schemeClr val="tx1"/>
          </a:solidFill>
          <a:latin typeface="+mn-lt"/>
          <a:ea typeface="+mn-ea"/>
          <a:cs typeface="+mn-cs"/>
        </a:defRPr>
      </a:lvl7pPr>
      <a:lvl8pPr marL="2400364" algn="l" defTabSz="685818" rtl="0" eaLnBrk="1" latinLnBrk="0" hangingPunct="1">
        <a:defRPr sz="1323" kern="1200">
          <a:solidFill>
            <a:schemeClr val="tx1"/>
          </a:solidFill>
          <a:latin typeface="+mn-lt"/>
          <a:ea typeface="+mn-ea"/>
          <a:cs typeface="+mn-cs"/>
        </a:defRPr>
      </a:lvl8pPr>
      <a:lvl9pPr marL="2743274" algn="l" defTabSz="685818" rtl="0" eaLnBrk="1" latinLnBrk="0" hangingPunct="1">
        <a:defRPr sz="132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96.xml"/><Relationship Id="rId6" Type="http://schemas.microsoft.com/office/2007/relationships/hdphoto" Target="../media/hdphoto5.wdp"/><Relationship Id="rId5" Type="http://schemas.openxmlformats.org/officeDocument/2006/relationships/image" Target="../media/image21.png"/><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2.png"/><Relationship Id="rId7" Type="http://schemas.microsoft.com/office/2007/relationships/hdphoto" Target="../media/hdphoto5.wdp"/><Relationship Id="rId2" Type="http://schemas.openxmlformats.org/officeDocument/2006/relationships/notesSlide" Target="../notesSlides/notesSlide4.xml"/><Relationship Id="rId1" Type="http://schemas.openxmlformats.org/officeDocument/2006/relationships/slideLayout" Target="../slideLayouts/slideLayout9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96.xml"/><Relationship Id="rId6" Type="http://schemas.microsoft.com/office/2007/relationships/hdphoto" Target="../media/hdphoto5.wdp"/><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96.xml"/><Relationship Id="rId6" Type="http://schemas.openxmlformats.org/officeDocument/2006/relationships/image" Target="../media/image19.png"/><Relationship Id="rId5" Type="http://schemas.microsoft.com/office/2007/relationships/hdphoto" Target="../media/hdphoto5.wdp"/><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7.xml"/></Relationships>
</file>

<file path=ppt/slides/_rels/slide1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png"/><Relationship Id="rId7" Type="http://schemas.microsoft.com/office/2007/relationships/hdphoto" Target="../media/hdphoto5.wdp"/><Relationship Id="rId2" Type="http://schemas.openxmlformats.org/officeDocument/2006/relationships/notesSlide" Target="../notesSlides/notesSlide12.xml"/><Relationship Id="rId1" Type="http://schemas.openxmlformats.org/officeDocument/2006/relationships/slideLayout" Target="../slideLayouts/slideLayout96.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3.xml"/><Relationship Id="rId1" Type="http://schemas.openxmlformats.org/officeDocument/2006/relationships/slideLayout" Target="../slideLayouts/slideLayout96.xml"/><Relationship Id="rId6" Type="http://schemas.microsoft.com/office/2007/relationships/hdphoto" Target="../media/hdphoto5.wdp"/><Relationship Id="rId5" Type="http://schemas.openxmlformats.org/officeDocument/2006/relationships/image" Target="../media/image21.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7.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87.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6.xml"/><Relationship Id="rId1" Type="http://schemas.openxmlformats.org/officeDocument/2006/relationships/slideLayout" Target="../slideLayouts/slideLayout96.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87.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81.xml"/><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8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7.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87.xml"/></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87.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8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8.gif"/><Relationship Id="rId2" Type="http://schemas.openxmlformats.org/officeDocument/2006/relationships/notesSlide" Target="../notesSlides/notesSlide24.xml"/><Relationship Id="rId1" Type="http://schemas.openxmlformats.org/officeDocument/2006/relationships/slideLayout" Target="../slideLayouts/slideLayout87.xml"/></Relationships>
</file>

<file path=ppt/slides/_rels/slide33.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notesSlide" Target="../notesSlides/notesSlide25.xml"/><Relationship Id="rId1" Type="http://schemas.openxmlformats.org/officeDocument/2006/relationships/slideLayout" Target="../slideLayouts/slideLayout87.xml"/></Relationships>
</file>

<file path=ppt/slides/_rels/slide34.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6.xml"/><Relationship Id="rId1" Type="http://schemas.openxmlformats.org/officeDocument/2006/relationships/slideLayout" Target="../slideLayouts/slideLayout87.xml"/></Relationships>
</file>

<file path=ppt/slides/_rels/slide35.xml.rels><?xml version="1.0" encoding="UTF-8" standalone="yes"?>
<Relationships xmlns="http://schemas.openxmlformats.org/package/2006/relationships"><Relationship Id="rId3" Type="http://schemas.openxmlformats.org/officeDocument/2006/relationships/image" Target="../media/image41.gif"/><Relationship Id="rId2" Type="http://schemas.openxmlformats.org/officeDocument/2006/relationships/notesSlide" Target="../notesSlides/notesSlide27.xml"/><Relationship Id="rId1" Type="http://schemas.openxmlformats.org/officeDocument/2006/relationships/slideLayout" Target="../slideLayouts/slideLayout87.xml"/><Relationship Id="rId4" Type="http://schemas.openxmlformats.org/officeDocument/2006/relationships/image" Target="../media/image42.gi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2999" y="1422853"/>
            <a:ext cx="4869073" cy="2179571"/>
          </a:xfrm>
        </p:spPr>
        <p:txBody>
          <a:bodyPr/>
          <a:lstStyle/>
          <a:p>
            <a:r>
              <a:rPr lang="lv-LV" sz="3601" dirty="0" err="1"/>
              <a:t>Communicating</a:t>
            </a:r>
            <a:r>
              <a:rPr lang="lv-LV" sz="3601" dirty="0"/>
              <a:t> Windows Azure </a:t>
            </a:r>
            <a:r>
              <a:rPr lang="en-US" sz="3601" dirty="0"/>
              <a:t>Service Bus </a:t>
            </a:r>
            <a:r>
              <a:rPr lang="lv-LV" sz="3601" dirty="0" err="1"/>
              <a:t>with</a:t>
            </a:r>
            <a:r>
              <a:rPr lang="lv-LV" sz="3601" dirty="0"/>
              <a:t> </a:t>
            </a:r>
            <a:r>
              <a:rPr lang="lv-LV" sz="3601" dirty="0" err="1"/>
              <a:t>multiple</a:t>
            </a:r>
            <a:r>
              <a:rPr lang="lv-LV" sz="3601" dirty="0"/>
              <a:t> </a:t>
            </a:r>
            <a:r>
              <a:rPr lang="lv-LV" sz="3601" dirty="0" err="1"/>
              <a:t>platforms</a:t>
            </a:r>
            <a:r>
              <a:rPr lang="en-US" sz="3601" dirty="0"/>
              <a:t> </a:t>
            </a:r>
          </a:p>
        </p:txBody>
      </p:sp>
      <p:sp>
        <p:nvSpPr>
          <p:cNvPr id="3" name="Subtitle 2"/>
          <p:cNvSpPr>
            <a:spLocks noGrp="1"/>
          </p:cNvSpPr>
          <p:nvPr>
            <p:ph type="body" sz="quarter" idx="12"/>
          </p:nvPr>
        </p:nvSpPr>
        <p:spPr>
          <a:xfrm>
            <a:off x="4235841" y="3765295"/>
            <a:ext cx="4706231" cy="1820114"/>
          </a:xfrm>
        </p:spPr>
        <p:txBody>
          <a:bodyPr/>
          <a:lstStyle/>
          <a:p>
            <a:r>
              <a:rPr lang="lv-LV" b="1" dirty="0" smtClean="0"/>
              <a:t>Aigars Mačiņš </a:t>
            </a:r>
            <a:endParaRPr lang="en-US" b="1" dirty="0" smtClean="0"/>
          </a:p>
          <a:p>
            <a:r>
              <a:rPr lang="lv-LV" sz="2101" dirty="0"/>
              <a:t>Microsoft Latvia </a:t>
            </a:r>
            <a:r>
              <a:rPr lang="lv-LV" sz="2101" dirty="0" err="1"/>
              <a:t>Technical</a:t>
            </a:r>
            <a:r>
              <a:rPr lang="lv-LV" sz="2101" dirty="0"/>
              <a:t> </a:t>
            </a:r>
            <a:r>
              <a:rPr lang="lv-LV" sz="2101" dirty="0" err="1"/>
              <a:t>Evangelist</a:t>
            </a:r>
            <a:endParaRPr lang="lv-LV" sz="2101" dirty="0"/>
          </a:p>
          <a:p>
            <a:endParaRPr lang="lv-LV" sz="2101" dirty="0"/>
          </a:p>
          <a:p>
            <a:r>
              <a:rPr lang="lv-LV" b="1" dirty="0" smtClean="0"/>
              <a:t>Valdis </a:t>
            </a:r>
            <a:r>
              <a:rPr lang="lv-LV" b="1" dirty="0" err="1" smtClean="0"/>
              <a:t>Iljučonoks</a:t>
            </a:r>
            <a:endParaRPr lang="lv-LV" b="1" dirty="0" smtClean="0"/>
          </a:p>
          <a:p>
            <a:r>
              <a:rPr lang="lv-LV" sz="2101" dirty="0"/>
              <a:t>C# MVP, </a:t>
            </a:r>
            <a:r>
              <a:rPr lang="lv-LV" sz="2101" dirty="0" err="1"/>
              <a:t>Lead</a:t>
            </a:r>
            <a:r>
              <a:rPr lang="lv-LV" sz="2101" dirty="0"/>
              <a:t> </a:t>
            </a:r>
            <a:r>
              <a:rPr lang="lv-LV" sz="2101" dirty="0" err="1"/>
              <a:t>Technologist</a:t>
            </a:r>
            <a:r>
              <a:rPr lang="lv-LV" sz="2101" dirty="0"/>
              <a:t> </a:t>
            </a:r>
            <a:r>
              <a:rPr lang="lv-LV" sz="2101" dirty="0" err="1"/>
              <a:t>at</a:t>
            </a:r>
            <a:r>
              <a:rPr lang="lv-LV" sz="2101" dirty="0"/>
              <a:t> </a:t>
            </a:r>
            <a:r>
              <a:rPr lang="lv-LV" sz="2101" dirty="0" err="1"/>
              <a:t>Geta</a:t>
            </a:r>
            <a:r>
              <a:rPr lang="lv-LV" sz="2101" dirty="0"/>
              <a:t> Latvia</a:t>
            </a:r>
            <a:endParaRPr lang="en-US" sz="2101" dirty="0"/>
          </a:p>
        </p:txBody>
      </p:sp>
    </p:spTree>
    <p:extLst>
      <p:ext uri="{BB962C8B-B14F-4D97-AF65-F5344CB8AC3E}">
        <p14:creationId xmlns:p14="http://schemas.microsoft.com/office/powerpoint/2010/main" val="9485754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389437" y="1028076"/>
            <a:ext cx="8363938" cy="756104"/>
          </a:xfrm>
        </p:spPr>
        <p:txBody>
          <a:bodyPr/>
          <a:lstStyle/>
          <a:p>
            <a:r>
              <a:rPr lang="lv-LV" dirty="0" err="1" smtClean="0"/>
              <a:t>Content</a:t>
            </a:r>
            <a:endParaRPr lang="lv-LV" dirty="0"/>
          </a:p>
        </p:txBody>
      </p:sp>
      <p:sp>
        <p:nvSpPr>
          <p:cNvPr id="5" name="Text Placeholder 4"/>
          <p:cNvSpPr>
            <a:spLocks noGrp="1"/>
          </p:cNvSpPr>
          <p:nvPr>
            <p:ph type="body" sz="quarter" idx="10"/>
          </p:nvPr>
        </p:nvSpPr>
        <p:spPr>
          <a:xfrm>
            <a:off x="389437" y="1942713"/>
            <a:ext cx="8363938" cy="3238066"/>
          </a:xfrm>
        </p:spPr>
        <p:txBody>
          <a:bodyPr/>
          <a:lstStyle/>
          <a:p>
            <a:r>
              <a:rPr lang="lv-LV" dirty="0" err="1" smtClean="0"/>
              <a:t>Use</a:t>
            </a:r>
            <a:r>
              <a:rPr lang="lv-LV" dirty="0" smtClean="0"/>
              <a:t> </a:t>
            </a:r>
            <a:r>
              <a:rPr lang="lv-LV" dirty="0" err="1" smtClean="0"/>
              <a:t>case</a:t>
            </a:r>
            <a:r>
              <a:rPr lang="lv-LV" dirty="0" smtClean="0"/>
              <a:t> </a:t>
            </a:r>
            <a:r>
              <a:rPr lang="lv-LV" dirty="0" err="1" smtClean="0"/>
              <a:t>scenarios</a:t>
            </a:r>
            <a:r>
              <a:rPr lang="lv-LV" dirty="0" smtClean="0"/>
              <a:t>. </a:t>
            </a:r>
            <a:r>
              <a:rPr lang="lv-LV" dirty="0" err="1" smtClean="0"/>
              <a:t>Arhitecture</a:t>
            </a:r>
            <a:r>
              <a:rPr lang="lv-LV" dirty="0" smtClean="0"/>
              <a:t> </a:t>
            </a:r>
            <a:r>
              <a:rPr lang="lv-LV" dirty="0" err="1" smtClean="0"/>
              <a:t>problems</a:t>
            </a:r>
            <a:endParaRPr lang="lv-LV" dirty="0" smtClean="0"/>
          </a:p>
          <a:p>
            <a:endParaRPr lang="lv-LV" dirty="0" smtClean="0"/>
          </a:p>
          <a:p>
            <a:r>
              <a:rPr lang="lv-LV" dirty="0" err="1" smtClean="0"/>
              <a:t>ServiceBus</a:t>
            </a:r>
            <a:endParaRPr lang="lv-LV" dirty="0" smtClean="0"/>
          </a:p>
          <a:p>
            <a:endParaRPr lang="lv-LV" dirty="0"/>
          </a:p>
          <a:p>
            <a:r>
              <a:rPr lang="lv-LV" dirty="0" err="1" smtClean="0"/>
              <a:t>Demo</a:t>
            </a:r>
            <a:r>
              <a:rPr lang="lv-LV" dirty="0" smtClean="0"/>
              <a:t> </a:t>
            </a:r>
            <a:r>
              <a:rPr lang="lv-LV" dirty="0" err="1" smtClean="0"/>
              <a:t>with</a:t>
            </a:r>
            <a:r>
              <a:rPr lang="lv-LV" dirty="0" smtClean="0"/>
              <a:t> </a:t>
            </a:r>
            <a:r>
              <a:rPr lang="lv-LV" dirty="0" err="1" smtClean="0"/>
              <a:t>Linux</a:t>
            </a:r>
            <a:r>
              <a:rPr lang="lv-LV" dirty="0" smtClean="0"/>
              <a:t> VM/Java (</a:t>
            </a:r>
            <a:r>
              <a:rPr lang="lv-LV" dirty="0" err="1" smtClean="0"/>
              <a:t>todo</a:t>
            </a:r>
            <a:r>
              <a:rPr lang="lv-LV" dirty="0" smtClean="0"/>
              <a:t>)</a:t>
            </a:r>
          </a:p>
          <a:p>
            <a:endParaRPr lang="lv-LV" dirty="0"/>
          </a:p>
        </p:txBody>
      </p:sp>
    </p:spTree>
    <p:extLst>
      <p:ext uri="{BB962C8B-B14F-4D97-AF65-F5344CB8AC3E}">
        <p14:creationId xmlns:p14="http://schemas.microsoft.com/office/powerpoint/2010/main" val="2555229707"/>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2" y="1763833"/>
            <a:ext cx="8363938" cy="3330335"/>
          </a:xfrm>
        </p:spPr>
        <p:txBody>
          <a:bodyPr/>
          <a:lstStyle/>
          <a:p>
            <a:r>
              <a:rPr lang="lv-LV" sz="5400" dirty="0" err="1" smtClean="0"/>
              <a:t>Service</a:t>
            </a:r>
            <a:r>
              <a:rPr lang="lv-LV" dirty="0"/>
              <a:t/>
            </a:r>
            <a:br>
              <a:rPr lang="lv-LV" dirty="0"/>
            </a:br>
            <a:r>
              <a:rPr lang="lv-LV" dirty="0" smtClean="0"/>
              <a:t/>
            </a:r>
            <a:br>
              <a:rPr lang="lv-LV" dirty="0" smtClean="0"/>
            </a:br>
            <a:r>
              <a:rPr lang="lv-LV" dirty="0" smtClean="0"/>
              <a:t/>
            </a:r>
            <a:br>
              <a:rPr lang="lv-LV" dirty="0" smtClean="0"/>
            </a:br>
            <a:r>
              <a:rPr lang="lv-LV" dirty="0"/>
              <a:t/>
            </a:r>
            <a:br>
              <a:rPr lang="lv-LV" dirty="0"/>
            </a:br>
            <a:r>
              <a:rPr lang="lv-LV" sz="5400" dirty="0" err="1" smtClean="0"/>
              <a:t>Bus</a:t>
            </a:r>
            <a:endParaRPr lang="en-US" sz="5400" dirty="0"/>
          </a:p>
        </p:txBody>
      </p:sp>
      <p:sp>
        <p:nvSpPr>
          <p:cNvPr id="5" name="TextBox 4"/>
          <p:cNvSpPr txBox="1"/>
          <p:nvPr/>
        </p:nvSpPr>
        <p:spPr>
          <a:xfrm>
            <a:off x="961532" y="2474045"/>
            <a:ext cx="7574347" cy="1593187"/>
          </a:xfrm>
          <a:prstGeom prst="rect">
            <a:avLst/>
          </a:prstGeom>
          <a:noFill/>
        </p:spPr>
        <p:txBody>
          <a:bodyPr wrap="square" lIns="137196" tIns="109757" rIns="137196" bIns="109757" rtlCol="0">
            <a:spAutoFit/>
          </a:bodyPr>
          <a:lstStyle/>
          <a:p>
            <a:pPr>
              <a:lnSpc>
                <a:spcPct val="90000"/>
              </a:lnSpc>
            </a:pPr>
            <a:r>
              <a:rPr lang="en-US" sz="2701" spc="-75" dirty="0">
                <a:ln w="3175">
                  <a:noFill/>
                </a:ln>
                <a:gradFill>
                  <a:gsLst>
                    <a:gs pos="1250">
                      <a:srgbClr val="00188F"/>
                    </a:gs>
                    <a:gs pos="100000">
                      <a:srgbClr val="00188F"/>
                    </a:gs>
                  </a:gsLst>
                  <a:lin ang="5400000" scaled="0"/>
                </a:gradFill>
                <a:latin typeface="Segoe UI Light"/>
                <a:cs typeface="Arial" charset="0"/>
              </a:rPr>
              <a:t>denotes non-iterative and autonomously executing programs that communicate with other services through message exchange</a:t>
            </a:r>
            <a:r>
              <a:rPr lang="lv-LV" sz="3971" spc="-75" dirty="0">
                <a:ln w="3175">
                  <a:noFill/>
                </a:ln>
                <a:gradFill>
                  <a:gsLst>
                    <a:gs pos="1250">
                      <a:srgbClr val="00188F"/>
                    </a:gs>
                    <a:gs pos="100000">
                      <a:srgbClr val="00188F"/>
                    </a:gs>
                  </a:gsLst>
                  <a:lin ang="5400000" scaled="0"/>
                </a:gradFill>
                <a:latin typeface="Segoe UI Light"/>
                <a:cs typeface="Arial" charset="0"/>
              </a:rPr>
              <a:t/>
            </a:r>
            <a:br>
              <a:rPr lang="lv-LV" sz="3971" spc="-75" dirty="0">
                <a:ln w="3175">
                  <a:noFill/>
                </a:ln>
                <a:gradFill>
                  <a:gsLst>
                    <a:gs pos="1250">
                      <a:srgbClr val="00188F"/>
                    </a:gs>
                    <a:gs pos="100000">
                      <a:srgbClr val="00188F"/>
                    </a:gs>
                  </a:gsLst>
                  <a:lin ang="5400000" scaled="0"/>
                </a:gradFill>
                <a:latin typeface="Segoe UI Light"/>
                <a:cs typeface="Arial" charset="0"/>
              </a:rPr>
            </a:br>
            <a:endParaRPr lang="en-US" sz="1800" spc="-38" dirty="0">
              <a:gradFill>
                <a:gsLst>
                  <a:gs pos="2917">
                    <a:schemeClr val="tx1"/>
                  </a:gs>
                  <a:gs pos="30000">
                    <a:schemeClr val="tx1"/>
                  </a:gs>
                </a:gsLst>
                <a:lin ang="5400000" scaled="0"/>
              </a:gradFill>
            </a:endParaRPr>
          </a:p>
        </p:txBody>
      </p:sp>
      <p:sp>
        <p:nvSpPr>
          <p:cNvPr id="6" name="TextBox 5"/>
          <p:cNvSpPr txBox="1"/>
          <p:nvPr/>
        </p:nvSpPr>
        <p:spPr>
          <a:xfrm>
            <a:off x="961532" y="4796301"/>
            <a:ext cx="6628747" cy="595734"/>
          </a:xfrm>
          <a:prstGeom prst="rect">
            <a:avLst/>
          </a:prstGeom>
          <a:noFill/>
        </p:spPr>
        <p:txBody>
          <a:bodyPr wrap="none" lIns="137196" tIns="109757" rIns="137196" bIns="109757" rtlCol="0">
            <a:spAutoFit/>
          </a:bodyPr>
          <a:lstStyle/>
          <a:p>
            <a:pPr>
              <a:lnSpc>
                <a:spcPct val="90000"/>
              </a:lnSpc>
            </a:pPr>
            <a:r>
              <a:rPr lang="en-US" sz="2701" spc="-75" dirty="0">
                <a:ln w="3175">
                  <a:noFill/>
                </a:ln>
                <a:gradFill>
                  <a:gsLst>
                    <a:gs pos="1250">
                      <a:srgbClr val="00188F"/>
                    </a:gs>
                    <a:gs pos="100000">
                      <a:srgbClr val="00188F"/>
                    </a:gs>
                  </a:gsLst>
                  <a:lin ang="5400000" scaled="0"/>
                </a:gradFill>
                <a:latin typeface="Segoe UI Light"/>
                <a:cs typeface="Arial" charset="0"/>
              </a:rPr>
              <a:t>is used in analogy to a computer hardware bus</a:t>
            </a:r>
            <a:endParaRPr lang="en-US" sz="1800" spc="-38"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26389614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1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45130" y="2985487"/>
            <a:ext cx="8363938" cy="794064"/>
          </a:xfrm>
        </p:spPr>
        <p:txBody>
          <a:bodyPr/>
          <a:lstStyle/>
          <a:p>
            <a:r>
              <a:rPr lang="lv-LV" sz="4400" dirty="0" err="1" smtClean="0"/>
              <a:t>from</a:t>
            </a:r>
            <a:r>
              <a:rPr lang="lv-LV" sz="4400" dirty="0" smtClean="0"/>
              <a:t> «</a:t>
            </a:r>
            <a:r>
              <a:rPr lang="lv-LV" sz="4400" b="1" dirty="0" smtClean="0"/>
              <a:t>ESB</a:t>
            </a:r>
            <a:r>
              <a:rPr lang="lv-LV" sz="4400" dirty="0" smtClean="0"/>
              <a:t>» </a:t>
            </a:r>
            <a:r>
              <a:rPr lang="lv-LV" sz="4400" dirty="0" err="1" smtClean="0"/>
              <a:t>counterpart</a:t>
            </a:r>
            <a:endParaRPr lang="en-US" sz="4400" dirty="0"/>
          </a:p>
        </p:txBody>
      </p:sp>
      <p:sp>
        <p:nvSpPr>
          <p:cNvPr id="5" name="Title 3"/>
          <p:cNvSpPr txBox="1">
            <a:spLocks/>
          </p:cNvSpPr>
          <p:nvPr/>
        </p:nvSpPr>
        <p:spPr>
          <a:xfrm>
            <a:off x="417830" y="2985487"/>
            <a:ext cx="8363938" cy="794064"/>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r>
              <a:rPr lang="en-US" sz="4400" dirty="0" smtClean="0"/>
              <a:t>Just a «SB»</a:t>
            </a:r>
            <a:endParaRPr lang="en-US" sz="4400" dirty="0"/>
          </a:p>
        </p:txBody>
      </p:sp>
    </p:spTree>
    <p:extLst>
      <p:ext uri="{BB962C8B-B14F-4D97-AF65-F5344CB8AC3E}">
        <p14:creationId xmlns:p14="http://schemas.microsoft.com/office/powerpoint/2010/main" val="10969184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0032" y="2962719"/>
            <a:ext cx="8363938" cy="932563"/>
          </a:xfrm>
        </p:spPr>
        <p:txBody>
          <a:bodyPr/>
          <a:lstStyle/>
          <a:p>
            <a:r>
              <a:rPr lang="lv-LV" sz="5400" dirty="0" err="1" smtClean="0"/>
              <a:t>Use</a:t>
            </a:r>
            <a:r>
              <a:rPr lang="lv-LV" sz="5400" dirty="0" smtClean="0"/>
              <a:t> Case</a:t>
            </a:r>
            <a:endParaRPr lang="en-US" sz="5400" dirty="0"/>
          </a:p>
        </p:txBody>
      </p:sp>
    </p:spTree>
    <p:extLst>
      <p:ext uri="{BB962C8B-B14F-4D97-AF65-F5344CB8AC3E}">
        <p14:creationId xmlns:p14="http://schemas.microsoft.com/office/powerpoint/2010/main" val="830311553"/>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Down Arrow 18"/>
          <p:cNvSpPr/>
          <p:nvPr/>
        </p:nvSpPr>
        <p:spPr bwMode="auto">
          <a:xfrm rot="16200000">
            <a:off x="4334059" y="1871749"/>
            <a:ext cx="265064" cy="4099682"/>
          </a:xfrm>
          <a:prstGeom prst="downArrow">
            <a:avLst>
              <a:gd name="adj1" fmla="val 42122"/>
              <a:gd name="adj2" fmla="val 62085"/>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 name="U-Turn Arrow 6"/>
          <p:cNvSpPr/>
          <p:nvPr/>
        </p:nvSpPr>
        <p:spPr bwMode="auto">
          <a:xfrm rot="5400000" flipH="1">
            <a:off x="7841883" y="2826460"/>
            <a:ext cx="1564656" cy="788762"/>
          </a:xfrm>
          <a:prstGeom prst="uturnArrow">
            <a:avLst>
              <a:gd name="adj1" fmla="val 15696"/>
              <a:gd name="adj2" fmla="val 17984"/>
              <a:gd name="adj3" fmla="val 19799"/>
              <a:gd name="adj4" fmla="val 36000"/>
              <a:gd name="adj5" fmla="val 83916"/>
            </a:avLst>
          </a:prstGeom>
          <a:solidFill>
            <a:schemeClr val="bg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2" name="Title 3"/>
          <p:cNvSpPr>
            <a:spLocks noGrp="1"/>
          </p:cNvSpPr>
          <p:nvPr>
            <p:ph type="title"/>
          </p:nvPr>
        </p:nvSpPr>
        <p:spPr>
          <a:xfrm>
            <a:off x="389437" y="1028076"/>
            <a:ext cx="8363938" cy="745717"/>
          </a:xfrm>
        </p:spPr>
        <p:txBody>
          <a:bodyPr/>
          <a:lstStyle/>
          <a:p>
            <a:r>
              <a:rPr lang="en-US" sz="4051" dirty="0"/>
              <a:t>Example: Tightly Coupled Application</a:t>
            </a:r>
          </a:p>
        </p:txBody>
      </p:sp>
      <p:grpSp>
        <p:nvGrpSpPr>
          <p:cNvPr id="50" name="Group 49"/>
          <p:cNvGrpSpPr/>
          <p:nvPr/>
        </p:nvGrpSpPr>
        <p:grpSpPr>
          <a:xfrm>
            <a:off x="498842" y="3088684"/>
            <a:ext cx="1962420" cy="2042506"/>
            <a:chOff x="664949" y="2975364"/>
            <a:chExt cx="2615878" cy="2722632"/>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6296" y="2975364"/>
              <a:ext cx="2520672" cy="2220506"/>
            </a:xfrm>
            <a:prstGeom prst="rect">
              <a:avLst/>
            </a:prstGeom>
          </p:spPr>
        </p:pic>
        <p:sp>
          <p:nvSpPr>
            <p:cNvPr id="21" name="TextBox 20"/>
            <p:cNvSpPr txBox="1"/>
            <p:nvPr/>
          </p:nvSpPr>
          <p:spPr>
            <a:xfrm>
              <a:off x="664949" y="5353205"/>
              <a:ext cx="2615878" cy="34479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Store Front End</a:t>
              </a:r>
            </a:p>
          </p:txBody>
        </p:sp>
      </p:grpSp>
      <p:grpSp>
        <p:nvGrpSpPr>
          <p:cNvPr id="52" name="Group 51"/>
          <p:cNvGrpSpPr/>
          <p:nvPr/>
        </p:nvGrpSpPr>
        <p:grpSpPr>
          <a:xfrm>
            <a:off x="6559930" y="2151901"/>
            <a:ext cx="1670705" cy="835353"/>
            <a:chOff x="8744295" y="1726645"/>
            <a:chExt cx="2227027" cy="1113514"/>
          </a:xfrm>
        </p:grpSpPr>
        <p:sp>
          <p:nvSpPr>
            <p:cNvPr id="20" name="Rectangle 19"/>
            <p:cNvSpPr/>
            <p:nvPr/>
          </p:nvSpPr>
          <p:spPr bwMode="auto">
            <a:xfrm>
              <a:off x="8744295" y="1726645"/>
              <a:ext cx="2227027" cy="111351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67278" y="2073435"/>
              <a:ext cx="1040086" cy="662709"/>
            </a:xfrm>
            <a:prstGeom prst="rect">
              <a:avLst/>
            </a:prstGeom>
          </p:spPr>
        </p:pic>
        <p:sp>
          <p:nvSpPr>
            <p:cNvPr id="28" name="TextBox 27"/>
            <p:cNvSpPr txBox="1"/>
            <p:nvPr/>
          </p:nvSpPr>
          <p:spPr>
            <a:xfrm>
              <a:off x="8873824" y="1832333"/>
              <a:ext cx="1969753"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Drivers</a:t>
              </a:r>
            </a:p>
          </p:txBody>
        </p:sp>
      </p:grpSp>
      <p:grpSp>
        <p:nvGrpSpPr>
          <p:cNvPr id="51" name="Group 50"/>
          <p:cNvGrpSpPr/>
          <p:nvPr/>
        </p:nvGrpSpPr>
        <p:grpSpPr>
          <a:xfrm>
            <a:off x="6529189" y="3088684"/>
            <a:ext cx="1962420" cy="2042507"/>
            <a:chOff x="8703318" y="2975363"/>
            <a:chExt cx="2615878" cy="2722634"/>
          </a:xfrm>
        </p:grpSpPr>
        <p:sp>
          <p:nvSpPr>
            <p:cNvPr id="3" name="Rectangle 2"/>
            <p:cNvSpPr/>
            <p:nvPr/>
          </p:nvSpPr>
          <p:spPr bwMode="auto">
            <a:xfrm>
              <a:off x="8744295" y="2975363"/>
              <a:ext cx="2227027" cy="2227027"/>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3" name="TextBox 22"/>
            <p:cNvSpPr txBox="1"/>
            <p:nvPr/>
          </p:nvSpPr>
          <p:spPr>
            <a:xfrm>
              <a:off x="8703318" y="5353205"/>
              <a:ext cx="2615878" cy="344792"/>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Shipping Service</a:t>
              </a:r>
            </a:p>
          </p:txBody>
        </p:sp>
        <p:sp>
          <p:nvSpPr>
            <p:cNvPr id="29" name="TextBox 28"/>
            <p:cNvSpPr txBox="1"/>
            <p:nvPr/>
          </p:nvSpPr>
          <p:spPr>
            <a:xfrm>
              <a:off x="8873824" y="4874471"/>
              <a:ext cx="1969752"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414075" y="3540408"/>
              <a:ext cx="961309" cy="961309"/>
            </a:xfrm>
            <a:prstGeom prst="rect">
              <a:avLst/>
            </a:prstGeom>
          </p:spPr>
        </p:pic>
      </p:grpSp>
    </p:spTree>
    <p:extLst>
      <p:ext uri="{BB962C8B-B14F-4D97-AF65-F5344CB8AC3E}">
        <p14:creationId xmlns:p14="http://schemas.microsoft.com/office/powerpoint/2010/main" val="1629428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par>
                          <p:cTn id="21" fill="hold">
                            <p:stCondLst>
                              <p:cond delay="500"/>
                            </p:stCondLst>
                            <p:childTnLst>
                              <p:par>
                                <p:cTn id="22" presetID="22" presetClass="entr" presetSubtype="4" fill="hold" grpId="0" nodeType="afterEffect">
                                  <p:stCondLst>
                                    <p:cond delay="250"/>
                                  </p:stCondLst>
                                  <p:childTnLst>
                                    <p:set>
                                      <p:cBhvr>
                                        <p:cTn id="23" dur="1" fill="hold">
                                          <p:stCondLst>
                                            <p:cond delay="0"/>
                                          </p:stCondLst>
                                        </p:cTn>
                                        <p:tgtEl>
                                          <p:spTgt spid="7"/>
                                        </p:tgtEl>
                                        <p:attrNameLst>
                                          <p:attrName>style.visibility</p:attrName>
                                        </p:attrNameLst>
                                      </p:cBhvr>
                                      <p:to>
                                        <p:strVal val="visible"/>
                                      </p:to>
                                    </p:set>
                                    <p:animEffect transition="in" filter="wipe(down)">
                                      <p:cBhvr>
                                        <p:cTn id="2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861" y="3088684"/>
            <a:ext cx="1890997" cy="1665814"/>
          </a:xfrm>
          <a:prstGeom prst="rect">
            <a:avLst/>
          </a:prstGeom>
        </p:spPr>
      </p:pic>
      <p:sp>
        <p:nvSpPr>
          <p:cNvPr id="19" name="Down Arrow 18"/>
          <p:cNvSpPr/>
          <p:nvPr/>
        </p:nvSpPr>
        <p:spPr bwMode="auto">
          <a:xfrm rot="16200000">
            <a:off x="4344613" y="1871749"/>
            <a:ext cx="265064" cy="4099682"/>
          </a:xfrm>
          <a:prstGeom prst="downArrow">
            <a:avLst>
              <a:gd name="adj1" fmla="val 42122"/>
              <a:gd name="adj2" fmla="val 62085"/>
            </a:avLst>
          </a:prstGeom>
          <a:solidFill>
            <a:schemeClr val="tx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 name="U-Turn Arrow 6"/>
          <p:cNvSpPr/>
          <p:nvPr/>
        </p:nvSpPr>
        <p:spPr bwMode="auto">
          <a:xfrm rot="5400000" flipH="1">
            <a:off x="7841883" y="2826460"/>
            <a:ext cx="1564656" cy="788762"/>
          </a:xfrm>
          <a:prstGeom prst="uturnArrow">
            <a:avLst>
              <a:gd name="adj1" fmla="val 15696"/>
              <a:gd name="adj2" fmla="val 17984"/>
              <a:gd name="adj3" fmla="val 19799"/>
              <a:gd name="adj4" fmla="val 36000"/>
              <a:gd name="adj5" fmla="val 83916"/>
            </a:avLst>
          </a:prstGeom>
          <a:solidFill>
            <a:schemeClr val="tx2">
              <a:alpha val="50196"/>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7" name="Rectangle 36"/>
          <p:cNvSpPr/>
          <p:nvPr/>
        </p:nvSpPr>
        <p:spPr bwMode="auto">
          <a:xfrm>
            <a:off x="6559125" y="3088684"/>
            <a:ext cx="1670705" cy="1670705"/>
          </a:xfrm>
          <a:prstGeom prst="rect">
            <a:avLst/>
          </a:prstGeom>
          <a:solidFill>
            <a:srgbClr val="ED1E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8" name="Rectangle 37"/>
          <p:cNvSpPr/>
          <p:nvPr/>
        </p:nvSpPr>
        <p:spPr bwMode="auto">
          <a:xfrm>
            <a:off x="6559125" y="2151901"/>
            <a:ext cx="1670705" cy="835353"/>
          </a:xfrm>
          <a:prstGeom prst="rect">
            <a:avLst/>
          </a:prstGeom>
          <a:solidFill>
            <a:srgbClr val="ED1E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2" name="Title 3"/>
          <p:cNvSpPr>
            <a:spLocks noGrp="1"/>
          </p:cNvSpPr>
          <p:nvPr>
            <p:ph type="title"/>
          </p:nvPr>
        </p:nvSpPr>
        <p:spPr>
          <a:xfrm>
            <a:off x="389437" y="1028076"/>
            <a:ext cx="8363938" cy="745717"/>
          </a:xfrm>
        </p:spPr>
        <p:txBody>
          <a:bodyPr/>
          <a:lstStyle/>
          <a:p>
            <a:r>
              <a:rPr lang="en-US" sz="4051" dirty="0"/>
              <a:t>Example: Tightly Coupled Application</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9861" y="3088685"/>
            <a:ext cx="1890996" cy="1665813"/>
          </a:xfrm>
          <a:prstGeom prst="rect">
            <a:avLst/>
          </a:prstGeom>
        </p:spPr>
      </p:pic>
      <p:sp>
        <p:nvSpPr>
          <p:cNvPr id="3" name="Rectangle 2"/>
          <p:cNvSpPr/>
          <p:nvPr/>
        </p:nvSpPr>
        <p:spPr bwMode="auto">
          <a:xfrm>
            <a:off x="655993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0" name="Rectangle 19"/>
          <p:cNvSpPr/>
          <p:nvPr/>
        </p:nvSpPr>
        <p:spPr bwMode="auto">
          <a:xfrm>
            <a:off x="6559930" y="2151901"/>
            <a:ext cx="1670705" cy="83535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1" name="TextBox 20"/>
          <p:cNvSpPr txBox="1"/>
          <p:nvPr/>
        </p:nvSpPr>
        <p:spPr>
          <a:xfrm>
            <a:off x="498842"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Store Front End</a:t>
            </a:r>
          </a:p>
        </p:txBody>
      </p:sp>
      <p:sp>
        <p:nvSpPr>
          <p:cNvPr id="23" name="TextBox 22"/>
          <p:cNvSpPr txBox="1"/>
          <p:nvPr/>
        </p:nvSpPr>
        <p:spPr>
          <a:xfrm>
            <a:off x="6529189"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Shipping Service</a:t>
            </a:r>
          </a:p>
        </p:txBody>
      </p:sp>
      <p:pic>
        <p:nvPicPr>
          <p:cNvPr id="27" name="Picture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7367" y="2412062"/>
            <a:ext cx="780268" cy="497161"/>
          </a:xfrm>
          <a:prstGeom prst="rect">
            <a:avLst/>
          </a:prstGeom>
        </p:spPr>
      </p:pic>
      <p:sp>
        <p:nvSpPr>
          <p:cNvPr id="28" name="TextBox 27"/>
          <p:cNvSpPr txBox="1"/>
          <p:nvPr/>
        </p:nvSpPr>
        <p:spPr>
          <a:xfrm>
            <a:off x="6657102" y="2231188"/>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Drivers</a:t>
            </a:r>
          </a:p>
        </p:txBody>
      </p:sp>
      <p:sp>
        <p:nvSpPr>
          <p:cNvPr id="29" name="TextBox 28"/>
          <p:cNvSpPr txBox="1"/>
          <p:nvPr/>
        </p:nvSpPr>
        <p:spPr>
          <a:xfrm>
            <a:off x="6657102" y="4513387"/>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062396" y="3512578"/>
            <a:ext cx="721170" cy="721170"/>
          </a:xfrm>
          <a:prstGeom prst="rect">
            <a:avLst/>
          </a:prstGeom>
        </p:spPr>
      </p:pic>
      <p:pic>
        <p:nvPicPr>
          <p:cNvPr id="44" name="Picture 4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015790" y="4369157"/>
            <a:ext cx="460631" cy="384348"/>
          </a:xfrm>
          <a:prstGeom prst="rect">
            <a:avLst/>
          </a:prstGeom>
        </p:spPr>
      </p:pic>
      <p:pic>
        <p:nvPicPr>
          <p:cNvPr id="45" name="Picture 44"/>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578188" y="1612928"/>
            <a:ext cx="384348" cy="460631"/>
          </a:xfrm>
          <a:prstGeom prst="rect">
            <a:avLst/>
          </a:prstGeom>
        </p:spPr>
      </p:pic>
      <p:pic>
        <p:nvPicPr>
          <p:cNvPr id="22" name="Picture 21"/>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513294" y="2571527"/>
            <a:ext cx="384348" cy="460631"/>
          </a:xfrm>
          <a:prstGeom prst="rect">
            <a:avLst/>
          </a:prstGeom>
        </p:spPr>
      </p:pic>
    </p:spTree>
    <p:extLst>
      <p:ext uri="{BB962C8B-B14F-4D97-AF65-F5344CB8AC3E}">
        <p14:creationId xmlns:p14="http://schemas.microsoft.com/office/powerpoint/2010/main" val="28268118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20"/>
                                        </p:tgtEl>
                                      </p:cBhvr>
                                    </p:animEffect>
                                    <p:set>
                                      <p:cBhvr>
                                        <p:cTn id="7" dur="1" fill="hold">
                                          <p:stCondLst>
                                            <p:cond delay="499"/>
                                          </p:stCondLst>
                                        </p:cTn>
                                        <p:tgtEl>
                                          <p:spTgt spid="20"/>
                                        </p:tgtEl>
                                        <p:attrNameLst>
                                          <p:attrName>style.visibility</p:attrName>
                                        </p:attrNameLst>
                                      </p:cBhvr>
                                      <p:to>
                                        <p:strVal val="hidden"/>
                                      </p:to>
                                    </p:se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45"/>
                                        </p:tgtEl>
                                        <p:attrNameLst>
                                          <p:attrName>style.visibility</p:attrName>
                                        </p:attrNameLst>
                                      </p:cBhvr>
                                      <p:to>
                                        <p:strVal val="visible"/>
                                      </p:to>
                                    </p:set>
                                    <p:anim calcmode="lin" valueType="num">
                                      <p:cBhvr additive="base">
                                        <p:cTn id="11" dur="500"/>
                                        <p:tgtEl>
                                          <p:spTgt spid="45"/>
                                        </p:tgtEl>
                                        <p:attrNameLst>
                                          <p:attrName>ppt_y</p:attrName>
                                        </p:attrNameLst>
                                      </p:cBhvr>
                                      <p:tavLst>
                                        <p:tav tm="0">
                                          <p:val>
                                            <p:strVal val="#ppt_y+#ppt_h*1.125000"/>
                                          </p:val>
                                        </p:tav>
                                        <p:tav tm="100000">
                                          <p:val>
                                            <p:strVal val="#ppt_y"/>
                                          </p:val>
                                        </p:tav>
                                      </p:tavLst>
                                    </p:anim>
                                    <p:animEffect transition="in" filter="wipe(up)">
                                      <p:cBhvr>
                                        <p:cTn id="12" dur="500"/>
                                        <p:tgtEl>
                                          <p:spTgt spid="4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xit" presetSubtype="0" fill="hold" grpId="0" nodeType="clickEffect">
                                  <p:stCondLst>
                                    <p:cond delay="0"/>
                                  </p:stCondLst>
                                  <p:childTnLst>
                                    <p:animEffect transition="out" filter="fade">
                                      <p:cBhvr>
                                        <p:cTn id="16" dur="500"/>
                                        <p:tgtEl>
                                          <p:spTgt spid="3"/>
                                        </p:tgtEl>
                                      </p:cBhvr>
                                    </p:animEffect>
                                    <p:set>
                                      <p:cBhvr>
                                        <p:cTn id="17" dur="1" fill="hold">
                                          <p:stCondLst>
                                            <p:cond delay="499"/>
                                          </p:stCondLst>
                                        </p:cTn>
                                        <p:tgtEl>
                                          <p:spTgt spid="3"/>
                                        </p:tgtEl>
                                        <p:attrNameLst>
                                          <p:attrName>style.visibility</p:attrName>
                                        </p:attrNameLst>
                                      </p:cBhvr>
                                      <p:to>
                                        <p:strVal val="hidden"/>
                                      </p:to>
                                    </p:set>
                                  </p:childTnLst>
                                </p:cTn>
                              </p:par>
                            </p:childTnLst>
                          </p:cTn>
                        </p:par>
                        <p:par>
                          <p:cTn id="18" fill="hold">
                            <p:stCondLst>
                              <p:cond delay="500"/>
                            </p:stCondLst>
                            <p:childTnLst>
                              <p:par>
                                <p:cTn id="19" presetID="12" presetClass="entr" presetSubtype="2" fill="hold" nodeType="afterEffect">
                                  <p:stCondLst>
                                    <p:cond delay="0"/>
                                  </p:stCondLst>
                                  <p:childTnLst>
                                    <p:set>
                                      <p:cBhvr>
                                        <p:cTn id="20" dur="1" fill="hold">
                                          <p:stCondLst>
                                            <p:cond delay="0"/>
                                          </p:stCondLst>
                                        </p:cTn>
                                        <p:tgtEl>
                                          <p:spTgt spid="44"/>
                                        </p:tgtEl>
                                        <p:attrNameLst>
                                          <p:attrName>style.visibility</p:attrName>
                                        </p:attrNameLst>
                                      </p:cBhvr>
                                      <p:to>
                                        <p:strVal val="visible"/>
                                      </p:to>
                                    </p:set>
                                    <p:anim calcmode="lin" valueType="num">
                                      <p:cBhvr additive="base">
                                        <p:cTn id="21" dur="500"/>
                                        <p:tgtEl>
                                          <p:spTgt spid="44"/>
                                        </p:tgtEl>
                                        <p:attrNameLst>
                                          <p:attrName>ppt_x</p:attrName>
                                        </p:attrNameLst>
                                      </p:cBhvr>
                                      <p:tavLst>
                                        <p:tav tm="0">
                                          <p:val>
                                            <p:strVal val="#ppt_x+#ppt_w*1.125000"/>
                                          </p:val>
                                        </p:tav>
                                        <p:tav tm="100000">
                                          <p:val>
                                            <p:strVal val="#ppt_x"/>
                                          </p:val>
                                        </p:tav>
                                      </p:tavLst>
                                    </p:anim>
                                    <p:animEffect transition="in" filter="wipe(left)">
                                      <p:cBhvr>
                                        <p:cTn id="22" dur="500"/>
                                        <p:tgtEl>
                                          <p:spTgt spid="4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xit" presetSubtype="0" fill="hold" nodeType="clickEffect">
                                  <p:stCondLst>
                                    <p:cond delay="0"/>
                                  </p:stCondLst>
                                  <p:childTnLst>
                                    <p:animEffect transition="out" filter="fade">
                                      <p:cBhvr>
                                        <p:cTn id="26" dur="500"/>
                                        <p:tgtEl>
                                          <p:spTgt spid="2"/>
                                        </p:tgtEl>
                                      </p:cBhvr>
                                    </p:animEffect>
                                    <p:set>
                                      <p:cBhvr>
                                        <p:cTn id="27" dur="1" fill="hold">
                                          <p:stCondLst>
                                            <p:cond delay="499"/>
                                          </p:stCondLst>
                                        </p:cTn>
                                        <p:tgtEl>
                                          <p:spTgt spid="2"/>
                                        </p:tgtEl>
                                        <p:attrNameLst>
                                          <p:attrName>style.visibility</p:attrName>
                                        </p:attrNameLst>
                                      </p:cBhvr>
                                      <p:to>
                                        <p:strVal val="hidden"/>
                                      </p:to>
                                    </p:set>
                                  </p:childTnLst>
                                </p:cTn>
                              </p:par>
                            </p:childTnLst>
                          </p:cTn>
                        </p:par>
                        <p:par>
                          <p:cTn id="28" fill="hold">
                            <p:stCondLst>
                              <p:cond delay="500"/>
                            </p:stCondLst>
                            <p:childTnLst>
                              <p:par>
                                <p:cTn id="29" presetID="12" presetClass="entr" presetSubtype="4" fill="hold" nodeType="afterEffect">
                                  <p:stCondLst>
                                    <p:cond delay="0"/>
                                  </p:stCondLst>
                                  <p:childTnLst>
                                    <p:set>
                                      <p:cBhvr>
                                        <p:cTn id="30" dur="1" fill="hold">
                                          <p:stCondLst>
                                            <p:cond delay="0"/>
                                          </p:stCondLst>
                                        </p:cTn>
                                        <p:tgtEl>
                                          <p:spTgt spid="22"/>
                                        </p:tgtEl>
                                        <p:attrNameLst>
                                          <p:attrName>style.visibility</p:attrName>
                                        </p:attrNameLst>
                                      </p:cBhvr>
                                      <p:to>
                                        <p:strVal val="visible"/>
                                      </p:to>
                                    </p:set>
                                    <p:anim calcmode="lin" valueType="num">
                                      <p:cBhvr additive="base">
                                        <p:cTn id="31" dur="500"/>
                                        <p:tgtEl>
                                          <p:spTgt spid="22"/>
                                        </p:tgtEl>
                                        <p:attrNameLst>
                                          <p:attrName>ppt_y</p:attrName>
                                        </p:attrNameLst>
                                      </p:cBhvr>
                                      <p:tavLst>
                                        <p:tav tm="0">
                                          <p:val>
                                            <p:strVal val="#ppt_y+#ppt_h*1.125000"/>
                                          </p:val>
                                        </p:tav>
                                        <p:tav tm="100000">
                                          <p:val>
                                            <p:strVal val="#ppt_y"/>
                                          </p:val>
                                        </p:tav>
                                      </p:tavLst>
                                    </p:anim>
                                    <p:animEffect transition="in" filter="wipe(up)">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3064605" y="2073558"/>
            <a:ext cx="2822187" cy="3468783"/>
            <a:chOff x="4085076" y="1622215"/>
            <a:chExt cx="3761936" cy="4623840"/>
          </a:xfrm>
        </p:grpSpPr>
        <p:cxnSp>
          <p:nvCxnSpPr>
            <p:cNvPr id="26" name="Straight Connector 25"/>
            <p:cNvCxnSpPr/>
            <p:nvPr/>
          </p:nvCxnSpPr>
          <p:spPr>
            <a:xfrm>
              <a:off x="7847012" y="1622215"/>
              <a:ext cx="0" cy="4623840"/>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4085076" y="1622215"/>
              <a:ext cx="0" cy="4623840"/>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grpSp>
      <p:sp>
        <p:nvSpPr>
          <p:cNvPr id="7" name="U-Turn Arrow 6"/>
          <p:cNvSpPr/>
          <p:nvPr/>
        </p:nvSpPr>
        <p:spPr bwMode="auto">
          <a:xfrm rot="5400000" flipH="1">
            <a:off x="7841883" y="2826460"/>
            <a:ext cx="1564656" cy="788762"/>
          </a:xfrm>
          <a:prstGeom prst="uturnArrow">
            <a:avLst>
              <a:gd name="adj1" fmla="val 15696"/>
              <a:gd name="adj2" fmla="val 17984"/>
              <a:gd name="adj3" fmla="val 19799"/>
              <a:gd name="adj4" fmla="val 36000"/>
              <a:gd name="adj5" fmla="val 83916"/>
            </a:avLst>
          </a:prstGeom>
          <a:solidFill>
            <a:srgbClr val="FFFFFF">
              <a:alpha val="50196"/>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2" name="Title 3"/>
          <p:cNvSpPr>
            <a:spLocks noGrp="1"/>
          </p:cNvSpPr>
          <p:nvPr>
            <p:ph type="title"/>
          </p:nvPr>
        </p:nvSpPr>
        <p:spPr>
          <a:xfrm>
            <a:off x="389437" y="1028076"/>
            <a:ext cx="8363938" cy="745717"/>
          </a:xfrm>
        </p:spPr>
        <p:txBody>
          <a:bodyPr/>
          <a:lstStyle/>
          <a:p>
            <a:r>
              <a:rPr lang="en-US" sz="4051" dirty="0"/>
              <a:t>Example: Loosely Coupled Application</a:t>
            </a:r>
          </a:p>
        </p:txBody>
      </p:sp>
      <p:grpSp>
        <p:nvGrpSpPr>
          <p:cNvPr id="50" name="Group 49"/>
          <p:cNvGrpSpPr/>
          <p:nvPr/>
        </p:nvGrpSpPr>
        <p:grpSpPr>
          <a:xfrm>
            <a:off x="498842" y="3088684"/>
            <a:ext cx="1962420" cy="2042506"/>
            <a:chOff x="664949" y="2975364"/>
            <a:chExt cx="2615878" cy="2722632"/>
          </a:xfrm>
        </p:grpSpPr>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6296" y="2975364"/>
              <a:ext cx="2520672" cy="2220506"/>
            </a:xfrm>
            <a:prstGeom prst="rect">
              <a:avLst/>
            </a:prstGeom>
          </p:spPr>
        </p:pic>
        <p:sp>
          <p:nvSpPr>
            <p:cNvPr id="21" name="TextBox 20"/>
            <p:cNvSpPr txBox="1"/>
            <p:nvPr/>
          </p:nvSpPr>
          <p:spPr>
            <a:xfrm>
              <a:off x="664949" y="5353205"/>
              <a:ext cx="2615878" cy="34479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Store Front End</a:t>
              </a:r>
            </a:p>
          </p:txBody>
        </p:sp>
      </p:grpSp>
      <p:grpSp>
        <p:nvGrpSpPr>
          <p:cNvPr id="52" name="Group 51"/>
          <p:cNvGrpSpPr/>
          <p:nvPr/>
        </p:nvGrpSpPr>
        <p:grpSpPr>
          <a:xfrm>
            <a:off x="6559930" y="2151901"/>
            <a:ext cx="1670705" cy="835353"/>
            <a:chOff x="8744295" y="1726645"/>
            <a:chExt cx="2227027" cy="1113514"/>
          </a:xfrm>
        </p:grpSpPr>
        <p:sp>
          <p:nvSpPr>
            <p:cNvPr id="20" name="Rectangle 19"/>
            <p:cNvSpPr/>
            <p:nvPr/>
          </p:nvSpPr>
          <p:spPr bwMode="auto">
            <a:xfrm>
              <a:off x="8744295" y="1726645"/>
              <a:ext cx="2227027" cy="1113514"/>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27" name="Picture 2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767278" y="2073435"/>
              <a:ext cx="1040086" cy="662709"/>
            </a:xfrm>
            <a:prstGeom prst="rect">
              <a:avLst/>
            </a:prstGeom>
          </p:spPr>
        </p:pic>
        <p:sp>
          <p:nvSpPr>
            <p:cNvPr id="28" name="TextBox 27"/>
            <p:cNvSpPr txBox="1"/>
            <p:nvPr/>
          </p:nvSpPr>
          <p:spPr>
            <a:xfrm>
              <a:off x="8873824" y="1832333"/>
              <a:ext cx="1969753"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Drivers</a:t>
              </a:r>
            </a:p>
          </p:txBody>
        </p:sp>
      </p:grpSp>
      <p:grpSp>
        <p:nvGrpSpPr>
          <p:cNvPr id="51" name="Group 50"/>
          <p:cNvGrpSpPr/>
          <p:nvPr/>
        </p:nvGrpSpPr>
        <p:grpSpPr>
          <a:xfrm>
            <a:off x="6529189" y="3088684"/>
            <a:ext cx="1962420" cy="2042507"/>
            <a:chOff x="8703318" y="2975363"/>
            <a:chExt cx="2615878" cy="2722634"/>
          </a:xfrm>
        </p:grpSpPr>
        <p:sp>
          <p:nvSpPr>
            <p:cNvPr id="3" name="Rectangle 2"/>
            <p:cNvSpPr/>
            <p:nvPr/>
          </p:nvSpPr>
          <p:spPr bwMode="auto">
            <a:xfrm>
              <a:off x="8744295" y="2975363"/>
              <a:ext cx="2227027" cy="2227027"/>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3" name="TextBox 22"/>
            <p:cNvSpPr txBox="1"/>
            <p:nvPr/>
          </p:nvSpPr>
          <p:spPr>
            <a:xfrm>
              <a:off x="8703318" y="5353205"/>
              <a:ext cx="2615878" cy="344792"/>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Shipping Service</a:t>
              </a:r>
            </a:p>
          </p:txBody>
        </p:sp>
        <p:sp>
          <p:nvSpPr>
            <p:cNvPr id="29" name="TextBox 28"/>
            <p:cNvSpPr txBox="1"/>
            <p:nvPr/>
          </p:nvSpPr>
          <p:spPr>
            <a:xfrm>
              <a:off x="8873824" y="4874471"/>
              <a:ext cx="1969752"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30" name="Picture 29"/>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414075" y="3540408"/>
              <a:ext cx="961309" cy="961309"/>
            </a:xfrm>
            <a:prstGeom prst="rect">
              <a:avLst/>
            </a:prstGeom>
          </p:spPr>
        </p:pic>
      </p:grpSp>
      <p:grpSp>
        <p:nvGrpSpPr>
          <p:cNvPr id="5" name="Group 4"/>
          <p:cNvGrpSpPr/>
          <p:nvPr/>
        </p:nvGrpSpPr>
        <p:grpSpPr>
          <a:xfrm>
            <a:off x="3648175" y="3088684"/>
            <a:ext cx="1962420" cy="2042507"/>
            <a:chOff x="4933306" y="2975363"/>
            <a:chExt cx="2615878" cy="2722634"/>
          </a:xfrm>
        </p:grpSpPr>
        <p:sp>
          <p:nvSpPr>
            <p:cNvPr id="17" name="TextBox 16"/>
            <p:cNvSpPr txBox="1"/>
            <p:nvPr/>
          </p:nvSpPr>
          <p:spPr>
            <a:xfrm>
              <a:off x="4933306" y="5353205"/>
              <a:ext cx="2615878" cy="344792"/>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Order Queue</a:t>
              </a:r>
            </a:p>
          </p:txBody>
        </p:sp>
        <p:sp>
          <p:nvSpPr>
            <p:cNvPr id="18" name="Rectangle 17"/>
            <p:cNvSpPr/>
            <p:nvPr/>
          </p:nvSpPr>
          <p:spPr bwMode="auto">
            <a:xfrm>
              <a:off x="4960465" y="2975363"/>
              <a:ext cx="2227027" cy="2227027"/>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grpSp>
    </p:spTree>
    <p:extLst>
      <p:ext uri="{BB962C8B-B14F-4D97-AF65-F5344CB8AC3E}">
        <p14:creationId xmlns:p14="http://schemas.microsoft.com/office/powerpoint/2010/main" val="37167919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500"/>
                                        <p:tgtEl>
                                          <p:spTgt spid="50"/>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fade">
                                      <p:cBhvr>
                                        <p:cTn id="11" dur="500"/>
                                        <p:tgtEl>
                                          <p:spTgt spid="51"/>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2"/>
                                        </p:tgtEl>
                                        <p:attrNameLst>
                                          <p:attrName>style.visibility</p:attrName>
                                        </p:attrNameLst>
                                      </p:cBhvr>
                                      <p:to>
                                        <p:strVal val="visible"/>
                                      </p:to>
                                    </p:set>
                                    <p:animEffect transition="in" filter="fade">
                                      <p:cBhvr>
                                        <p:cTn id="15" dur="500"/>
                                        <p:tgtEl>
                                          <p:spTgt spid="52"/>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wipe(down)">
                                      <p:cBhvr>
                                        <p:cTn id="20" dur="500"/>
                                        <p:tgtEl>
                                          <p:spTgt spid="6"/>
                                        </p:tgtEl>
                                      </p:cBhvr>
                                    </p:animEffect>
                                  </p:childTnLst>
                                </p:cTn>
                              </p:par>
                            </p:childTnLst>
                          </p:cTn>
                        </p:par>
                        <p:par>
                          <p:cTn id="21" fill="hold">
                            <p:stCondLst>
                              <p:cond delay="500"/>
                            </p:stCondLst>
                            <p:childTnLst>
                              <p:par>
                                <p:cTn id="22" presetID="10" presetClass="entr" presetSubtype="0" fill="hold" nodeType="after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500"/>
                                        <p:tgtEl>
                                          <p:spTgt spid="5"/>
                                        </p:tgtEl>
                                      </p:cBhvr>
                                    </p:animEffect>
                                  </p:childTnLst>
                                </p:cTn>
                              </p:par>
                            </p:childTnLst>
                          </p:cTn>
                        </p:par>
                        <p:par>
                          <p:cTn id="25" fill="hold">
                            <p:stCondLst>
                              <p:cond delay="1000"/>
                            </p:stCondLst>
                            <p:childTnLst>
                              <p:par>
                                <p:cTn id="26" presetID="22" presetClass="entr" presetSubtype="4" fill="hold" grpId="0" nodeType="afterEffect">
                                  <p:stCondLst>
                                    <p:cond delay="250"/>
                                  </p:stCondLst>
                                  <p:childTnLst>
                                    <p:set>
                                      <p:cBhvr>
                                        <p:cTn id="27" dur="1" fill="hold">
                                          <p:stCondLst>
                                            <p:cond delay="0"/>
                                          </p:stCondLst>
                                        </p:cTn>
                                        <p:tgtEl>
                                          <p:spTgt spid="7"/>
                                        </p:tgtEl>
                                        <p:attrNameLst>
                                          <p:attrName>style.visibility</p:attrName>
                                        </p:attrNameLst>
                                      </p:cBhvr>
                                      <p:to>
                                        <p:strVal val="visible"/>
                                      </p:to>
                                    </p:set>
                                    <p:animEffect transition="in" filter="wipe(down)">
                                      <p:cBhvr>
                                        <p:cTn id="2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bwMode="auto">
          <a:xfrm>
            <a:off x="655993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0" name="Rectangle 19"/>
          <p:cNvSpPr/>
          <p:nvPr/>
        </p:nvSpPr>
        <p:spPr bwMode="auto">
          <a:xfrm>
            <a:off x="6559930" y="2151901"/>
            <a:ext cx="1670705" cy="83535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cxnSp>
        <p:nvCxnSpPr>
          <p:cNvPr id="47" name="Straight Connector 46"/>
          <p:cNvCxnSpPr/>
          <p:nvPr/>
        </p:nvCxnSpPr>
        <p:spPr>
          <a:xfrm>
            <a:off x="5886792"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064605"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sp>
        <p:nvSpPr>
          <p:cNvPr id="49" name="Down Arrow 48"/>
          <p:cNvSpPr/>
          <p:nvPr/>
        </p:nvSpPr>
        <p:spPr bwMode="auto">
          <a:xfrm rot="16200000">
            <a:off x="2880495" y="3325312"/>
            <a:ext cx="265064" cy="1192554"/>
          </a:xfrm>
          <a:prstGeom prst="downArrow">
            <a:avLst>
              <a:gd name="adj1" fmla="val 42122"/>
              <a:gd name="adj2" fmla="val 62085"/>
            </a:avLst>
          </a:prstGeom>
          <a:solidFill>
            <a:schemeClr val="tx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50" name="Down Arrow 49"/>
          <p:cNvSpPr/>
          <p:nvPr/>
        </p:nvSpPr>
        <p:spPr bwMode="auto">
          <a:xfrm rot="16200000">
            <a:off x="5796649" y="3333055"/>
            <a:ext cx="265064" cy="1177068"/>
          </a:xfrm>
          <a:prstGeom prst="downArrow">
            <a:avLst>
              <a:gd name="adj1" fmla="val 42122"/>
              <a:gd name="adj2" fmla="val 62085"/>
            </a:avLst>
          </a:prstGeom>
          <a:solidFill>
            <a:schemeClr val="tx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 name="U-Turn Arrow 6"/>
          <p:cNvSpPr/>
          <p:nvPr/>
        </p:nvSpPr>
        <p:spPr bwMode="auto">
          <a:xfrm rot="5400000" flipH="1">
            <a:off x="7841883" y="2826460"/>
            <a:ext cx="1564656" cy="788762"/>
          </a:xfrm>
          <a:prstGeom prst="uturnArrow">
            <a:avLst>
              <a:gd name="adj1" fmla="val 15696"/>
              <a:gd name="adj2" fmla="val 17984"/>
              <a:gd name="adj3" fmla="val 19799"/>
              <a:gd name="adj4" fmla="val 36000"/>
              <a:gd name="adj5" fmla="val 83916"/>
            </a:avLst>
          </a:prstGeom>
          <a:solidFill>
            <a:schemeClr val="tx2">
              <a:alpha val="50196"/>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2" name="Title 3"/>
          <p:cNvSpPr>
            <a:spLocks noGrp="1"/>
          </p:cNvSpPr>
          <p:nvPr>
            <p:ph type="title"/>
          </p:nvPr>
        </p:nvSpPr>
        <p:spPr>
          <a:xfrm>
            <a:off x="389437" y="1028076"/>
            <a:ext cx="8363938" cy="745717"/>
          </a:xfrm>
        </p:spPr>
        <p:txBody>
          <a:bodyPr/>
          <a:lstStyle/>
          <a:p>
            <a:r>
              <a:rPr lang="en-US" sz="4051" dirty="0"/>
              <a:t>Example: Loosely Coupled Application</a:t>
            </a:r>
          </a:p>
        </p:txBody>
      </p:sp>
      <p:sp>
        <p:nvSpPr>
          <p:cNvPr id="21" name="TextBox 20"/>
          <p:cNvSpPr txBox="1"/>
          <p:nvPr/>
        </p:nvSpPr>
        <p:spPr>
          <a:xfrm>
            <a:off x="498842"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Store Front End</a:t>
            </a:r>
          </a:p>
        </p:txBody>
      </p:sp>
      <p:sp>
        <p:nvSpPr>
          <p:cNvPr id="22" name="TextBox 21"/>
          <p:cNvSpPr txBox="1"/>
          <p:nvPr/>
        </p:nvSpPr>
        <p:spPr>
          <a:xfrm>
            <a:off x="3648175"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Order Queue</a:t>
            </a:r>
          </a:p>
        </p:txBody>
      </p:sp>
      <p:sp>
        <p:nvSpPr>
          <p:cNvPr id="23" name="TextBox 22"/>
          <p:cNvSpPr txBox="1"/>
          <p:nvPr/>
        </p:nvSpPr>
        <p:spPr>
          <a:xfrm>
            <a:off x="6529189"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Shipping Service</a:t>
            </a:r>
          </a:p>
        </p:txBody>
      </p:sp>
      <p:pic>
        <p:nvPicPr>
          <p:cNvPr id="27" name="Picture 2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27367" y="2412062"/>
            <a:ext cx="780268" cy="497161"/>
          </a:xfrm>
          <a:prstGeom prst="rect">
            <a:avLst/>
          </a:prstGeom>
        </p:spPr>
      </p:pic>
      <p:sp>
        <p:nvSpPr>
          <p:cNvPr id="28" name="TextBox 27"/>
          <p:cNvSpPr txBox="1"/>
          <p:nvPr/>
        </p:nvSpPr>
        <p:spPr>
          <a:xfrm>
            <a:off x="6657102" y="2231188"/>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Drivers</a:t>
            </a:r>
          </a:p>
        </p:txBody>
      </p:sp>
      <p:sp>
        <p:nvSpPr>
          <p:cNvPr id="29" name="TextBox 28"/>
          <p:cNvSpPr txBox="1"/>
          <p:nvPr/>
        </p:nvSpPr>
        <p:spPr>
          <a:xfrm>
            <a:off x="6657102" y="4513387"/>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062396" y="3512578"/>
            <a:ext cx="721170" cy="721170"/>
          </a:xfrm>
          <a:prstGeom prst="rect">
            <a:avLst/>
          </a:prstGeom>
        </p:spPr>
      </p:pic>
      <p:pic>
        <p:nvPicPr>
          <p:cNvPr id="2" name="Picture 1"/>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29861" y="3088685"/>
            <a:ext cx="1890996" cy="1665813"/>
          </a:xfrm>
          <a:prstGeom prst="rect">
            <a:avLst/>
          </a:prstGeom>
        </p:spPr>
      </p:pic>
      <p:sp>
        <p:nvSpPr>
          <p:cNvPr id="32" name="Rectangle 31"/>
          <p:cNvSpPr/>
          <p:nvPr/>
        </p:nvSpPr>
        <p:spPr bwMode="auto">
          <a:xfrm>
            <a:off x="366855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43" name="Picture 4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165400" y="3588564"/>
            <a:ext cx="629304" cy="655525"/>
          </a:xfrm>
          <a:prstGeom prst="rect">
            <a:avLst/>
          </a:prstGeom>
        </p:spPr>
      </p:pic>
    </p:spTree>
    <p:extLst>
      <p:ext uri="{BB962C8B-B14F-4D97-AF65-F5344CB8AC3E}">
        <p14:creationId xmlns:p14="http://schemas.microsoft.com/office/powerpoint/2010/main" val="1035512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childTnLst>
                          </p:cTn>
                        </p:par>
                        <p:par>
                          <p:cTn id="8" fill="hold">
                            <p:stCondLst>
                              <p:cond delay="500"/>
                            </p:stCondLst>
                            <p:childTnLst>
                              <p:par>
                                <p:cTn id="9" presetID="12" presetClass="entr" presetSubtype="8" fill="hold" grpId="0" nodeType="afterEffect">
                                  <p:stCondLst>
                                    <p:cond delay="500"/>
                                  </p:stCondLst>
                                  <p:childTnLst>
                                    <p:set>
                                      <p:cBhvr>
                                        <p:cTn id="10" dur="1" fill="hold">
                                          <p:stCondLst>
                                            <p:cond delay="0"/>
                                          </p:stCondLst>
                                        </p:cTn>
                                        <p:tgtEl>
                                          <p:spTgt spid="49"/>
                                        </p:tgtEl>
                                        <p:attrNameLst>
                                          <p:attrName>style.visibility</p:attrName>
                                        </p:attrNameLst>
                                      </p:cBhvr>
                                      <p:to>
                                        <p:strVal val="visible"/>
                                      </p:to>
                                    </p:set>
                                    <p:anim calcmode="lin" valueType="num">
                                      <p:cBhvr additive="base">
                                        <p:cTn id="11" dur="500"/>
                                        <p:tgtEl>
                                          <p:spTgt spid="49"/>
                                        </p:tgtEl>
                                        <p:attrNameLst>
                                          <p:attrName>ppt_x</p:attrName>
                                        </p:attrNameLst>
                                      </p:cBhvr>
                                      <p:tavLst>
                                        <p:tav tm="0">
                                          <p:val>
                                            <p:strVal val="#ppt_x-#ppt_w*1.125000"/>
                                          </p:val>
                                        </p:tav>
                                        <p:tav tm="100000">
                                          <p:val>
                                            <p:strVal val="#ppt_x"/>
                                          </p:val>
                                        </p:tav>
                                      </p:tavLst>
                                    </p:anim>
                                    <p:animEffect transition="in" filter="wipe(right)">
                                      <p:cBhvr>
                                        <p:cTn id="12" dur="500"/>
                                        <p:tgtEl>
                                          <p:spTgt spid="49"/>
                                        </p:tgtEl>
                                      </p:cBhvr>
                                    </p:animEffect>
                                  </p:childTnLst>
                                </p:cTn>
                              </p:par>
                            </p:childTnLst>
                          </p:cTn>
                        </p:par>
                        <p:par>
                          <p:cTn id="13" fill="hold">
                            <p:stCondLst>
                              <p:cond delay="1500"/>
                            </p:stCondLst>
                            <p:childTnLst>
                              <p:par>
                                <p:cTn id="14" presetID="42" presetClass="path" presetSubtype="0" accel="50000" decel="50000" fill="hold" nodeType="afterEffect">
                                  <p:stCondLst>
                                    <p:cond delay="0"/>
                                  </p:stCondLst>
                                  <p:childTnLst>
                                    <p:animMotion origin="layout" path="M -3.29859E-6 4.07407E-6 L 0.32687 -0.00024 " pathEditMode="relative" rAng="0" ptsTypes="AA">
                                      <p:cBhvr>
                                        <p:cTn id="15" dur="2000" fill="hold"/>
                                        <p:tgtEl>
                                          <p:spTgt spid="43"/>
                                        </p:tgtEl>
                                        <p:attrNameLst>
                                          <p:attrName>ppt_x</p:attrName>
                                          <p:attrName>ppt_y</p:attrName>
                                        </p:attrNameLst>
                                      </p:cBhvr>
                                      <p:rCtr x="16337" y="-23"/>
                                    </p:animMotion>
                                  </p:childTnLst>
                                </p:cTn>
                              </p:par>
                            </p:childTnLst>
                          </p:cTn>
                        </p:par>
                        <p:par>
                          <p:cTn id="16" fill="hold">
                            <p:stCondLst>
                              <p:cond delay="3500"/>
                            </p:stCondLst>
                            <p:childTnLst>
                              <p:par>
                                <p:cTn id="17" presetID="10" presetClass="exit" presetSubtype="0" fill="hold" grpId="1" nodeType="afterEffect">
                                  <p:stCondLst>
                                    <p:cond delay="0"/>
                                  </p:stCondLst>
                                  <p:childTnLst>
                                    <p:animEffect transition="out" filter="fade">
                                      <p:cBhvr>
                                        <p:cTn id="18" dur="500"/>
                                        <p:tgtEl>
                                          <p:spTgt spid="49"/>
                                        </p:tgtEl>
                                      </p:cBhvr>
                                    </p:animEffect>
                                    <p:set>
                                      <p:cBhvr>
                                        <p:cTn id="19" dur="1" fill="hold">
                                          <p:stCondLst>
                                            <p:cond delay="499"/>
                                          </p:stCondLst>
                                        </p:cTn>
                                        <p:tgtEl>
                                          <p:spTgt spid="49"/>
                                        </p:tgtEl>
                                        <p:attrNameLst>
                                          <p:attrName>style.visibility</p:attrName>
                                        </p:attrNameLst>
                                      </p:cBhvr>
                                      <p:to>
                                        <p:strVal val="hidden"/>
                                      </p:to>
                                    </p:set>
                                  </p:childTnLst>
                                </p:cTn>
                              </p:par>
                            </p:childTnLst>
                          </p:cTn>
                        </p:par>
                        <p:par>
                          <p:cTn id="20" fill="hold">
                            <p:stCondLst>
                              <p:cond delay="4000"/>
                            </p:stCondLst>
                            <p:childTnLst>
                              <p:par>
                                <p:cTn id="21" presetID="12" presetClass="entr" presetSubtype="8" fill="hold" grpId="0" nodeType="afterEffect">
                                  <p:stCondLst>
                                    <p:cond delay="250"/>
                                  </p:stCondLst>
                                  <p:childTnLst>
                                    <p:set>
                                      <p:cBhvr>
                                        <p:cTn id="22" dur="1" fill="hold">
                                          <p:stCondLst>
                                            <p:cond delay="0"/>
                                          </p:stCondLst>
                                        </p:cTn>
                                        <p:tgtEl>
                                          <p:spTgt spid="50"/>
                                        </p:tgtEl>
                                        <p:attrNameLst>
                                          <p:attrName>style.visibility</p:attrName>
                                        </p:attrNameLst>
                                      </p:cBhvr>
                                      <p:to>
                                        <p:strVal val="visible"/>
                                      </p:to>
                                    </p:set>
                                    <p:anim calcmode="lin" valueType="num">
                                      <p:cBhvr additive="base">
                                        <p:cTn id="23" dur="500"/>
                                        <p:tgtEl>
                                          <p:spTgt spid="50"/>
                                        </p:tgtEl>
                                        <p:attrNameLst>
                                          <p:attrName>ppt_x</p:attrName>
                                        </p:attrNameLst>
                                      </p:cBhvr>
                                      <p:tavLst>
                                        <p:tav tm="0">
                                          <p:val>
                                            <p:strVal val="#ppt_x-#ppt_w*1.125000"/>
                                          </p:val>
                                        </p:tav>
                                        <p:tav tm="100000">
                                          <p:val>
                                            <p:strVal val="#ppt_x"/>
                                          </p:val>
                                        </p:tav>
                                      </p:tavLst>
                                    </p:anim>
                                    <p:animEffect transition="in" filter="wipe(right)">
                                      <p:cBhvr>
                                        <p:cTn id="24" dur="500"/>
                                        <p:tgtEl>
                                          <p:spTgt spid="50"/>
                                        </p:tgtEl>
                                      </p:cBhvr>
                                    </p:animEffect>
                                  </p:childTnLst>
                                </p:cTn>
                              </p:par>
                            </p:childTnLst>
                          </p:cTn>
                        </p:par>
                        <p:par>
                          <p:cTn id="25" fill="hold">
                            <p:stCondLst>
                              <p:cond delay="4750"/>
                            </p:stCondLst>
                            <p:childTnLst>
                              <p:par>
                                <p:cTn id="26" presetID="63" presetClass="path" presetSubtype="0" accel="50000" decel="50000" fill="hold" nodeType="afterEffect">
                                  <p:stCondLst>
                                    <p:cond delay="0"/>
                                  </p:stCondLst>
                                  <p:childTnLst>
                                    <p:animMotion origin="layout" path="M 0.32682 -0.00023 L 0.64935 -0.00023 " pathEditMode="relative" rAng="0" ptsTypes="AA">
                                      <p:cBhvr>
                                        <p:cTn id="27" dur="2000" fill="hold"/>
                                        <p:tgtEl>
                                          <p:spTgt spid="43"/>
                                        </p:tgtEl>
                                        <p:attrNameLst>
                                          <p:attrName>ppt_x</p:attrName>
                                          <p:attrName>ppt_y</p:attrName>
                                        </p:attrNameLst>
                                      </p:cBhvr>
                                      <p:rCtr x="16120" y="0"/>
                                    </p:animMotion>
                                  </p:childTnLst>
                                </p:cTn>
                              </p:par>
                              <p:par>
                                <p:cTn id="28" presetID="10" presetClass="exit" presetSubtype="0" fill="hold" nodeType="withEffect">
                                  <p:stCondLst>
                                    <p:cond delay="1500"/>
                                  </p:stCondLst>
                                  <p:childTnLst>
                                    <p:animEffect transition="out" filter="fade">
                                      <p:cBhvr>
                                        <p:cTn id="29" dur="500"/>
                                        <p:tgtEl>
                                          <p:spTgt spid="43"/>
                                        </p:tgtEl>
                                      </p:cBhvr>
                                    </p:animEffect>
                                    <p:set>
                                      <p:cBhvr>
                                        <p:cTn id="30" dur="1" fill="hold">
                                          <p:stCondLst>
                                            <p:cond delay="499"/>
                                          </p:stCondLst>
                                        </p:cTn>
                                        <p:tgtEl>
                                          <p:spTgt spid="43"/>
                                        </p:tgtEl>
                                        <p:attrNameLst>
                                          <p:attrName>style.visibility</p:attrName>
                                        </p:attrNameLst>
                                      </p:cBhvr>
                                      <p:to>
                                        <p:strVal val="hidden"/>
                                      </p:to>
                                    </p:set>
                                  </p:childTnLst>
                                </p:cTn>
                              </p:par>
                            </p:childTnLst>
                          </p:cTn>
                        </p:par>
                        <p:par>
                          <p:cTn id="31" fill="hold">
                            <p:stCondLst>
                              <p:cond delay="6750"/>
                            </p:stCondLst>
                            <p:childTnLst>
                              <p:par>
                                <p:cTn id="32" presetID="10" presetClass="exit" presetSubtype="0" fill="hold" grpId="1" nodeType="afterEffect">
                                  <p:stCondLst>
                                    <p:cond delay="0"/>
                                  </p:stCondLst>
                                  <p:childTnLst>
                                    <p:animEffect transition="out" filter="fade">
                                      <p:cBhvr>
                                        <p:cTn id="33" dur="500"/>
                                        <p:tgtEl>
                                          <p:spTgt spid="50"/>
                                        </p:tgtEl>
                                      </p:cBhvr>
                                    </p:animEffect>
                                    <p:set>
                                      <p:cBhvr>
                                        <p:cTn id="34" dur="1" fill="hold">
                                          <p:stCondLst>
                                            <p:cond delay="49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P spid="50" grpId="0" animBg="1"/>
      <p:bldP spid="50" grpId="1"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dirty="0" err="1" smtClean="0"/>
              <a:t>Benefits</a:t>
            </a:r>
            <a:endParaRPr lang="en-US" sz="5400" dirty="0"/>
          </a:p>
        </p:txBody>
      </p:sp>
      <p:sp>
        <p:nvSpPr>
          <p:cNvPr id="5" name="Title 3"/>
          <p:cNvSpPr txBox="1">
            <a:spLocks/>
          </p:cNvSpPr>
          <p:nvPr/>
        </p:nvSpPr>
        <p:spPr>
          <a:xfrm>
            <a:off x="771031" y="3806382"/>
            <a:ext cx="5528169" cy="2142125"/>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pPr>
              <a:spcAft>
                <a:spcPts val="1200"/>
              </a:spcAft>
            </a:pPr>
            <a:r>
              <a:rPr lang="en-US" sz="2700" dirty="0" smtClean="0"/>
              <a:t>Guaranteed delivery</a:t>
            </a:r>
          </a:p>
          <a:p>
            <a:pPr>
              <a:spcAft>
                <a:spcPts val="1200"/>
              </a:spcAft>
            </a:pPr>
            <a:r>
              <a:rPr lang="en-US" sz="2700" dirty="0" smtClean="0"/>
              <a:t>Loosely coupled</a:t>
            </a:r>
          </a:p>
          <a:p>
            <a:pPr>
              <a:spcAft>
                <a:spcPts val="1200"/>
              </a:spcAft>
            </a:pPr>
            <a:r>
              <a:rPr lang="en-US" sz="2700" dirty="0" smtClean="0"/>
              <a:t>Interoperability</a:t>
            </a:r>
          </a:p>
          <a:p>
            <a:pPr>
              <a:spcAft>
                <a:spcPts val="1200"/>
              </a:spcAft>
            </a:pPr>
            <a:r>
              <a:rPr lang="en-US" sz="2700" dirty="0" smtClean="0"/>
              <a:t>Low cost maintenance</a:t>
            </a:r>
          </a:p>
        </p:txBody>
      </p:sp>
    </p:spTree>
    <p:extLst>
      <p:ext uri="{BB962C8B-B14F-4D97-AF65-F5344CB8AC3E}">
        <p14:creationId xmlns:p14="http://schemas.microsoft.com/office/powerpoint/2010/main" val="9667207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Effect transition="in" filter="fade">
                                      <p:cBhvr>
                                        <p:cTn id="11" dur="500"/>
                                        <p:tgtEl>
                                          <p:spTgt spid="5">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fade">
                                      <p:cBhvr>
                                        <p:cTn id="15" dur="500"/>
                                        <p:tgtEl>
                                          <p:spTgt spid="5">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Effect transition="in" filter="fade">
                                      <p:cBhvr>
                                        <p:cTn id="19"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dirty="0" err="1" smtClean="0"/>
              <a:t>Various</a:t>
            </a:r>
            <a:r>
              <a:rPr lang="lv-LV" sz="5400" dirty="0" smtClean="0"/>
              <a:t> </a:t>
            </a:r>
            <a:r>
              <a:rPr lang="lv-LV" sz="5400" dirty="0" err="1" smtClean="0"/>
              <a:t>Models</a:t>
            </a:r>
            <a:endParaRPr lang="en-US" sz="5400" dirty="0"/>
          </a:p>
        </p:txBody>
      </p:sp>
      <p:sp>
        <p:nvSpPr>
          <p:cNvPr id="3" name="Title 3"/>
          <p:cNvSpPr txBox="1">
            <a:spLocks/>
          </p:cNvSpPr>
          <p:nvPr/>
        </p:nvSpPr>
        <p:spPr>
          <a:xfrm>
            <a:off x="961531" y="3895282"/>
            <a:ext cx="8363938" cy="2142125"/>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pPr>
              <a:spcAft>
                <a:spcPts val="1200"/>
              </a:spcAft>
            </a:pPr>
            <a:r>
              <a:rPr lang="lv-LV" sz="2700" dirty="0" err="1"/>
              <a:t>Queues</a:t>
            </a:r>
            <a:endParaRPr lang="lv-LV" sz="2700" dirty="0"/>
          </a:p>
          <a:p>
            <a:pPr>
              <a:spcAft>
                <a:spcPts val="1200"/>
              </a:spcAft>
            </a:pPr>
            <a:r>
              <a:rPr lang="lv-LV" sz="2700" dirty="0" err="1"/>
              <a:t>Topics</a:t>
            </a:r>
            <a:endParaRPr lang="lv-LV" sz="2700" dirty="0"/>
          </a:p>
          <a:p>
            <a:pPr>
              <a:spcAft>
                <a:spcPts val="1200"/>
              </a:spcAft>
            </a:pPr>
            <a:r>
              <a:rPr lang="lv-LV" sz="2700" dirty="0" err="1"/>
              <a:t>Relay</a:t>
            </a:r>
          </a:p>
          <a:p>
            <a:pPr>
              <a:spcAft>
                <a:spcPts val="1200"/>
              </a:spcAft>
            </a:pPr>
            <a:r>
              <a:rPr lang="lv-LV" sz="2700" dirty="0" err="1" smtClean="0"/>
              <a:t>Notifcation</a:t>
            </a:r>
            <a:r>
              <a:rPr lang="lv-LV" sz="2700" dirty="0" smtClean="0"/>
              <a:t> </a:t>
            </a:r>
            <a:r>
              <a:rPr lang="lv-LV" sz="2700" dirty="0" err="1"/>
              <a:t>hubs</a:t>
            </a:r>
            <a:r>
              <a:rPr lang="lv-LV" sz="2700" dirty="0"/>
              <a:t> *</a:t>
            </a:r>
          </a:p>
        </p:txBody>
      </p:sp>
    </p:spTree>
    <p:extLst>
      <p:ext uri="{BB962C8B-B14F-4D97-AF65-F5344CB8AC3E}">
        <p14:creationId xmlns:p14="http://schemas.microsoft.com/office/powerpoint/2010/main" val="30566046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en-US" sz="5400" dirty="0" smtClean="0"/>
              <a:t>Openness</a:t>
            </a:r>
            <a:endParaRPr lang="en-US" sz="5400" dirty="0"/>
          </a:p>
        </p:txBody>
      </p:sp>
      <p:sp>
        <p:nvSpPr>
          <p:cNvPr id="3" name="Title 3"/>
          <p:cNvSpPr txBox="1">
            <a:spLocks/>
          </p:cNvSpPr>
          <p:nvPr/>
        </p:nvSpPr>
        <p:spPr>
          <a:xfrm>
            <a:off x="936131" y="4034982"/>
            <a:ext cx="8363938" cy="1614288"/>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pPr>
              <a:spcAft>
                <a:spcPts val="1200"/>
              </a:spcAft>
            </a:pPr>
            <a:r>
              <a:rPr lang="lv-LV" sz="2700" dirty="0" err="1" smtClean="0"/>
              <a:t>Not</a:t>
            </a:r>
            <a:r>
              <a:rPr lang="lv-LV" sz="2700" dirty="0" smtClean="0"/>
              <a:t> </a:t>
            </a:r>
            <a:r>
              <a:rPr lang="lv-LV" sz="2700" dirty="0" err="1" smtClean="0"/>
              <a:t>only</a:t>
            </a:r>
            <a:r>
              <a:rPr lang="lv-LV" sz="2700" dirty="0" smtClean="0"/>
              <a:t> Windows Azure</a:t>
            </a:r>
          </a:p>
          <a:p>
            <a:pPr>
              <a:spcAft>
                <a:spcPts val="1200"/>
              </a:spcAft>
            </a:pPr>
            <a:r>
              <a:rPr lang="lv-LV" sz="2700" dirty="0" err="1"/>
              <a:t>Not</a:t>
            </a:r>
            <a:r>
              <a:rPr lang="lv-LV" sz="2700" dirty="0"/>
              <a:t> </a:t>
            </a:r>
            <a:r>
              <a:rPr lang="lv-LV" sz="2700" dirty="0" err="1"/>
              <a:t>only</a:t>
            </a:r>
            <a:r>
              <a:rPr lang="lv-LV" sz="2700" dirty="0"/>
              <a:t> .Net </a:t>
            </a:r>
            <a:r>
              <a:rPr lang="lv-LV" sz="2700" dirty="0" err="1"/>
              <a:t>Framework</a:t>
            </a:r>
            <a:endParaRPr lang="lv-LV" sz="2700" dirty="0"/>
          </a:p>
          <a:p>
            <a:pPr>
              <a:spcAft>
                <a:spcPts val="1200"/>
              </a:spcAft>
            </a:pPr>
            <a:r>
              <a:rPr lang="lv-LV" sz="2700" dirty="0" err="1" smtClean="0"/>
              <a:t>Not</a:t>
            </a:r>
            <a:r>
              <a:rPr lang="lv-LV" sz="2700" dirty="0" smtClean="0"/>
              <a:t> </a:t>
            </a:r>
            <a:r>
              <a:rPr lang="lv-LV" sz="2700" dirty="0" err="1" smtClean="0"/>
              <a:t>only</a:t>
            </a:r>
            <a:r>
              <a:rPr lang="lv-LV" sz="2700" dirty="0" smtClean="0"/>
              <a:t> HTTP</a:t>
            </a:r>
          </a:p>
        </p:txBody>
      </p:sp>
    </p:spTree>
    <p:extLst>
      <p:ext uri="{BB962C8B-B14F-4D97-AF65-F5344CB8AC3E}">
        <p14:creationId xmlns:p14="http://schemas.microsoft.com/office/powerpoint/2010/main" val="11484485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i="1" dirty="0" err="1" smtClean="0"/>
              <a:t>Demo</a:t>
            </a:r>
            <a:endParaRPr lang="en-US" sz="5400" i="1" dirty="0"/>
          </a:p>
        </p:txBody>
      </p:sp>
    </p:spTree>
    <p:extLst>
      <p:ext uri="{BB962C8B-B14F-4D97-AF65-F5344CB8AC3E}">
        <p14:creationId xmlns:p14="http://schemas.microsoft.com/office/powerpoint/2010/main" val="506343784"/>
      </p:ext>
    </p:extLst>
  </p:cSld>
  <p:clrMapOvr>
    <a:masterClrMapping/>
  </p:clrMapOvr>
  <p:transition>
    <p:fade/>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dirty="0" smtClean="0"/>
              <a:t>Performance </a:t>
            </a:r>
            <a:r>
              <a:rPr lang="lv-LV" sz="5400" dirty="0" err="1" smtClean="0"/>
              <a:t>Metrics</a:t>
            </a:r>
            <a:endParaRPr lang="en-US" sz="5400" dirty="0"/>
          </a:p>
        </p:txBody>
      </p:sp>
    </p:spTree>
    <p:extLst>
      <p:ext uri="{BB962C8B-B14F-4D97-AF65-F5344CB8AC3E}">
        <p14:creationId xmlns:p14="http://schemas.microsoft.com/office/powerpoint/2010/main" val="1311441079"/>
      </p:ext>
    </p:extLst>
  </p:cSld>
  <p:clrMapOvr>
    <a:masterClrMapping/>
  </p:clrMapOvr>
  <p:transition>
    <p:fade/>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3"/>
          <p:cNvSpPr>
            <a:spLocks noGrp="1"/>
          </p:cNvSpPr>
          <p:nvPr>
            <p:ph type="title"/>
          </p:nvPr>
        </p:nvSpPr>
        <p:spPr>
          <a:xfrm>
            <a:off x="390031" y="2256372"/>
            <a:ext cx="8363938" cy="2566857"/>
          </a:xfrm>
        </p:spPr>
        <p:txBody>
          <a:bodyPr/>
          <a:lstStyle/>
          <a:p>
            <a:r>
              <a:rPr lang="en-US" sz="3600" b="1" dirty="0" smtClean="0"/>
              <a:t>Maximum throughput</a:t>
            </a:r>
            <a:r>
              <a:rPr lang="lv-LV" sz="3600" b="1" dirty="0" smtClean="0"/>
              <a:t/>
            </a:r>
            <a:br>
              <a:rPr lang="lv-LV" sz="3600" b="1" dirty="0" smtClean="0"/>
            </a:br>
            <a:r>
              <a:rPr lang="lv-LV" sz="3600" b="1" dirty="0" smtClean="0"/>
              <a:t>      </a:t>
            </a:r>
            <a:r>
              <a:rPr lang="en-US" sz="2800" dirty="0" smtClean="0"/>
              <a:t>Up to 2,000 messages per second</a:t>
            </a:r>
            <a:r>
              <a:rPr lang="lv-LV" sz="2800" dirty="0" smtClean="0"/>
              <a:t> *</a:t>
            </a:r>
            <a:br>
              <a:rPr lang="lv-LV" sz="2800" dirty="0" smtClean="0"/>
            </a:br>
            <a:r>
              <a:rPr lang="lv-LV" sz="2800" dirty="0" smtClean="0"/>
              <a:t/>
            </a:r>
            <a:br>
              <a:rPr lang="lv-LV" sz="2800" dirty="0" smtClean="0"/>
            </a:br>
            <a:r>
              <a:rPr lang="en-US" sz="3600" b="1" dirty="0" smtClean="0"/>
              <a:t>Average latency</a:t>
            </a:r>
            <a:r>
              <a:rPr lang="lv-LV" sz="3600" b="1" dirty="0"/>
              <a:t/>
            </a:r>
            <a:br>
              <a:rPr lang="lv-LV" sz="3600" b="1" dirty="0"/>
            </a:br>
            <a:r>
              <a:rPr lang="lv-LV" sz="3600" b="1" dirty="0" smtClean="0"/>
              <a:t>      </a:t>
            </a:r>
            <a:r>
              <a:rPr lang="lv-LV" sz="2800" dirty="0" smtClean="0"/>
              <a:t>100 </a:t>
            </a:r>
            <a:r>
              <a:rPr lang="lv-LV" sz="2800" dirty="0"/>
              <a:t>ms </a:t>
            </a:r>
            <a:endParaRPr lang="en-US" sz="2700" dirty="0"/>
          </a:p>
        </p:txBody>
      </p:sp>
      <p:sp>
        <p:nvSpPr>
          <p:cNvPr id="4" name="Title 3"/>
          <p:cNvSpPr txBox="1">
            <a:spLocks/>
          </p:cNvSpPr>
          <p:nvPr/>
        </p:nvSpPr>
        <p:spPr>
          <a:xfrm>
            <a:off x="224931" y="6292368"/>
            <a:ext cx="8363938" cy="433965"/>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r>
              <a:rPr lang="en-US" sz="1800" dirty="0" smtClean="0"/>
              <a:t>*</a:t>
            </a:r>
            <a:r>
              <a:rPr lang="lv-LV" sz="1800" dirty="0" smtClean="0"/>
              <a:t> - </a:t>
            </a:r>
            <a:r>
              <a:rPr lang="lv-LV" sz="1800" dirty="0"/>
              <a:t>b</a:t>
            </a:r>
            <a:r>
              <a:rPr lang="en-US" sz="1800" dirty="0" err="1" smtClean="0"/>
              <a:t>ased</a:t>
            </a:r>
            <a:r>
              <a:rPr lang="en-US" sz="1800" dirty="0" smtClean="0"/>
              <a:t> </a:t>
            </a:r>
            <a:r>
              <a:rPr lang="en-US" sz="1800" dirty="0"/>
              <a:t>on benchmark with 1 KB </a:t>
            </a:r>
            <a:r>
              <a:rPr lang="en-US" sz="1800" dirty="0" smtClean="0"/>
              <a:t>messages</a:t>
            </a:r>
            <a:endParaRPr lang="en-US" sz="1800" dirty="0"/>
          </a:p>
        </p:txBody>
      </p:sp>
    </p:spTree>
    <p:extLst>
      <p:ext uri="{BB962C8B-B14F-4D97-AF65-F5344CB8AC3E}">
        <p14:creationId xmlns:p14="http://schemas.microsoft.com/office/powerpoint/2010/main" val="1144430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dirty="0" err="1" smtClean="0"/>
              <a:t>Pricing</a:t>
            </a:r>
            <a:endParaRPr lang="en-US" sz="5400" dirty="0"/>
          </a:p>
        </p:txBody>
      </p:sp>
    </p:spTree>
    <p:extLst>
      <p:ext uri="{BB962C8B-B14F-4D97-AF65-F5344CB8AC3E}">
        <p14:creationId xmlns:p14="http://schemas.microsoft.com/office/powerpoint/2010/main" val="2886596669"/>
      </p:ext>
    </p:extLst>
  </p:cSld>
  <p:clrMapOvr>
    <a:masterClrMapping/>
  </p:clrMapOvr>
  <p:transition>
    <p:fad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3142768"/>
            <a:ext cx="8363938" cy="572464"/>
          </a:xfrm>
        </p:spPr>
        <p:txBody>
          <a:bodyPr/>
          <a:lstStyle/>
          <a:p>
            <a:r>
              <a:rPr lang="en-US" sz="2800" b="1" dirty="0"/>
              <a:t>€0.0075 </a:t>
            </a:r>
            <a:r>
              <a:rPr lang="en-US" sz="2800" dirty="0"/>
              <a:t>for every 10,000 </a:t>
            </a:r>
            <a:r>
              <a:rPr lang="en-US" sz="2800" dirty="0" smtClean="0"/>
              <a:t>messages</a:t>
            </a:r>
            <a:r>
              <a:rPr lang="lv-LV" sz="2800" dirty="0" smtClean="0"/>
              <a:t> *</a:t>
            </a:r>
            <a:endParaRPr lang="en-US" sz="2700" dirty="0"/>
          </a:p>
        </p:txBody>
      </p:sp>
      <p:sp>
        <p:nvSpPr>
          <p:cNvPr id="3" name="Title 3"/>
          <p:cNvSpPr txBox="1">
            <a:spLocks/>
          </p:cNvSpPr>
          <p:nvPr/>
        </p:nvSpPr>
        <p:spPr>
          <a:xfrm>
            <a:off x="224931" y="6292368"/>
            <a:ext cx="8363938" cy="433965"/>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r>
              <a:rPr lang="en-US" sz="1800" dirty="0" smtClean="0"/>
              <a:t>*</a:t>
            </a:r>
            <a:r>
              <a:rPr lang="lv-LV" sz="1800" dirty="0" smtClean="0"/>
              <a:t> - </a:t>
            </a:r>
            <a:r>
              <a:rPr lang="lv-LV" sz="1800" dirty="0" err="1" smtClean="0"/>
              <a:t>query</a:t>
            </a:r>
            <a:r>
              <a:rPr lang="lv-LV" sz="1800" dirty="0" smtClean="0"/>
              <a:t> </a:t>
            </a:r>
            <a:r>
              <a:rPr lang="lv-LV" sz="1800" dirty="0" err="1" smtClean="0"/>
              <a:t>against</a:t>
            </a:r>
            <a:r>
              <a:rPr lang="lv-LV" sz="1800" dirty="0" smtClean="0"/>
              <a:t> </a:t>
            </a:r>
            <a:r>
              <a:rPr lang="lv-LV" sz="1800" dirty="0" err="1" smtClean="0"/>
              <a:t>empty</a:t>
            </a:r>
            <a:r>
              <a:rPr lang="lv-LV" sz="1800" dirty="0" smtClean="0"/>
              <a:t> </a:t>
            </a:r>
            <a:r>
              <a:rPr lang="lv-LV" sz="1800" dirty="0" err="1" smtClean="0"/>
              <a:t>queue</a:t>
            </a:r>
            <a:r>
              <a:rPr lang="lv-LV" sz="1800" dirty="0" smtClean="0"/>
              <a:t> </a:t>
            </a:r>
            <a:r>
              <a:rPr lang="lv-LV" sz="1800" dirty="0" err="1" smtClean="0"/>
              <a:t>is</a:t>
            </a:r>
            <a:r>
              <a:rPr lang="lv-LV" sz="1800" dirty="0" smtClean="0"/>
              <a:t> </a:t>
            </a:r>
            <a:r>
              <a:rPr lang="lv-LV" sz="1800" dirty="0" err="1" smtClean="0"/>
              <a:t>billable</a:t>
            </a:r>
            <a:r>
              <a:rPr lang="lv-LV" sz="1800" dirty="0" smtClean="0"/>
              <a:t> </a:t>
            </a:r>
            <a:r>
              <a:rPr lang="lv-LV" sz="1800" dirty="0" err="1" smtClean="0"/>
              <a:t>transaction</a:t>
            </a:r>
            <a:endParaRPr lang="en-US" sz="1800" dirty="0"/>
          </a:p>
        </p:txBody>
      </p:sp>
    </p:spTree>
    <p:extLst>
      <p:ext uri="{BB962C8B-B14F-4D97-AF65-F5344CB8AC3E}">
        <p14:creationId xmlns:p14="http://schemas.microsoft.com/office/powerpoint/2010/main" val="13049879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90031" y="2962719"/>
            <a:ext cx="8363938" cy="932563"/>
          </a:xfrm>
        </p:spPr>
        <p:txBody>
          <a:bodyPr/>
          <a:lstStyle/>
          <a:p>
            <a:r>
              <a:rPr lang="lv-LV" sz="5400" dirty="0" smtClean="0"/>
              <a:t>Q &amp; A</a:t>
            </a:r>
            <a:endParaRPr lang="en-US" sz="5400" dirty="0"/>
          </a:p>
        </p:txBody>
      </p:sp>
      <p:sp>
        <p:nvSpPr>
          <p:cNvPr id="3" name="Title 1"/>
          <p:cNvSpPr txBox="1">
            <a:spLocks/>
          </p:cNvSpPr>
          <p:nvPr/>
        </p:nvSpPr>
        <p:spPr>
          <a:xfrm>
            <a:off x="201930" y="286381"/>
            <a:ext cx="8363938" cy="734625"/>
          </a:xfrm>
          <a:prstGeom prst="rect">
            <a:avLst/>
          </a:prstGeom>
        </p:spPr>
        <p:txBody>
          <a:bodyPr vert="horz" wrap="square" lIns="146304" tIns="91440" rIns="146304" bIns="91440" rtlCol="0" anchor="t">
            <a:spAutoFit/>
          </a:bodyPr>
          <a:lstStyle>
            <a:lvl1pPr algn="l" defTabSz="685818" rtl="0" eaLnBrk="1" latinLnBrk="0" hangingPunct="1">
              <a:lnSpc>
                <a:spcPct val="90000"/>
              </a:lnSpc>
              <a:spcBef>
                <a:spcPct val="0"/>
              </a:spcBef>
              <a:buNone/>
              <a:defRPr lang="en-US" sz="3971" b="0" kern="1200" cap="none" spc="-75" baseline="0" dirty="0" smtClean="0">
                <a:ln w="3175">
                  <a:noFill/>
                </a:ln>
                <a:gradFill>
                  <a:gsLst>
                    <a:gs pos="1250">
                      <a:schemeClr val="tx2"/>
                    </a:gs>
                    <a:gs pos="100000">
                      <a:schemeClr val="tx2"/>
                    </a:gs>
                  </a:gsLst>
                  <a:lin ang="5400000" scaled="0"/>
                </a:gradFill>
                <a:effectLst/>
                <a:latin typeface="+mj-lt"/>
                <a:ea typeface="+mn-ea"/>
                <a:cs typeface="Arial" charset="0"/>
              </a:defRPr>
            </a:lvl1pPr>
          </a:lstStyle>
          <a:p>
            <a:endParaRPr lang="lv-LV" i="1" dirty="0"/>
          </a:p>
        </p:txBody>
      </p:sp>
    </p:spTree>
    <p:extLst>
      <p:ext uri="{BB962C8B-B14F-4D97-AF65-F5344CB8AC3E}">
        <p14:creationId xmlns:p14="http://schemas.microsoft.com/office/powerpoint/2010/main" val="2825253254"/>
      </p:ext>
    </p:extLst>
  </p:cSld>
  <p:clrMapOvr>
    <a:masterClrMapping/>
  </p:clrMapOvr>
  <p:transition>
    <p:fad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7" name="Straight Connector 46"/>
          <p:cNvCxnSpPr/>
          <p:nvPr/>
        </p:nvCxnSpPr>
        <p:spPr>
          <a:xfrm>
            <a:off x="5886792"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3064605"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sp>
        <p:nvSpPr>
          <p:cNvPr id="49" name="Down Arrow 48"/>
          <p:cNvSpPr/>
          <p:nvPr/>
        </p:nvSpPr>
        <p:spPr bwMode="auto">
          <a:xfrm rot="16200000">
            <a:off x="2880495" y="3325312"/>
            <a:ext cx="265064" cy="1192554"/>
          </a:xfrm>
          <a:prstGeom prst="downArrow">
            <a:avLst>
              <a:gd name="adj1" fmla="val 42122"/>
              <a:gd name="adj2" fmla="val 62085"/>
            </a:avLst>
          </a:prstGeom>
          <a:solidFill>
            <a:schemeClr val="tx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50" name="Down Arrow 49"/>
          <p:cNvSpPr/>
          <p:nvPr/>
        </p:nvSpPr>
        <p:spPr bwMode="auto">
          <a:xfrm rot="16200000">
            <a:off x="5796649" y="3333055"/>
            <a:ext cx="265064" cy="1177068"/>
          </a:xfrm>
          <a:prstGeom prst="downArrow">
            <a:avLst>
              <a:gd name="adj1" fmla="val 42122"/>
              <a:gd name="adj2" fmla="val 62085"/>
            </a:avLst>
          </a:prstGeom>
          <a:solidFill>
            <a:schemeClr val="tx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40" name="Picture 3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861" y="3088684"/>
            <a:ext cx="1890997" cy="1665814"/>
          </a:xfrm>
          <a:prstGeom prst="rect">
            <a:avLst/>
          </a:prstGeom>
        </p:spPr>
      </p:pic>
      <p:sp>
        <p:nvSpPr>
          <p:cNvPr id="7" name="U-Turn Arrow 6"/>
          <p:cNvSpPr/>
          <p:nvPr/>
        </p:nvSpPr>
        <p:spPr bwMode="auto">
          <a:xfrm rot="5400000" flipH="1">
            <a:off x="7841883" y="2826460"/>
            <a:ext cx="1564656" cy="788762"/>
          </a:xfrm>
          <a:prstGeom prst="uturnArrow">
            <a:avLst>
              <a:gd name="adj1" fmla="val 15696"/>
              <a:gd name="adj2" fmla="val 17984"/>
              <a:gd name="adj3" fmla="val 19799"/>
              <a:gd name="adj4" fmla="val 36000"/>
              <a:gd name="adj5" fmla="val 83916"/>
            </a:avLst>
          </a:prstGeom>
          <a:solidFill>
            <a:schemeClr val="tx2">
              <a:alpha val="50196"/>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7" name="Rectangle 36"/>
          <p:cNvSpPr/>
          <p:nvPr/>
        </p:nvSpPr>
        <p:spPr bwMode="auto">
          <a:xfrm>
            <a:off x="6559125" y="3088684"/>
            <a:ext cx="1670705" cy="1670705"/>
          </a:xfrm>
          <a:prstGeom prst="rect">
            <a:avLst/>
          </a:prstGeom>
          <a:solidFill>
            <a:srgbClr val="ED1E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8" name="Rectangle 37"/>
          <p:cNvSpPr/>
          <p:nvPr/>
        </p:nvSpPr>
        <p:spPr bwMode="auto">
          <a:xfrm>
            <a:off x="6559125" y="2151901"/>
            <a:ext cx="1670705" cy="835353"/>
          </a:xfrm>
          <a:prstGeom prst="rect">
            <a:avLst/>
          </a:prstGeom>
          <a:solidFill>
            <a:srgbClr val="ED1E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9" name="Rectangle 38"/>
          <p:cNvSpPr/>
          <p:nvPr/>
        </p:nvSpPr>
        <p:spPr bwMode="auto">
          <a:xfrm>
            <a:off x="3667744" y="3088684"/>
            <a:ext cx="1670705" cy="1670705"/>
          </a:xfrm>
          <a:prstGeom prst="rect">
            <a:avLst/>
          </a:prstGeom>
          <a:solidFill>
            <a:srgbClr val="ED1E79"/>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12" name="Title 3"/>
          <p:cNvSpPr>
            <a:spLocks noGrp="1"/>
          </p:cNvSpPr>
          <p:nvPr>
            <p:ph type="title"/>
          </p:nvPr>
        </p:nvSpPr>
        <p:spPr>
          <a:xfrm>
            <a:off x="389437" y="1028076"/>
            <a:ext cx="8363938" cy="745717"/>
          </a:xfrm>
        </p:spPr>
        <p:txBody>
          <a:bodyPr/>
          <a:lstStyle/>
          <a:p>
            <a:r>
              <a:rPr lang="en-US" sz="4051" dirty="0"/>
              <a:t>Example: Loosely Coupled Application</a:t>
            </a:r>
          </a:p>
        </p:txBody>
      </p:sp>
      <p:pic>
        <p:nvPicPr>
          <p:cNvPr id="2" name="Picture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9861" y="3088685"/>
            <a:ext cx="1890996" cy="1665813"/>
          </a:xfrm>
          <a:prstGeom prst="rect">
            <a:avLst/>
          </a:prstGeom>
        </p:spPr>
      </p:pic>
      <p:sp>
        <p:nvSpPr>
          <p:cNvPr id="3" name="Rectangle 2"/>
          <p:cNvSpPr/>
          <p:nvPr/>
        </p:nvSpPr>
        <p:spPr bwMode="auto">
          <a:xfrm>
            <a:off x="655993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0" name="Rectangle 19"/>
          <p:cNvSpPr/>
          <p:nvPr/>
        </p:nvSpPr>
        <p:spPr bwMode="auto">
          <a:xfrm>
            <a:off x="6559930" y="2151901"/>
            <a:ext cx="1670705" cy="835353"/>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21" name="TextBox 20"/>
          <p:cNvSpPr txBox="1"/>
          <p:nvPr/>
        </p:nvSpPr>
        <p:spPr>
          <a:xfrm>
            <a:off x="498842"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gradFill>
                  <a:gsLst>
                    <a:gs pos="0">
                      <a:srgbClr val="FFFFFF"/>
                    </a:gs>
                    <a:gs pos="100000">
                      <a:srgbClr val="FFFFFF"/>
                    </a:gs>
                  </a:gsLst>
                  <a:lin ang="5400000" scaled="0"/>
                </a:gradFill>
              </a:rPr>
              <a:t>Store Front End</a:t>
            </a:r>
          </a:p>
        </p:txBody>
      </p:sp>
      <p:sp>
        <p:nvSpPr>
          <p:cNvPr id="22" name="TextBox 21"/>
          <p:cNvSpPr txBox="1"/>
          <p:nvPr/>
        </p:nvSpPr>
        <p:spPr>
          <a:xfrm>
            <a:off x="3648175"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gradFill>
                  <a:gsLst>
                    <a:gs pos="0">
                      <a:srgbClr val="FFFFFF"/>
                    </a:gs>
                    <a:gs pos="100000">
                      <a:srgbClr val="FFFFFF"/>
                    </a:gs>
                  </a:gsLst>
                  <a:lin ang="5400000" scaled="0"/>
                </a:gradFill>
              </a:rPr>
              <a:t>Order Queue</a:t>
            </a:r>
          </a:p>
        </p:txBody>
      </p:sp>
      <p:sp>
        <p:nvSpPr>
          <p:cNvPr id="23" name="TextBox 22"/>
          <p:cNvSpPr txBox="1"/>
          <p:nvPr/>
        </p:nvSpPr>
        <p:spPr>
          <a:xfrm>
            <a:off x="6529189"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gradFill>
                  <a:gsLst>
                    <a:gs pos="0">
                      <a:srgbClr val="FFFFFF"/>
                    </a:gs>
                    <a:gs pos="100000">
                      <a:srgbClr val="FFFFFF"/>
                    </a:gs>
                  </a:gsLst>
                  <a:lin ang="5400000" scaled="0"/>
                </a:gradFill>
              </a:rPr>
              <a:t>Shipping Service</a:t>
            </a:r>
          </a:p>
        </p:txBody>
      </p:sp>
      <p:pic>
        <p:nvPicPr>
          <p:cNvPr id="27" name="Picture 2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27367" y="2412062"/>
            <a:ext cx="780268" cy="497161"/>
          </a:xfrm>
          <a:prstGeom prst="rect">
            <a:avLst/>
          </a:prstGeom>
        </p:spPr>
      </p:pic>
      <p:sp>
        <p:nvSpPr>
          <p:cNvPr id="28" name="TextBox 27"/>
          <p:cNvSpPr txBox="1"/>
          <p:nvPr/>
        </p:nvSpPr>
        <p:spPr>
          <a:xfrm>
            <a:off x="6657102" y="2231188"/>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Drivers</a:t>
            </a:r>
          </a:p>
        </p:txBody>
      </p:sp>
      <p:sp>
        <p:nvSpPr>
          <p:cNvPr id="29" name="TextBox 28"/>
          <p:cNvSpPr txBox="1"/>
          <p:nvPr/>
        </p:nvSpPr>
        <p:spPr>
          <a:xfrm>
            <a:off x="6657102" y="4513387"/>
            <a:ext cx="1477699" cy="166199"/>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30" name="Picture 29"/>
          <p:cNvPicPr>
            <a:picLocks noChangeAspect="1"/>
          </p:cNvPicPr>
          <p:nvPr/>
        </p:nvPicPr>
        <p:blipFill>
          <a:blip r:embed="rId6" cstate="print">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7062396" y="3512578"/>
            <a:ext cx="721170" cy="721170"/>
          </a:xfrm>
          <a:prstGeom prst="rect">
            <a:avLst/>
          </a:prstGeom>
        </p:spPr>
      </p:pic>
      <p:sp>
        <p:nvSpPr>
          <p:cNvPr id="32" name="Rectangle 31"/>
          <p:cNvSpPr/>
          <p:nvPr/>
        </p:nvSpPr>
        <p:spPr bwMode="auto">
          <a:xfrm>
            <a:off x="366855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43" name="Picture 42"/>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225049" y="3536371"/>
            <a:ext cx="629304" cy="655525"/>
          </a:xfrm>
          <a:prstGeom prst="rect">
            <a:avLst/>
          </a:prstGeom>
        </p:spPr>
      </p:pic>
      <p:pic>
        <p:nvPicPr>
          <p:cNvPr id="44" name="Picture 43"/>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015790" y="4369157"/>
            <a:ext cx="460631" cy="384348"/>
          </a:xfrm>
          <a:prstGeom prst="rect">
            <a:avLst/>
          </a:prstGeom>
        </p:spPr>
      </p:pic>
      <p:pic>
        <p:nvPicPr>
          <p:cNvPr id="34" name="Picture 33"/>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153250" y="3623213"/>
            <a:ext cx="629304" cy="655525"/>
          </a:xfrm>
          <a:prstGeom prst="rect">
            <a:avLst/>
          </a:prstGeom>
        </p:spPr>
      </p:pic>
    </p:spTree>
    <p:extLst>
      <p:ext uri="{BB962C8B-B14F-4D97-AF65-F5344CB8AC3E}">
        <p14:creationId xmlns:p14="http://schemas.microsoft.com/office/powerpoint/2010/main" val="38063176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afterEffect">
                                  <p:stCondLst>
                                    <p:cond delay="0"/>
                                  </p:stCondLst>
                                  <p:childTnLst>
                                    <p:animEffect transition="out" filter="fade">
                                      <p:cBhvr>
                                        <p:cTn id="6" dur="500"/>
                                        <p:tgtEl>
                                          <p:spTgt spid="3"/>
                                        </p:tgtEl>
                                      </p:cBhvr>
                                    </p:animEffect>
                                    <p:set>
                                      <p:cBhvr>
                                        <p:cTn id="7" dur="1" fill="hold">
                                          <p:stCondLst>
                                            <p:cond delay="499"/>
                                          </p:stCondLst>
                                        </p:cTn>
                                        <p:tgtEl>
                                          <p:spTgt spid="3"/>
                                        </p:tgtEl>
                                        <p:attrNameLst>
                                          <p:attrName>style.visibility</p:attrName>
                                        </p:attrNameLst>
                                      </p:cBhvr>
                                      <p:to>
                                        <p:strVal val="hidden"/>
                                      </p:to>
                                    </p:set>
                                  </p:childTnLst>
                                </p:cTn>
                              </p:par>
                            </p:childTnLst>
                          </p:cTn>
                        </p:par>
                        <p:par>
                          <p:cTn id="8" fill="hold">
                            <p:stCondLst>
                              <p:cond delay="500"/>
                            </p:stCondLst>
                            <p:childTnLst>
                              <p:par>
                                <p:cTn id="9" presetID="12" presetClass="entr" presetSubtype="2"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 calcmode="lin" valueType="num">
                                      <p:cBhvr additive="base">
                                        <p:cTn id="11" dur="500"/>
                                        <p:tgtEl>
                                          <p:spTgt spid="44"/>
                                        </p:tgtEl>
                                        <p:attrNameLst>
                                          <p:attrName>ppt_x</p:attrName>
                                        </p:attrNameLst>
                                      </p:cBhvr>
                                      <p:tavLst>
                                        <p:tav tm="0">
                                          <p:val>
                                            <p:strVal val="#ppt_x+#ppt_w*1.125000"/>
                                          </p:val>
                                        </p:tav>
                                        <p:tav tm="100000">
                                          <p:val>
                                            <p:strVal val="#ppt_x"/>
                                          </p:val>
                                        </p:tav>
                                      </p:tavLst>
                                    </p:anim>
                                    <p:animEffect transition="in" filter="wipe(left)">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fade">
                                      <p:cBhvr>
                                        <p:cTn id="17" dur="500"/>
                                        <p:tgtEl>
                                          <p:spTgt spid="43"/>
                                        </p:tgtEl>
                                      </p:cBhvr>
                                    </p:animEffect>
                                  </p:childTnLst>
                                </p:cTn>
                              </p:par>
                            </p:childTnLst>
                          </p:cTn>
                        </p:par>
                        <p:par>
                          <p:cTn id="18" fill="hold">
                            <p:stCondLst>
                              <p:cond delay="500"/>
                            </p:stCondLst>
                            <p:childTnLst>
                              <p:par>
                                <p:cTn id="19" presetID="12" presetClass="entr" presetSubtype="8" fill="hold" grpId="0" nodeType="afterEffect">
                                  <p:stCondLst>
                                    <p:cond delay="25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p:tgtEl>
                                          <p:spTgt spid="49"/>
                                        </p:tgtEl>
                                        <p:attrNameLst>
                                          <p:attrName>ppt_x</p:attrName>
                                        </p:attrNameLst>
                                      </p:cBhvr>
                                      <p:tavLst>
                                        <p:tav tm="0">
                                          <p:val>
                                            <p:strVal val="#ppt_x-#ppt_w*1.125000"/>
                                          </p:val>
                                        </p:tav>
                                        <p:tav tm="100000">
                                          <p:val>
                                            <p:strVal val="#ppt_x"/>
                                          </p:val>
                                        </p:tav>
                                      </p:tavLst>
                                    </p:anim>
                                    <p:animEffect transition="in" filter="wipe(right)">
                                      <p:cBhvr>
                                        <p:cTn id="22" dur="500"/>
                                        <p:tgtEl>
                                          <p:spTgt spid="49"/>
                                        </p:tgtEl>
                                      </p:cBhvr>
                                    </p:animEffect>
                                  </p:childTnLst>
                                </p:cTn>
                              </p:par>
                            </p:childTnLst>
                          </p:cTn>
                        </p:par>
                        <p:par>
                          <p:cTn id="23" fill="hold">
                            <p:stCondLst>
                              <p:cond delay="1250"/>
                            </p:stCondLst>
                            <p:childTnLst>
                              <p:par>
                                <p:cTn id="24" presetID="42" presetClass="path" presetSubtype="0" accel="50000" decel="50000" fill="hold" nodeType="afterEffect">
                                  <p:stCondLst>
                                    <p:cond delay="0"/>
                                  </p:stCondLst>
                                  <p:childTnLst>
                                    <p:animMotion origin="layout" path="M -3.29859E-6 4.07407E-6 L 0.32687 -0.00024 " pathEditMode="relative" rAng="0" ptsTypes="AA">
                                      <p:cBhvr>
                                        <p:cTn id="25" dur="2000" fill="hold"/>
                                        <p:tgtEl>
                                          <p:spTgt spid="43"/>
                                        </p:tgtEl>
                                        <p:attrNameLst>
                                          <p:attrName>ppt_x</p:attrName>
                                          <p:attrName>ppt_y</p:attrName>
                                        </p:attrNameLst>
                                      </p:cBhvr>
                                      <p:rCtr x="16337" y="-23"/>
                                    </p:animMotion>
                                  </p:childTnLst>
                                </p:cTn>
                              </p:par>
                            </p:childTnLst>
                          </p:cTn>
                        </p:par>
                        <p:par>
                          <p:cTn id="26" fill="hold">
                            <p:stCondLst>
                              <p:cond delay="3250"/>
                            </p:stCondLst>
                            <p:childTnLst>
                              <p:par>
                                <p:cTn id="27" presetID="10" presetClass="entr" presetSubtype="0" fill="hold" nodeType="afterEffect">
                                  <p:stCondLst>
                                    <p:cond delay="500"/>
                                  </p:stCondLst>
                                  <p:childTnLst>
                                    <p:set>
                                      <p:cBhvr>
                                        <p:cTn id="28" dur="1" fill="hold">
                                          <p:stCondLst>
                                            <p:cond delay="0"/>
                                          </p:stCondLst>
                                        </p:cTn>
                                        <p:tgtEl>
                                          <p:spTgt spid="34"/>
                                        </p:tgtEl>
                                        <p:attrNameLst>
                                          <p:attrName>style.visibility</p:attrName>
                                        </p:attrNameLst>
                                      </p:cBhvr>
                                      <p:to>
                                        <p:strVal val="visible"/>
                                      </p:to>
                                    </p:set>
                                    <p:animEffect transition="in" filter="fade">
                                      <p:cBhvr>
                                        <p:cTn id="29" dur="500"/>
                                        <p:tgtEl>
                                          <p:spTgt spid="34"/>
                                        </p:tgtEl>
                                      </p:cBhvr>
                                    </p:animEffect>
                                  </p:childTnLst>
                                </p:cTn>
                              </p:par>
                            </p:childTnLst>
                          </p:cTn>
                        </p:par>
                        <p:par>
                          <p:cTn id="30" fill="hold">
                            <p:stCondLst>
                              <p:cond delay="4250"/>
                            </p:stCondLst>
                            <p:childTnLst>
                              <p:par>
                                <p:cTn id="31" presetID="42" presetClass="path" presetSubtype="0" accel="50000" decel="50000" fill="hold" nodeType="afterEffect">
                                  <p:stCondLst>
                                    <p:cond delay="0"/>
                                  </p:stCondLst>
                                  <p:childTnLst>
                                    <p:animMotion origin="layout" path="M -3.29859E-6 4.07407E-6 L 0.32687 -0.00024 " pathEditMode="relative" rAng="0" ptsTypes="AA">
                                      <p:cBhvr>
                                        <p:cTn id="32" dur="2000" fill="hold"/>
                                        <p:tgtEl>
                                          <p:spTgt spid="34"/>
                                        </p:tgtEl>
                                        <p:attrNameLst>
                                          <p:attrName>ppt_x</p:attrName>
                                          <p:attrName>ppt_y</p:attrName>
                                        </p:attrNameLst>
                                      </p:cBhvr>
                                      <p:rCtr x="16337" y="-23"/>
                                    </p:animMotion>
                                  </p:childTnLst>
                                </p:cTn>
                              </p:par>
                              <p:par>
                                <p:cTn id="33" presetID="10" presetClass="exit" presetSubtype="0" fill="hold" grpId="1" nodeType="withEffect">
                                  <p:stCondLst>
                                    <p:cond delay="1000"/>
                                  </p:stCondLst>
                                  <p:childTnLst>
                                    <p:animEffect transition="out" filter="fade">
                                      <p:cBhvr>
                                        <p:cTn id="34" dur="500"/>
                                        <p:tgtEl>
                                          <p:spTgt spid="49"/>
                                        </p:tgtEl>
                                      </p:cBhvr>
                                    </p:animEffect>
                                    <p:set>
                                      <p:cBhvr>
                                        <p:cTn id="35" dur="1" fill="hold">
                                          <p:stCondLst>
                                            <p:cond delay="499"/>
                                          </p:stCondLst>
                                        </p:cTn>
                                        <p:tgtEl>
                                          <p:spTgt spid="49"/>
                                        </p:tgtEl>
                                        <p:attrNameLst>
                                          <p:attrName>style.visibility</p:attrName>
                                        </p:attrNameLst>
                                      </p:cBhvr>
                                      <p:to>
                                        <p:strVal val="hidden"/>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1" nodeType="clickEffect">
                                  <p:stCondLst>
                                    <p:cond delay="0"/>
                                  </p:stCondLst>
                                  <p:childTnLst>
                                    <p:set>
                                      <p:cBhvr>
                                        <p:cTn id="39" dur="1" fill="hold">
                                          <p:stCondLst>
                                            <p:cond delay="0"/>
                                          </p:stCondLst>
                                        </p:cTn>
                                        <p:tgtEl>
                                          <p:spTgt spid="3"/>
                                        </p:tgtEl>
                                        <p:attrNameLst>
                                          <p:attrName>style.visibility</p:attrName>
                                        </p:attrNameLst>
                                      </p:cBhvr>
                                      <p:to>
                                        <p:strVal val="visible"/>
                                      </p:to>
                                    </p:set>
                                    <p:animEffect transition="in" filter="fade">
                                      <p:cBhvr>
                                        <p:cTn id="40" dur="500"/>
                                        <p:tgtEl>
                                          <p:spTgt spid="3"/>
                                        </p:tgtEl>
                                      </p:cBhvr>
                                    </p:animEffect>
                                  </p:childTnLst>
                                </p:cTn>
                              </p:par>
                            </p:childTnLst>
                          </p:cTn>
                        </p:par>
                        <p:par>
                          <p:cTn id="41" fill="hold">
                            <p:stCondLst>
                              <p:cond delay="500"/>
                            </p:stCondLst>
                            <p:childTnLst>
                              <p:par>
                                <p:cTn id="42" presetID="12" presetClass="entr" presetSubtype="8" fill="hold" grpId="0" nodeType="afterEffect">
                                  <p:stCondLst>
                                    <p:cond delay="0"/>
                                  </p:stCondLst>
                                  <p:childTnLst>
                                    <p:set>
                                      <p:cBhvr>
                                        <p:cTn id="43" dur="1" fill="hold">
                                          <p:stCondLst>
                                            <p:cond delay="0"/>
                                          </p:stCondLst>
                                        </p:cTn>
                                        <p:tgtEl>
                                          <p:spTgt spid="50"/>
                                        </p:tgtEl>
                                        <p:attrNameLst>
                                          <p:attrName>style.visibility</p:attrName>
                                        </p:attrNameLst>
                                      </p:cBhvr>
                                      <p:to>
                                        <p:strVal val="visible"/>
                                      </p:to>
                                    </p:set>
                                    <p:anim calcmode="lin" valueType="num">
                                      <p:cBhvr additive="base">
                                        <p:cTn id="44" dur="500"/>
                                        <p:tgtEl>
                                          <p:spTgt spid="50"/>
                                        </p:tgtEl>
                                        <p:attrNameLst>
                                          <p:attrName>ppt_x</p:attrName>
                                        </p:attrNameLst>
                                      </p:cBhvr>
                                      <p:tavLst>
                                        <p:tav tm="0">
                                          <p:val>
                                            <p:strVal val="#ppt_x-#ppt_w*1.125000"/>
                                          </p:val>
                                        </p:tav>
                                        <p:tav tm="100000">
                                          <p:val>
                                            <p:strVal val="#ppt_x"/>
                                          </p:val>
                                        </p:tav>
                                      </p:tavLst>
                                    </p:anim>
                                    <p:animEffect transition="in" filter="wipe(right)">
                                      <p:cBhvr>
                                        <p:cTn id="45" dur="500"/>
                                        <p:tgtEl>
                                          <p:spTgt spid="50"/>
                                        </p:tgtEl>
                                      </p:cBhvr>
                                    </p:animEffect>
                                  </p:childTnLst>
                                </p:cTn>
                              </p:par>
                            </p:childTnLst>
                          </p:cTn>
                        </p:par>
                        <p:par>
                          <p:cTn id="46" fill="hold">
                            <p:stCondLst>
                              <p:cond delay="1000"/>
                            </p:stCondLst>
                            <p:childTnLst>
                              <p:par>
                                <p:cTn id="47" presetID="10" presetClass="exit" presetSubtype="0" fill="hold" nodeType="afterEffect">
                                  <p:stCondLst>
                                    <p:cond delay="0"/>
                                  </p:stCondLst>
                                  <p:childTnLst>
                                    <p:animEffect transition="out" filter="fade">
                                      <p:cBhvr>
                                        <p:cTn id="48" dur="250"/>
                                        <p:tgtEl>
                                          <p:spTgt spid="44"/>
                                        </p:tgtEl>
                                      </p:cBhvr>
                                    </p:animEffect>
                                    <p:set>
                                      <p:cBhvr>
                                        <p:cTn id="49" dur="1" fill="hold">
                                          <p:stCondLst>
                                            <p:cond delay="249"/>
                                          </p:stCondLst>
                                        </p:cTn>
                                        <p:tgtEl>
                                          <p:spTgt spid="44"/>
                                        </p:tgtEl>
                                        <p:attrNameLst>
                                          <p:attrName>style.visibility</p:attrName>
                                        </p:attrNameLst>
                                      </p:cBhvr>
                                      <p:to>
                                        <p:strVal val="hidden"/>
                                      </p:to>
                                    </p:set>
                                  </p:childTnLst>
                                </p:cTn>
                              </p:par>
                            </p:childTnLst>
                          </p:cTn>
                        </p:par>
                        <p:par>
                          <p:cTn id="50" fill="hold">
                            <p:stCondLst>
                              <p:cond delay="1250"/>
                            </p:stCondLst>
                            <p:childTnLst>
                              <p:par>
                                <p:cTn id="51" presetID="63" presetClass="path" presetSubtype="0" accel="50000" decel="50000" fill="hold" nodeType="afterEffect">
                                  <p:stCondLst>
                                    <p:cond delay="0"/>
                                  </p:stCondLst>
                                  <p:childTnLst>
                                    <p:animMotion origin="layout" path="M 0.32686 -0.00023 L 0.64278 -0.00023 " pathEditMode="relative" rAng="0" ptsTypes="AA">
                                      <p:cBhvr>
                                        <p:cTn id="52" dur="2000" fill="hold"/>
                                        <p:tgtEl>
                                          <p:spTgt spid="43"/>
                                        </p:tgtEl>
                                        <p:attrNameLst>
                                          <p:attrName>ppt_x</p:attrName>
                                          <p:attrName>ppt_y</p:attrName>
                                        </p:attrNameLst>
                                      </p:cBhvr>
                                      <p:rCtr x="15789" y="0"/>
                                    </p:animMotion>
                                  </p:childTnLst>
                                </p:cTn>
                              </p:par>
                              <p:par>
                                <p:cTn id="53" presetID="10" presetClass="exit" presetSubtype="0" fill="hold" nodeType="withEffect">
                                  <p:stCondLst>
                                    <p:cond delay="1500"/>
                                  </p:stCondLst>
                                  <p:childTnLst>
                                    <p:animEffect transition="out" filter="fade">
                                      <p:cBhvr>
                                        <p:cTn id="54" dur="500"/>
                                        <p:tgtEl>
                                          <p:spTgt spid="43"/>
                                        </p:tgtEl>
                                      </p:cBhvr>
                                    </p:animEffect>
                                    <p:set>
                                      <p:cBhvr>
                                        <p:cTn id="55" dur="1" fill="hold">
                                          <p:stCondLst>
                                            <p:cond delay="499"/>
                                          </p:stCondLst>
                                        </p:cTn>
                                        <p:tgtEl>
                                          <p:spTgt spid="43"/>
                                        </p:tgtEl>
                                        <p:attrNameLst>
                                          <p:attrName>style.visibility</p:attrName>
                                        </p:attrNameLst>
                                      </p:cBhvr>
                                      <p:to>
                                        <p:strVal val="hidden"/>
                                      </p:to>
                                    </p:set>
                                  </p:childTnLst>
                                </p:cTn>
                              </p:par>
                              <p:par>
                                <p:cTn id="56" presetID="63" presetClass="path" presetSubtype="0" accel="50000" decel="50000" fill="hold" nodeType="withEffect">
                                  <p:stCondLst>
                                    <p:cond delay="1000"/>
                                  </p:stCondLst>
                                  <p:childTnLst>
                                    <p:animMotion origin="layout" path="M 0.32686 -0.00023 L 0.64278 -0.00023 " pathEditMode="relative" rAng="0" ptsTypes="AA">
                                      <p:cBhvr>
                                        <p:cTn id="57" dur="2000" fill="hold"/>
                                        <p:tgtEl>
                                          <p:spTgt spid="34"/>
                                        </p:tgtEl>
                                        <p:attrNameLst>
                                          <p:attrName>ppt_x</p:attrName>
                                          <p:attrName>ppt_y</p:attrName>
                                        </p:attrNameLst>
                                      </p:cBhvr>
                                      <p:rCtr x="15789" y="0"/>
                                    </p:animMotion>
                                  </p:childTnLst>
                                </p:cTn>
                              </p:par>
                              <p:par>
                                <p:cTn id="58" presetID="10" presetClass="exit" presetSubtype="0" fill="hold" nodeType="withEffect">
                                  <p:stCondLst>
                                    <p:cond delay="2500"/>
                                  </p:stCondLst>
                                  <p:childTnLst>
                                    <p:animEffect transition="out" filter="fade">
                                      <p:cBhvr>
                                        <p:cTn id="59" dur="500"/>
                                        <p:tgtEl>
                                          <p:spTgt spid="34"/>
                                        </p:tgtEl>
                                      </p:cBhvr>
                                    </p:animEffect>
                                    <p:set>
                                      <p:cBhvr>
                                        <p:cTn id="60" dur="1" fill="hold">
                                          <p:stCondLst>
                                            <p:cond delay="499"/>
                                          </p:stCondLst>
                                        </p:cTn>
                                        <p:tgtEl>
                                          <p:spTgt spid="34"/>
                                        </p:tgtEl>
                                        <p:attrNameLst>
                                          <p:attrName>style.visibility</p:attrName>
                                        </p:attrNameLst>
                                      </p:cBhvr>
                                      <p:to>
                                        <p:strVal val="hidden"/>
                                      </p:to>
                                    </p:set>
                                  </p:childTnLst>
                                </p:cTn>
                              </p:par>
                            </p:childTnLst>
                          </p:cTn>
                        </p:par>
                        <p:par>
                          <p:cTn id="61" fill="hold">
                            <p:stCondLst>
                              <p:cond delay="4250"/>
                            </p:stCondLst>
                            <p:childTnLst>
                              <p:par>
                                <p:cTn id="62" presetID="10" presetClass="exit" presetSubtype="0" fill="hold" grpId="2" nodeType="afterEffect">
                                  <p:stCondLst>
                                    <p:cond delay="0"/>
                                  </p:stCondLst>
                                  <p:childTnLst>
                                    <p:animEffect transition="out" filter="fade">
                                      <p:cBhvr>
                                        <p:cTn id="63" dur="500"/>
                                        <p:tgtEl>
                                          <p:spTgt spid="49"/>
                                        </p:tgtEl>
                                      </p:cBhvr>
                                    </p:animEffect>
                                    <p:set>
                                      <p:cBhvr>
                                        <p:cTn id="64" dur="1" fill="hold">
                                          <p:stCondLst>
                                            <p:cond delay="499"/>
                                          </p:stCondLst>
                                        </p:cTn>
                                        <p:tgtEl>
                                          <p:spTgt spid="49"/>
                                        </p:tgtEl>
                                        <p:attrNameLst>
                                          <p:attrName>style.visibility</p:attrName>
                                        </p:attrNameLst>
                                      </p:cBhvr>
                                      <p:to>
                                        <p:strVal val="hidden"/>
                                      </p:to>
                                    </p:set>
                                  </p:childTnLst>
                                </p:cTn>
                              </p:par>
                              <p:par>
                                <p:cTn id="65" presetID="10" presetClass="exit" presetSubtype="0" fill="hold" grpId="1" nodeType="withEffect">
                                  <p:stCondLst>
                                    <p:cond delay="0"/>
                                  </p:stCondLst>
                                  <p:childTnLst>
                                    <p:animEffect transition="out" filter="fade">
                                      <p:cBhvr>
                                        <p:cTn id="66" dur="500"/>
                                        <p:tgtEl>
                                          <p:spTgt spid="50"/>
                                        </p:tgtEl>
                                      </p:cBhvr>
                                    </p:animEffect>
                                    <p:set>
                                      <p:cBhvr>
                                        <p:cTn id="67" dur="1" fill="hold">
                                          <p:stCondLst>
                                            <p:cond delay="49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9" grpId="1" animBg="1"/>
      <p:bldP spid="49" grpId="2" animBg="1"/>
      <p:bldP spid="50" grpId="0" animBg="1"/>
      <p:bldP spid="50" grpId="1" animBg="1"/>
      <p:bldP spid="3" grpId="0" animBg="1"/>
      <p:bldP spid="3" grpId="1"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0" name="Down Arrow 49"/>
          <p:cNvSpPr/>
          <p:nvPr/>
        </p:nvSpPr>
        <p:spPr bwMode="auto">
          <a:xfrm rot="16200000">
            <a:off x="5796649" y="3339593"/>
            <a:ext cx="265064" cy="1177068"/>
          </a:xfrm>
          <a:prstGeom prst="downArrow">
            <a:avLst>
              <a:gd name="adj1" fmla="val 42122"/>
              <a:gd name="adj2" fmla="val 62085"/>
            </a:avLst>
          </a:prstGeom>
          <a:solidFill>
            <a:srgbClr val="FFFFFF">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32" name="Rectangle 31"/>
          <p:cNvSpPr/>
          <p:nvPr/>
        </p:nvSpPr>
        <p:spPr bwMode="auto">
          <a:xfrm>
            <a:off x="3668550" y="3088684"/>
            <a:ext cx="1670705" cy="1670705"/>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cxnSp>
        <p:nvCxnSpPr>
          <p:cNvPr id="51" name="Straight Connector 50"/>
          <p:cNvCxnSpPr/>
          <p:nvPr/>
        </p:nvCxnSpPr>
        <p:spPr>
          <a:xfrm>
            <a:off x="3064605"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sp>
        <p:nvSpPr>
          <p:cNvPr id="49" name="Down Arrow 48"/>
          <p:cNvSpPr/>
          <p:nvPr/>
        </p:nvSpPr>
        <p:spPr bwMode="auto">
          <a:xfrm rot="16200000">
            <a:off x="3027260" y="3472077"/>
            <a:ext cx="265064" cy="899024"/>
          </a:xfrm>
          <a:prstGeom prst="downArrow">
            <a:avLst>
              <a:gd name="adj1" fmla="val 42122"/>
              <a:gd name="adj2" fmla="val 62085"/>
            </a:avLst>
          </a:prstGeom>
          <a:solidFill>
            <a:srgbClr val="FFFFFF">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08633" y="2584677"/>
            <a:ext cx="1095943" cy="965437"/>
          </a:xfrm>
          <a:prstGeom prst="rect">
            <a:avLst/>
          </a:prstGeom>
        </p:spPr>
      </p:pic>
      <p:pic>
        <p:nvPicPr>
          <p:cNvPr id="35" name="Picture 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14337" y="3694972"/>
            <a:ext cx="1095943" cy="965436"/>
          </a:xfrm>
          <a:prstGeom prst="rect">
            <a:avLst/>
          </a:prstGeom>
        </p:spPr>
      </p:pic>
      <p:pic>
        <p:nvPicPr>
          <p:cNvPr id="36" name="Picture 3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445" y="3649156"/>
            <a:ext cx="919837" cy="810302"/>
          </a:xfrm>
          <a:prstGeom prst="rect">
            <a:avLst/>
          </a:prstGeom>
        </p:spPr>
      </p:pic>
      <p:cxnSp>
        <p:nvCxnSpPr>
          <p:cNvPr id="47" name="Straight Connector 46"/>
          <p:cNvCxnSpPr/>
          <p:nvPr/>
        </p:nvCxnSpPr>
        <p:spPr>
          <a:xfrm>
            <a:off x="5886792" y="2073558"/>
            <a:ext cx="0" cy="3468783"/>
          </a:xfrm>
          <a:prstGeom prst="line">
            <a:avLst/>
          </a:prstGeom>
          <a:ln w="57150">
            <a:solidFill>
              <a:srgbClr val="85BCE6"/>
            </a:solidFill>
            <a:prstDash val="sysDash"/>
          </a:ln>
        </p:spPr>
        <p:style>
          <a:lnRef idx="1">
            <a:schemeClr val="accent1"/>
          </a:lnRef>
          <a:fillRef idx="0">
            <a:schemeClr val="accent1"/>
          </a:fillRef>
          <a:effectRef idx="0">
            <a:schemeClr val="accent1"/>
          </a:effectRef>
          <a:fontRef idx="minor">
            <a:schemeClr val="tx1"/>
          </a:fontRef>
        </p:style>
      </p:cxnSp>
      <p:sp>
        <p:nvSpPr>
          <p:cNvPr id="12" name="Title 3"/>
          <p:cNvSpPr>
            <a:spLocks noGrp="1"/>
          </p:cNvSpPr>
          <p:nvPr>
            <p:ph type="title"/>
          </p:nvPr>
        </p:nvSpPr>
        <p:spPr>
          <a:xfrm>
            <a:off x="389437" y="1028076"/>
            <a:ext cx="8363938" cy="745717"/>
          </a:xfrm>
        </p:spPr>
        <p:txBody>
          <a:bodyPr/>
          <a:lstStyle/>
          <a:p>
            <a:r>
              <a:rPr lang="en-US" sz="4051" dirty="0"/>
              <a:t>Example: Loosely Coupled Application</a:t>
            </a:r>
          </a:p>
        </p:txBody>
      </p:sp>
      <p:sp>
        <p:nvSpPr>
          <p:cNvPr id="21" name="TextBox 20"/>
          <p:cNvSpPr txBox="1"/>
          <p:nvPr/>
        </p:nvSpPr>
        <p:spPr>
          <a:xfrm>
            <a:off x="498842"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solidFill>
              </a:rPr>
              <a:t>Store Front End</a:t>
            </a:r>
          </a:p>
        </p:txBody>
      </p:sp>
      <p:sp>
        <p:nvSpPr>
          <p:cNvPr id="22" name="TextBox 21"/>
          <p:cNvSpPr txBox="1"/>
          <p:nvPr/>
        </p:nvSpPr>
        <p:spPr>
          <a:xfrm>
            <a:off x="3648175" y="4872530"/>
            <a:ext cx="1962420" cy="258661"/>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Order Queue</a:t>
            </a:r>
          </a:p>
        </p:txBody>
      </p:sp>
      <p:grpSp>
        <p:nvGrpSpPr>
          <p:cNvPr id="4" name="Group 3"/>
          <p:cNvGrpSpPr/>
          <p:nvPr/>
        </p:nvGrpSpPr>
        <p:grpSpPr>
          <a:xfrm>
            <a:off x="6529189" y="3179984"/>
            <a:ext cx="1962420" cy="1951207"/>
            <a:chOff x="8703318" y="3097065"/>
            <a:chExt cx="2615878" cy="2600932"/>
          </a:xfrm>
        </p:grpSpPr>
        <p:grpSp>
          <p:nvGrpSpPr>
            <p:cNvPr id="3" name="Group 2"/>
            <p:cNvGrpSpPr/>
            <p:nvPr/>
          </p:nvGrpSpPr>
          <p:grpSpPr>
            <a:xfrm>
              <a:off x="8744295" y="3097065"/>
              <a:ext cx="2227027" cy="2105325"/>
              <a:chOff x="8744295" y="3097065"/>
              <a:chExt cx="2227027" cy="2105325"/>
            </a:xfrm>
          </p:grpSpPr>
          <p:sp>
            <p:nvSpPr>
              <p:cNvPr id="40" name="Rectangle 39"/>
              <p:cNvSpPr/>
              <p:nvPr/>
            </p:nvSpPr>
            <p:spPr bwMode="auto">
              <a:xfrm>
                <a:off x="8744295" y="4187170"/>
                <a:ext cx="2227027" cy="1015220"/>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42" name="TextBox 41"/>
              <p:cNvSpPr txBox="1"/>
              <p:nvPr/>
            </p:nvSpPr>
            <p:spPr>
              <a:xfrm>
                <a:off x="8873824" y="4874471"/>
                <a:ext cx="1969751"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43" name="Picture 42"/>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962870" y="4187170"/>
                <a:ext cx="961309" cy="961309"/>
              </a:xfrm>
              <a:prstGeom prst="rect">
                <a:avLst/>
              </a:prstGeom>
            </p:spPr>
          </p:pic>
          <p:sp>
            <p:nvSpPr>
              <p:cNvPr id="44" name="Rectangle 43"/>
              <p:cNvSpPr/>
              <p:nvPr/>
            </p:nvSpPr>
            <p:spPr bwMode="auto">
              <a:xfrm>
                <a:off x="8744295" y="3097065"/>
                <a:ext cx="2227027" cy="1015220"/>
              </a:xfrm>
              <a:prstGeom prst="rect">
                <a:avLst/>
              </a:prstGeom>
              <a:solidFill>
                <a:srgbClr val="92D050"/>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45" name="TextBox 44"/>
              <p:cNvSpPr txBox="1"/>
              <p:nvPr/>
            </p:nvSpPr>
            <p:spPr>
              <a:xfrm>
                <a:off x="8873824" y="3789687"/>
                <a:ext cx="1969751" cy="221541"/>
              </a:xfrm>
              <a:prstGeom prst="rect">
                <a:avLst/>
              </a:prstGeom>
              <a:noFill/>
            </p:spPr>
            <p:txBody>
              <a:bodyPr wrap="square" lIns="0" tIns="0" rIns="0" bIns="0" rtlCol="0">
                <a:spAutoFit/>
              </a:bodyPr>
              <a:lstStyle/>
              <a:p>
                <a:pPr defTabSz="914484">
                  <a:lnSpc>
                    <a:spcPct val="80000"/>
                  </a:lnSpc>
                  <a:buSzPct val="80000"/>
                </a:pPr>
                <a:r>
                  <a:rPr lang="en-US" sz="1350" dirty="0">
                    <a:gradFill>
                      <a:gsLst>
                        <a:gs pos="0">
                          <a:srgbClr val="FFFFFF"/>
                        </a:gs>
                        <a:gs pos="100000">
                          <a:srgbClr val="FFFFFF"/>
                        </a:gs>
                      </a:gsLst>
                      <a:lin ang="5400000" scaled="0"/>
                    </a:gradFill>
                  </a:rPr>
                  <a:t>Tracking</a:t>
                </a:r>
              </a:p>
            </p:txBody>
          </p:sp>
          <p:pic>
            <p:nvPicPr>
              <p:cNvPr id="54" name="Picture 53"/>
              <p:cNvPicPr>
                <a:picLocks noChangeAspect="1"/>
              </p:cNvPicPr>
              <p:nvPr/>
            </p:nvPicPr>
            <p:blipFill>
              <a:blip r:embed="rId5" cstate="print">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962870" y="3102385"/>
                <a:ext cx="961309" cy="961309"/>
              </a:xfrm>
              <a:prstGeom prst="rect">
                <a:avLst/>
              </a:prstGeom>
            </p:spPr>
          </p:pic>
        </p:grpSp>
        <p:sp>
          <p:nvSpPr>
            <p:cNvPr id="23" name="TextBox 22"/>
            <p:cNvSpPr txBox="1"/>
            <p:nvPr/>
          </p:nvSpPr>
          <p:spPr>
            <a:xfrm>
              <a:off x="8703318" y="5353205"/>
              <a:ext cx="2615878" cy="344792"/>
            </a:xfrm>
            <a:prstGeom prst="rect">
              <a:avLst/>
            </a:prstGeom>
            <a:noFill/>
          </p:spPr>
          <p:txBody>
            <a:bodyPr wrap="square" lIns="0" tIns="0" rIns="0" bIns="0" rtlCol="0">
              <a:spAutoFit/>
            </a:bodyPr>
            <a:lstStyle/>
            <a:p>
              <a:pPr defTabSz="914484">
                <a:lnSpc>
                  <a:spcPct val="80000"/>
                </a:lnSpc>
                <a:buSzPct val="80000"/>
              </a:pPr>
              <a:r>
                <a:rPr lang="en-US" sz="2101" dirty="0">
                  <a:solidFill>
                    <a:schemeClr val="tx2">
                      <a:alpha val="99000"/>
                    </a:schemeClr>
                  </a:solidFill>
                </a:rPr>
                <a:t>Shipping Service</a:t>
              </a:r>
            </a:p>
          </p:txBody>
        </p:sp>
      </p:grpSp>
      <p:pic>
        <p:nvPicPr>
          <p:cNvPr id="34" name="Picture 33"/>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8407" y="2738298"/>
            <a:ext cx="532388" cy="554571"/>
          </a:xfrm>
          <a:prstGeom prst="rect">
            <a:avLst/>
          </a:prstGeom>
        </p:spPr>
      </p:pic>
      <p:pic>
        <p:nvPicPr>
          <p:cNvPr id="41" name="Picture 4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98343" y="3834820"/>
            <a:ext cx="532388" cy="554571"/>
          </a:xfrm>
          <a:prstGeom prst="rect">
            <a:avLst/>
          </a:prstGeom>
        </p:spPr>
      </p:pic>
      <p:pic>
        <p:nvPicPr>
          <p:cNvPr id="46" name="Picture 45"/>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7622" y="3720490"/>
            <a:ext cx="532388" cy="554571"/>
          </a:xfrm>
          <a:prstGeom prst="rect">
            <a:avLst/>
          </a:prstGeom>
        </p:spPr>
      </p:pic>
      <p:pic>
        <p:nvPicPr>
          <p:cNvPr id="48" name="Picture 4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77281" y="2736691"/>
            <a:ext cx="532388" cy="554571"/>
          </a:xfrm>
          <a:prstGeom prst="rect">
            <a:avLst/>
          </a:prstGeom>
        </p:spPr>
      </p:pic>
      <p:pic>
        <p:nvPicPr>
          <p:cNvPr id="52" name="Picture 5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897217" y="3833694"/>
            <a:ext cx="532388" cy="554571"/>
          </a:xfrm>
          <a:prstGeom prst="rect">
            <a:avLst/>
          </a:prstGeom>
        </p:spPr>
      </p:pic>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56496" y="3719364"/>
            <a:ext cx="532388" cy="554571"/>
          </a:xfrm>
          <a:prstGeom prst="rect">
            <a:avLst/>
          </a:prstGeom>
        </p:spPr>
      </p:pic>
    </p:spTree>
    <p:extLst>
      <p:ext uri="{BB962C8B-B14F-4D97-AF65-F5344CB8AC3E}">
        <p14:creationId xmlns:p14="http://schemas.microsoft.com/office/powerpoint/2010/main" val="1111562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250"/>
                                  </p:stCondLst>
                                  <p:childTnLst>
                                    <p:set>
                                      <p:cBhvr>
                                        <p:cTn id="9" dur="1" fill="hold">
                                          <p:stCondLst>
                                            <p:cond delay="0"/>
                                          </p:stCondLst>
                                        </p:cTn>
                                        <p:tgtEl>
                                          <p:spTgt spid="36"/>
                                        </p:tgtEl>
                                        <p:attrNameLst>
                                          <p:attrName>style.visibility</p:attrName>
                                        </p:attrNameLst>
                                      </p:cBhvr>
                                      <p:to>
                                        <p:strVal val="visible"/>
                                      </p:to>
                                    </p:set>
                                    <p:animEffect transition="in" filter="fade">
                                      <p:cBhvr>
                                        <p:cTn id="10" dur="500"/>
                                        <p:tgtEl>
                                          <p:spTgt spid="36"/>
                                        </p:tgtEl>
                                      </p:cBhvr>
                                    </p:animEffect>
                                  </p:childTnLst>
                                </p:cTn>
                              </p:par>
                              <p:par>
                                <p:cTn id="11" presetID="10" presetClass="entr" presetSubtype="0" fill="hold" nodeType="withEffect">
                                  <p:stCondLst>
                                    <p:cond delay="500"/>
                                  </p:stCondLst>
                                  <p:childTnLst>
                                    <p:set>
                                      <p:cBhvr>
                                        <p:cTn id="12" dur="1" fill="hold">
                                          <p:stCondLst>
                                            <p:cond delay="0"/>
                                          </p:stCondLst>
                                        </p:cTn>
                                        <p:tgtEl>
                                          <p:spTgt spid="35"/>
                                        </p:tgtEl>
                                        <p:attrNameLst>
                                          <p:attrName>style.visibility</p:attrName>
                                        </p:attrNameLst>
                                      </p:cBhvr>
                                      <p:to>
                                        <p:strVal val="visible"/>
                                      </p:to>
                                    </p:set>
                                    <p:animEffect transition="in" filter="fade">
                                      <p:cBhvr>
                                        <p:cTn id="13" dur="500"/>
                                        <p:tgtEl>
                                          <p:spTgt spid="35"/>
                                        </p:tgtEl>
                                      </p:cBhvr>
                                    </p:animEffect>
                                  </p:childTnLst>
                                </p:cTn>
                              </p:par>
                            </p:childTnLst>
                          </p:cTn>
                        </p:par>
                        <p:par>
                          <p:cTn id="14" fill="hold">
                            <p:stCondLst>
                              <p:cond delay="1000"/>
                            </p:stCondLst>
                            <p:childTnLst>
                              <p:par>
                                <p:cTn id="15" presetID="10"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par>
                          <p:cTn id="18" fill="hold">
                            <p:stCondLst>
                              <p:cond delay="1500"/>
                            </p:stCondLst>
                            <p:childTnLst>
                              <p:par>
                                <p:cTn id="19" presetID="12" presetClass="entr" presetSubtype="8" fill="hold" grpId="0" nodeType="afterEffect">
                                  <p:stCondLst>
                                    <p:cond delay="250"/>
                                  </p:stCondLst>
                                  <p:childTnLst>
                                    <p:set>
                                      <p:cBhvr>
                                        <p:cTn id="20" dur="1" fill="hold">
                                          <p:stCondLst>
                                            <p:cond delay="0"/>
                                          </p:stCondLst>
                                        </p:cTn>
                                        <p:tgtEl>
                                          <p:spTgt spid="49"/>
                                        </p:tgtEl>
                                        <p:attrNameLst>
                                          <p:attrName>style.visibility</p:attrName>
                                        </p:attrNameLst>
                                      </p:cBhvr>
                                      <p:to>
                                        <p:strVal val="visible"/>
                                      </p:to>
                                    </p:set>
                                    <p:anim calcmode="lin" valueType="num">
                                      <p:cBhvr additive="base">
                                        <p:cTn id="21" dur="500"/>
                                        <p:tgtEl>
                                          <p:spTgt spid="49"/>
                                        </p:tgtEl>
                                        <p:attrNameLst>
                                          <p:attrName>ppt_x</p:attrName>
                                        </p:attrNameLst>
                                      </p:cBhvr>
                                      <p:tavLst>
                                        <p:tav tm="0">
                                          <p:val>
                                            <p:strVal val="#ppt_x-#ppt_w*1.125000"/>
                                          </p:val>
                                        </p:tav>
                                        <p:tav tm="100000">
                                          <p:val>
                                            <p:strVal val="#ppt_x"/>
                                          </p:val>
                                        </p:tav>
                                      </p:tavLst>
                                    </p:anim>
                                    <p:animEffect transition="in" filter="wipe(right)">
                                      <p:cBhvr>
                                        <p:cTn id="22" dur="500"/>
                                        <p:tgtEl>
                                          <p:spTgt spid="49"/>
                                        </p:tgtEl>
                                      </p:cBhvr>
                                    </p:animEffect>
                                  </p:childTnLst>
                                </p:cTn>
                              </p:par>
                            </p:childTnLst>
                          </p:cTn>
                        </p:par>
                        <p:par>
                          <p:cTn id="23" fill="hold">
                            <p:stCondLst>
                              <p:cond delay="2250"/>
                            </p:stCondLst>
                            <p:childTnLst>
                              <p:par>
                                <p:cTn id="24" presetID="10" presetClass="entr" presetSubtype="0" fill="hold" nodeType="afterEffect">
                                  <p:stCondLst>
                                    <p:cond delay="500"/>
                                  </p:stCondLst>
                                  <p:childTnLst>
                                    <p:set>
                                      <p:cBhvr>
                                        <p:cTn id="25" dur="1" fill="hold">
                                          <p:stCondLst>
                                            <p:cond delay="0"/>
                                          </p:stCondLst>
                                        </p:cTn>
                                        <p:tgtEl>
                                          <p:spTgt spid="34"/>
                                        </p:tgtEl>
                                        <p:attrNameLst>
                                          <p:attrName>style.visibility</p:attrName>
                                        </p:attrNameLst>
                                      </p:cBhvr>
                                      <p:to>
                                        <p:strVal val="visible"/>
                                      </p:to>
                                    </p:set>
                                    <p:animEffect transition="in" filter="fade">
                                      <p:cBhvr>
                                        <p:cTn id="26" dur="500"/>
                                        <p:tgtEl>
                                          <p:spTgt spid="34"/>
                                        </p:tgtEl>
                                      </p:cBhvr>
                                    </p:animEffect>
                                  </p:childTnLst>
                                </p:cTn>
                              </p:par>
                            </p:childTnLst>
                          </p:cTn>
                        </p:par>
                        <p:par>
                          <p:cTn id="27" fill="hold">
                            <p:stCondLst>
                              <p:cond delay="3250"/>
                            </p:stCondLst>
                            <p:childTnLst>
                              <p:par>
                                <p:cTn id="28" presetID="44" presetClass="path" presetSubtype="0" accel="50000" decel="50000" fill="hold" nodeType="afterEffect">
                                  <p:stCondLst>
                                    <p:cond delay="0"/>
                                  </p:stCondLst>
                                  <p:childTnLst>
                                    <p:animMotion origin="layout" path="M -0.00013 -0.00024 L 0.08338 0.00139 C 0.10096 0.00092 0.12571 0.00856 0.15125 0.02199 C 0.18004 0.03634 0.20232 0.05301 0.21704 0.0706 L 0.28791 0.14884 " pathEditMode="relative" rAng="978064" ptsTypes="FffFF">
                                      <p:cBhvr>
                                        <p:cTn id="29" dur="2000" fill="hold"/>
                                        <p:tgtEl>
                                          <p:spTgt spid="34"/>
                                        </p:tgtEl>
                                        <p:attrNameLst>
                                          <p:attrName>ppt_x</p:attrName>
                                          <p:attrName>ppt_y</p:attrName>
                                        </p:attrNameLst>
                                      </p:cBhvr>
                                      <p:rCtr x="14838" y="4838"/>
                                    </p:animMotion>
                                  </p:childTnLst>
                                </p:cTn>
                              </p:par>
                              <p:par>
                                <p:cTn id="30" presetID="10" presetClass="entr" presetSubtype="0" fill="hold" nodeType="withEffect">
                                  <p:stCondLst>
                                    <p:cond delay="0"/>
                                  </p:stCondLst>
                                  <p:childTnLst>
                                    <p:set>
                                      <p:cBhvr>
                                        <p:cTn id="31" dur="1" fill="hold">
                                          <p:stCondLst>
                                            <p:cond delay="0"/>
                                          </p:stCondLst>
                                        </p:cTn>
                                        <p:tgtEl>
                                          <p:spTgt spid="41"/>
                                        </p:tgtEl>
                                        <p:attrNameLst>
                                          <p:attrName>style.visibility</p:attrName>
                                        </p:attrNameLst>
                                      </p:cBhvr>
                                      <p:to>
                                        <p:strVal val="visible"/>
                                      </p:to>
                                    </p:set>
                                    <p:animEffect transition="in" filter="fade">
                                      <p:cBhvr>
                                        <p:cTn id="32" dur="500"/>
                                        <p:tgtEl>
                                          <p:spTgt spid="41"/>
                                        </p:tgtEl>
                                      </p:cBhvr>
                                    </p:animEffect>
                                  </p:childTnLst>
                                </p:cTn>
                              </p:par>
                              <p:par>
                                <p:cTn id="33" presetID="37" presetClass="path" presetSubtype="0" accel="50000" decel="50000" fill="hold" nodeType="withEffect">
                                  <p:stCondLst>
                                    <p:cond delay="500"/>
                                  </p:stCondLst>
                                  <p:childTnLst>
                                    <p:animMotion origin="layout" path="M 0 0 L 0.067 0.04 C 0.081 0.049 0.102 0.054 0.124 0.054 C 0.149 0.054 0.169 0.049 0.183 0.04 L 0.25 0 E" pathEditMode="relative" ptsTypes="">
                                      <p:cBhvr>
                                        <p:cTn id="34" dur="2000" fill="hold"/>
                                        <p:tgtEl>
                                          <p:spTgt spid="41"/>
                                        </p:tgtEl>
                                        <p:attrNameLst>
                                          <p:attrName>ppt_x</p:attrName>
                                          <p:attrName>ppt_y</p:attrName>
                                        </p:attrNameLst>
                                      </p:cBhvr>
                                    </p:animMotion>
                                  </p:childTnLst>
                                </p:cTn>
                              </p:par>
                              <p:par>
                                <p:cTn id="35" presetID="10" presetClass="entr" presetSubtype="0" fill="hold" nodeType="withEffect">
                                  <p:stCondLst>
                                    <p:cond delay="1500"/>
                                  </p:stCondLst>
                                  <p:childTnLst>
                                    <p:set>
                                      <p:cBhvr>
                                        <p:cTn id="36" dur="1" fill="hold">
                                          <p:stCondLst>
                                            <p:cond delay="0"/>
                                          </p:stCondLst>
                                        </p:cTn>
                                        <p:tgtEl>
                                          <p:spTgt spid="46"/>
                                        </p:tgtEl>
                                        <p:attrNameLst>
                                          <p:attrName>style.visibility</p:attrName>
                                        </p:attrNameLst>
                                      </p:cBhvr>
                                      <p:to>
                                        <p:strVal val="visible"/>
                                      </p:to>
                                    </p:set>
                                    <p:animEffect transition="in" filter="fade">
                                      <p:cBhvr>
                                        <p:cTn id="37" dur="500"/>
                                        <p:tgtEl>
                                          <p:spTgt spid="46"/>
                                        </p:tgtEl>
                                      </p:cBhvr>
                                    </p:animEffect>
                                  </p:childTnLst>
                                </p:cTn>
                              </p:par>
                              <p:par>
                                <p:cTn id="38" presetID="37" presetClass="path" presetSubtype="0" accel="50000" decel="50000" fill="hold" nodeType="withEffect">
                                  <p:stCondLst>
                                    <p:cond delay="2100"/>
                                  </p:stCondLst>
                                  <p:childTnLst>
                                    <p:animMotion origin="layout" path="M -3.9604E-7 0.00209 L 0.09132 -0.04048 C 0.1106 -0.05019 0.13927 -0.05505 0.16923 -0.05505 C 0.20323 -0.05505 0.23059 -0.05019 0.24987 -0.04048 L 0.34119 0.00209 " pathEditMode="relative" rAng="0" ptsTypes="FffFF">
                                      <p:cBhvr>
                                        <p:cTn id="39" dur="2000" fill="hold"/>
                                        <p:tgtEl>
                                          <p:spTgt spid="46"/>
                                        </p:tgtEl>
                                        <p:attrNameLst>
                                          <p:attrName>ppt_x</p:attrName>
                                          <p:attrName>ppt_y</p:attrName>
                                        </p:attrNameLst>
                                      </p:cBhvr>
                                      <p:rCtr x="17053" y="-2868"/>
                                    </p:animMotion>
                                  </p:childTnLst>
                                </p:cTn>
                              </p:par>
                              <p:par>
                                <p:cTn id="40" presetID="10" presetClass="entr" presetSubtype="0" fill="hold" nodeType="withEffect">
                                  <p:stCondLst>
                                    <p:cond delay="2000"/>
                                  </p:stCondLst>
                                  <p:childTnLst>
                                    <p:set>
                                      <p:cBhvr>
                                        <p:cTn id="41" dur="1" fill="hold">
                                          <p:stCondLst>
                                            <p:cond delay="0"/>
                                          </p:stCondLst>
                                        </p:cTn>
                                        <p:tgtEl>
                                          <p:spTgt spid="48"/>
                                        </p:tgtEl>
                                        <p:attrNameLst>
                                          <p:attrName>style.visibility</p:attrName>
                                        </p:attrNameLst>
                                      </p:cBhvr>
                                      <p:to>
                                        <p:strVal val="visible"/>
                                      </p:to>
                                    </p:set>
                                    <p:animEffect transition="in" filter="fade">
                                      <p:cBhvr>
                                        <p:cTn id="42" dur="500"/>
                                        <p:tgtEl>
                                          <p:spTgt spid="48"/>
                                        </p:tgtEl>
                                      </p:cBhvr>
                                    </p:animEffect>
                                  </p:childTnLst>
                                </p:cTn>
                              </p:par>
                              <p:par>
                                <p:cTn id="43" presetID="44" presetClass="path" presetSubtype="0" accel="50000" decel="50000" fill="hold" nodeType="withEffect">
                                  <p:stCondLst>
                                    <p:cond delay="2500"/>
                                  </p:stCondLst>
                                  <p:childTnLst>
                                    <p:animMotion origin="layout" path="M -0.00013 -0.00046 L 0.07634 -0.00254 C 0.09236 -0.0037 0.11503 0.00278 0.13822 0.01504 C 0.16454 0.02799 0.1846 0.04372 0.19789 0.06038 L 0.26185 0.13509 " pathEditMode="relative" rAng="978064" ptsTypes="FffFF">
                                      <p:cBhvr>
                                        <p:cTn id="44" dur="2000" fill="hold"/>
                                        <p:tgtEl>
                                          <p:spTgt spid="48"/>
                                        </p:tgtEl>
                                        <p:attrNameLst>
                                          <p:attrName>ppt_x</p:attrName>
                                          <p:attrName>ppt_y</p:attrName>
                                        </p:attrNameLst>
                                      </p:cBhvr>
                                      <p:rCtr x="13523" y="4164"/>
                                    </p:animMotion>
                                  </p:childTnLst>
                                </p:cTn>
                              </p:par>
                              <p:par>
                                <p:cTn id="45" presetID="10" presetClass="entr" presetSubtype="0" fill="hold" nodeType="withEffect">
                                  <p:stCondLst>
                                    <p:cond delay="3250"/>
                                  </p:stCondLst>
                                  <p:childTnLst>
                                    <p:set>
                                      <p:cBhvr>
                                        <p:cTn id="46" dur="1" fill="hold">
                                          <p:stCondLst>
                                            <p:cond delay="0"/>
                                          </p:stCondLst>
                                        </p:cTn>
                                        <p:tgtEl>
                                          <p:spTgt spid="52"/>
                                        </p:tgtEl>
                                        <p:attrNameLst>
                                          <p:attrName>style.visibility</p:attrName>
                                        </p:attrNameLst>
                                      </p:cBhvr>
                                      <p:to>
                                        <p:strVal val="visible"/>
                                      </p:to>
                                    </p:set>
                                    <p:animEffect transition="in" filter="fade">
                                      <p:cBhvr>
                                        <p:cTn id="47" dur="500"/>
                                        <p:tgtEl>
                                          <p:spTgt spid="52"/>
                                        </p:tgtEl>
                                      </p:cBhvr>
                                    </p:animEffect>
                                  </p:childTnLst>
                                </p:cTn>
                              </p:par>
                              <p:par>
                                <p:cTn id="48" presetID="37" presetClass="path" presetSubtype="0" accel="50000" decel="50000" fill="hold" nodeType="withEffect">
                                  <p:stCondLst>
                                    <p:cond delay="3800"/>
                                  </p:stCondLst>
                                  <p:childTnLst>
                                    <p:animMotion origin="layout" path="M 0 0 L 0.067 0.04 C 0.081 0.049 0.102 0.054 0.124 0.054 C 0.149 0.054 0.169 0.049 0.183 0.04 L 0.25 0 E" pathEditMode="relative" ptsTypes="">
                                      <p:cBhvr>
                                        <p:cTn id="49" dur="2000" fill="hold"/>
                                        <p:tgtEl>
                                          <p:spTgt spid="52"/>
                                        </p:tgtEl>
                                        <p:attrNameLst>
                                          <p:attrName>ppt_x</p:attrName>
                                          <p:attrName>ppt_y</p:attrName>
                                        </p:attrNameLst>
                                      </p:cBhvr>
                                    </p:animMotion>
                                  </p:childTnLst>
                                </p:cTn>
                              </p:par>
                              <p:par>
                                <p:cTn id="50" presetID="10" presetClass="entr" presetSubtype="0" fill="hold" nodeType="withEffect">
                                  <p:stCondLst>
                                    <p:cond delay="4500"/>
                                  </p:stCondLst>
                                  <p:childTnLst>
                                    <p:set>
                                      <p:cBhvr>
                                        <p:cTn id="51" dur="1" fill="hold">
                                          <p:stCondLst>
                                            <p:cond delay="0"/>
                                          </p:stCondLst>
                                        </p:cTn>
                                        <p:tgtEl>
                                          <p:spTgt spid="53"/>
                                        </p:tgtEl>
                                        <p:attrNameLst>
                                          <p:attrName>style.visibility</p:attrName>
                                        </p:attrNameLst>
                                      </p:cBhvr>
                                      <p:to>
                                        <p:strVal val="visible"/>
                                      </p:to>
                                    </p:set>
                                    <p:animEffect transition="in" filter="fade">
                                      <p:cBhvr>
                                        <p:cTn id="52" dur="500"/>
                                        <p:tgtEl>
                                          <p:spTgt spid="53"/>
                                        </p:tgtEl>
                                      </p:cBhvr>
                                    </p:animEffect>
                                  </p:childTnLst>
                                </p:cTn>
                              </p:par>
                              <p:par>
                                <p:cTn id="53" presetID="37" presetClass="path" presetSubtype="0" accel="50000" decel="50000" fill="hold" nodeType="withEffect">
                                  <p:stCondLst>
                                    <p:cond delay="5100"/>
                                  </p:stCondLst>
                                  <p:childTnLst>
                                    <p:animMotion origin="layout" path="M -1.19854E-7 -3.257E-6 L 0.1192 -0.03955 C 0.14435 -0.04857 0.18174 -0.0532 0.22095 -0.0532 C 0.26524 -0.0532 0.30094 -0.04857 0.32608 -0.03955 L 0.44541 -3.257E-6 " pathEditMode="relative" rAng="0" ptsTypes="FffFF">
                                      <p:cBhvr>
                                        <p:cTn id="54" dur="2000" fill="hold"/>
                                        <p:tgtEl>
                                          <p:spTgt spid="53"/>
                                        </p:tgtEl>
                                        <p:attrNameLst>
                                          <p:attrName>ppt_x</p:attrName>
                                          <p:attrName>ppt_y</p:attrName>
                                        </p:attrNameLst>
                                      </p:cBhvr>
                                      <p:rCtr x="22264" y="-2660"/>
                                    </p:animMotion>
                                  </p:childTnLst>
                                </p:cTn>
                              </p:par>
                            </p:childTnLst>
                          </p:cTn>
                        </p:par>
                        <p:par>
                          <p:cTn id="55" fill="hold">
                            <p:stCondLst>
                              <p:cond delay="10350"/>
                            </p:stCondLst>
                            <p:childTnLst>
                              <p:par>
                                <p:cTn id="56" presetID="10" presetClass="exit" presetSubtype="0" fill="hold" grpId="1" nodeType="afterEffect">
                                  <p:stCondLst>
                                    <p:cond delay="0"/>
                                  </p:stCondLst>
                                  <p:childTnLst>
                                    <p:animEffect transition="out" filter="fade">
                                      <p:cBhvr>
                                        <p:cTn id="57" dur="500"/>
                                        <p:tgtEl>
                                          <p:spTgt spid="49"/>
                                        </p:tgtEl>
                                      </p:cBhvr>
                                    </p:animEffect>
                                    <p:set>
                                      <p:cBhvr>
                                        <p:cTn id="58" dur="1" fill="hold">
                                          <p:stCondLst>
                                            <p:cond delay="499"/>
                                          </p:stCondLst>
                                        </p:cTn>
                                        <p:tgtEl>
                                          <p:spTgt spid="49"/>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2" presetClass="entr" presetSubtype="8" fill="hold" grpId="0" nodeType="clickEffect">
                                  <p:stCondLst>
                                    <p:cond delay="0"/>
                                  </p:stCondLst>
                                  <p:childTnLst>
                                    <p:set>
                                      <p:cBhvr>
                                        <p:cTn id="62" dur="1" fill="hold">
                                          <p:stCondLst>
                                            <p:cond delay="0"/>
                                          </p:stCondLst>
                                        </p:cTn>
                                        <p:tgtEl>
                                          <p:spTgt spid="50"/>
                                        </p:tgtEl>
                                        <p:attrNameLst>
                                          <p:attrName>style.visibility</p:attrName>
                                        </p:attrNameLst>
                                      </p:cBhvr>
                                      <p:to>
                                        <p:strVal val="visible"/>
                                      </p:to>
                                    </p:set>
                                    <p:anim calcmode="lin" valueType="num">
                                      <p:cBhvr additive="base">
                                        <p:cTn id="63" dur="500"/>
                                        <p:tgtEl>
                                          <p:spTgt spid="50"/>
                                        </p:tgtEl>
                                        <p:attrNameLst>
                                          <p:attrName>ppt_x</p:attrName>
                                        </p:attrNameLst>
                                      </p:cBhvr>
                                      <p:tavLst>
                                        <p:tav tm="0">
                                          <p:val>
                                            <p:strVal val="#ppt_x-#ppt_w*1.125000"/>
                                          </p:val>
                                        </p:tav>
                                        <p:tav tm="100000">
                                          <p:val>
                                            <p:strVal val="#ppt_x"/>
                                          </p:val>
                                        </p:tav>
                                      </p:tavLst>
                                    </p:anim>
                                    <p:animEffect transition="in" filter="wipe(right)">
                                      <p:cBhvr>
                                        <p:cTn id="64" dur="500"/>
                                        <p:tgtEl>
                                          <p:spTgt spid="50"/>
                                        </p:tgtEl>
                                      </p:cBhvr>
                                    </p:animEffect>
                                  </p:childTnLst>
                                </p:cTn>
                              </p:par>
                            </p:childTnLst>
                          </p:cTn>
                        </p:par>
                        <p:par>
                          <p:cTn id="65" fill="hold">
                            <p:stCondLst>
                              <p:cond delay="500"/>
                            </p:stCondLst>
                            <p:childTnLst>
                              <p:par>
                                <p:cTn id="66" presetID="63" presetClass="path" presetSubtype="0" accel="50000" decel="50000" fill="hold" nodeType="afterEffect">
                                  <p:stCondLst>
                                    <p:cond delay="0"/>
                                  </p:stCondLst>
                                  <p:childTnLst>
                                    <p:animMotion origin="layout" path="M 0.28789 0.14884 L 0.60313 0.09467 " pathEditMode="relative" rAng="0" ptsTypes="AA">
                                      <p:cBhvr>
                                        <p:cTn id="67" dur="2000" fill="hold"/>
                                        <p:tgtEl>
                                          <p:spTgt spid="34"/>
                                        </p:tgtEl>
                                        <p:attrNameLst>
                                          <p:attrName>ppt_x</p:attrName>
                                          <p:attrName>ppt_y</p:attrName>
                                        </p:attrNameLst>
                                      </p:cBhvr>
                                      <p:rCtr x="15755" y="-2708"/>
                                    </p:animMotion>
                                  </p:childTnLst>
                                </p:cTn>
                              </p:par>
                              <p:par>
                                <p:cTn id="68" presetID="10" presetClass="exit" presetSubtype="0" fill="hold" nodeType="withEffect">
                                  <p:stCondLst>
                                    <p:cond delay="1500"/>
                                  </p:stCondLst>
                                  <p:childTnLst>
                                    <p:animEffect transition="out" filter="fade">
                                      <p:cBhvr>
                                        <p:cTn id="69" dur="500"/>
                                        <p:tgtEl>
                                          <p:spTgt spid="34"/>
                                        </p:tgtEl>
                                      </p:cBhvr>
                                    </p:animEffect>
                                    <p:set>
                                      <p:cBhvr>
                                        <p:cTn id="70" dur="1" fill="hold">
                                          <p:stCondLst>
                                            <p:cond delay="499"/>
                                          </p:stCondLst>
                                        </p:cTn>
                                        <p:tgtEl>
                                          <p:spTgt spid="34"/>
                                        </p:tgtEl>
                                        <p:attrNameLst>
                                          <p:attrName>style.visibility</p:attrName>
                                        </p:attrNameLst>
                                      </p:cBhvr>
                                      <p:to>
                                        <p:strVal val="hidden"/>
                                      </p:to>
                                    </p:set>
                                  </p:childTnLst>
                                </p:cTn>
                              </p:par>
                              <p:par>
                                <p:cTn id="71" presetID="63" presetClass="path" presetSubtype="0" accel="50000" decel="50000" fill="hold" nodeType="withEffect">
                                  <p:stCondLst>
                                    <p:cond delay="500"/>
                                  </p:stCondLst>
                                  <p:childTnLst>
                                    <p:animMotion origin="layout" path="M 0.25013 1.11111E-6 L 0.60344 -0.09838 " pathEditMode="relative" rAng="0" ptsTypes="AA">
                                      <p:cBhvr>
                                        <p:cTn id="72" dur="2000" fill="hold"/>
                                        <p:tgtEl>
                                          <p:spTgt spid="41"/>
                                        </p:tgtEl>
                                        <p:attrNameLst>
                                          <p:attrName>ppt_x</p:attrName>
                                          <p:attrName>ppt_y</p:attrName>
                                        </p:attrNameLst>
                                      </p:cBhvr>
                                      <p:rCtr x="17665" y="-4931"/>
                                    </p:animMotion>
                                  </p:childTnLst>
                                </p:cTn>
                              </p:par>
                              <p:par>
                                <p:cTn id="73" presetID="10" presetClass="exit" presetSubtype="0" fill="hold" nodeType="withEffect">
                                  <p:stCondLst>
                                    <p:cond delay="2000"/>
                                  </p:stCondLst>
                                  <p:childTnLst>
                                    <p:animEffect transition="out" filter="fade">
                                      <p:cBhvr>
                                        <p:cTn id="74" dur="500"/>
                                        <p:tgtEl>
                                          <p:spTgt spid="41"/>
                                        </p:tgtEl>
                                      </p:cBhvr>
                                    </p:animEffect>
                                    <p:set>
                                      <p:cBhvr>
                                        <p:cTn id="75" dur="1" fill="hold">
                                          <p:stCondLst>
                                            <p:cond delay="499"/>
                                          </p:stCondLst>
                                        </p:cTn>
                                        <p:tgtEl>
                                          <p:spTgt spid="41"/>
                                        </p:tgtEl>
                                        <p:attrNameLst>
                                          <p:attrName>style.visibility</p:attrName>
                                        </p:attrNameLst>
                                      </p:cBhvr>
                                      <p:to>
                                        <p:strVal val="hidden"/>
                                      </p:to>
                                    </p:set>
                                  </p:childTnLst>
                                </p:cTn>
                              </p:par>
                              <p:par>
                                <p:cTn id="76" presetID="63" presetClass="path" presetSubtype="0" accel="50000" decel="50000" fill="hold" nodeType="withEffect">
                                  <p:stCondLst>
                                    <p:cond delay="1100"/>
                                  </p:stCondLst>
                                  <p:childTnLst>
                                    <p:animMotion origin="layout" path="M 0.34115 0.00208 L 0.69245 0.01689 " pathEditMode="relative" rAng="0" ptsTypes="AA">
                                      <p:cBhvr>
                                        <p:cTn id="77" dur="2000" fill="hold"/>
                                        <p:tgtEl>
                                          <p:spTgt spid="46"/>
                                        </p:tgtEl>
                                        <p:attrNameLst>
                                          <p:attrName>ppt_x</p:attrName>
                                          <p:attrName>ppt_y</p:attrName>
                                        </p:attrNameLst>
                                      </p:cBhvr>
                                      <p:rCtr x="17565" y="741"/>
                                    </p:animMotion>
                                  </p:childTnLst>
                                </p:cTn>
                              </p:par>
                              <p:par>
                                <p:cTn id="78" presetID="10" presetClass="exit" presetSubtype="0" fill="hold" nodeType="withEffect">
                                  <p:stCondLst>
                                    <p:cond delay="2500"/>
                                  </p:stCondLst>
                                  <p:childTnLst>
                                    <p:animEffect transition="out" filter="fade">
                                      <p:cBhvr>
                                        <p:cTn id="79" dur="500"/>
                                        <p:tgtEl>
                                          <p:spTgt spid="46"/>
                                        </p:tgtEl>
                                      </p:cBhvr>
                                    </p:animEffect>
                                    <p:set>
                                      <p:cBhvr>
                                        <p:cTn id="80" dur="1" fill="hold">
                                          <p:stCondLst>
                                            <p:cond delay="499"/>
                                          </p:stCondLst>
                                        </p:cTn>
                                        <p:tgtEl>
                                          <p:spTgt spid="46"/>
                                        </p:tgtEl>
                                        <p:attrNameLst>
                                          <p:attrName>style.visibility</p:attrName>
                                        </p:attrNameLst>
                                      </p:cBhvr>
                                      <p:to>
                                        <p:strVal val="hidden"/>
                                      </p:to>
                                    </p:set>
                                  </p:childTnLst>
                                </p:cTn>
                              </p:par>
                              <p:par>
                                <p:cTn id="81" presetID="63" presetClass="path" presetSubtype="0" accel="50000" decel="50000" fill="hold" nodeType="withEffect">
                                  <p:stCondLst>
                                    <p:cond delay="2000"/>
                                  </p:stCondLst>
                                  <p:childTnLst>
                                    <p:animMotion origin="layout" path="M 0.28817 0.14931 L 0.62663 0.15347 " pathEditMode="relative" rAng="0" ptsTypes="AA">
                                      <p:cBhvr>
                                        <p:cTn id="82" dur="2000" fill="hold"/>
                                        <p:tgtEl>
                                          <p:spTgt spid="48"/>
                                        </p:tgtEl>
                                        <p:attrNameLst>
                                          <p:attrName>ppt_x</p:attrName>
                                          <p:attrName>ppt_y</p:attrName>
                                        </p:attrNameLst>
                                      </p:cBhvr>
                                      <p:rCtr x="16923" y="208"/>
                                    </p:animMotion>
                                  </p:childTnLst>
                                </p:cTn>
                              </p:par>
                              <p:par>
                                <p:cTn id="83" presetID="10" presetClass="exit" presetSubtype="0" fill="hold" nodeType="withEffect">
                                  <p:stCondLst>
                                    <p:cond delay="3500"/>
                                  </p:stCondLst>
                                  <p:childTnLst>
                                    <p:animEffect transition="out" filter="fade">
                                      <p:cBhvr>
                                        <p:cTn id="84" dur="500"/>
                                        <p:tgtEl>
                                          <p:spTgt spid="48"/>
                                        </p:tgtEl>
                                      </p:cBhvr>
                                    </p:animEffect>
                                    <p:set>
                                      <p:cBhvr>
                                        <p:cTn id="85" dur="1" fill="hold">
                                          <p:stCondLst>
                                            <p:cond delay="499"/>
                                          </p:stCondLst>
                                        </p:cTn>
                                        <p:tgtEl>
                                          <p:spTgt spid="48"/>
                                        </p:tgtEl>
                                        <p:attrNameLst>
                                          <p:attrName>style.visibility</p:attrName>
                                        </p:attrNameLst>
                                      </p:cBhvr>
                                      <p:to>
                                        <p:strVal val="hidden"/>
                                      </p:to>
                                    </p:set>
                                  </p:childTnLst>
                                </p:cTn>
                              </p:par>
                              <p:par>
                                <p:cTn id="86" presetID="63" presetClass="path" presetSubtype="0" accel="50000" decel="50000" fill="hold" nodeType="withEffect">
                                  <p:stCondLst>
                                    <p:cond delay="2800"/>
                                  </p:stCondLst>
                                  <p:childTnLst>
                                    <p:animMotion origin="layout" path="M 0.25013 0.00023 L 0.57305 0.05578 " pathEditMode="relative" rAng="0" ptsTypes="AA">
                                      <p:cBhvr>
                                        <p:cTn id="87" dur="2000" fill="hold"/>
                                        <p:tgtEl>
                                          <p:spTgt spid="52"/>
                                        </p:tgtEl>
                                        <p:attrNameLst>
                                          <p:attrName>ppt_x</p:attrName>
                                          <p:attrName>ppt_y</p:attrName>
                                        </p:attrNameLst>
                                      </p:cBhvr>
                                      <p:rCtr x="16146" y="2778"/>
                                    </p:animMotion>
                                  </p:childTnLst>
                                </p:cTn>
                              </p:par>
                              <p:par>
                                <p:cTn id="88" presetID="10" presetClass="exit" presetSubtype="0" fill="hold" nodeType="withEffect">
                                  <p:stCondLst>
                                    <p:cond delay="4300"/>
                                  </p:stCondLst>
                                  <p:childTnLst>
                                    <p:animEffect transition="out" filter="fade">
                                      <p:cBhvr>
                                        <p:cTn id="89" dur="500"/>
                                        <p:tgtEl>
                                          <p:spTgt spid="52"/>
                                        </p:tgtEl>
                                      </p:cBhvr>
                                    </p:animEffect>
                                    <p:set>
                                      <p:cBhvr>
                                        <p:cTn id="90" dur="1" fill="hold">
                                          <p:stCondLst>
                                            <p:cond delay="499"/>
                                          </p:stCondLst>
                                        </p:cTn>
                                        <p:tgtEl>
                                          <p:spTgt spid="52"/>
                                        </p:tgtEl>
                                        <p:attrNameLst>
                                          <p:attrName>style.visibility</p:attrName>
                                        </p:attrNameLst>
                                      </p:cBhvr>
                                      <p:to>
                                        <p:strVal val="hidden"/>
                                      </p:to>
                                    </p:set>
                                  </p:childTnLst>
                                </p:cTn>
                              </p:par>
                              <p:par>
                                <p:cTn id="91" presetID="63" presetClass="path" presetSubtype="0" accel="50000" decel="50000" fill="hold" nodeType="withEffect">
                                  <p:stCondLst>
                                    <p:cond delay="3500"/>
                                  </p:stCondLst>
                                  <p:childTnLst>
                                    <p:animMotion origin="layout" path="M 0.44531 4.81481E-6 L 0.76224 0.05069 " pathEditMode="relative" rAng="0" ptsTypes="AA">
                                      <p:cBhvr>
                                        <p:cTn id="92" dur="2000" fill="hold"/>
                                        <p:tgtEl>
                                          <p:spTgt spid="53"/>
                                        </p:tgtEl>
                                        <p:attrNameLst>
                                          <p:attrName>ppt_x</p:attrName>
                                          <p:attrName>ppt_y</p:attrName>
                                        </p:attrNameLst>
                                      </p:cBhvr>
                                      <p:rCtr x="15846" y="2523"/>
                                    </p:animMotion>
                                  </p:childTnLst>
                                </p:cTn>
                              </p:par>
                              <p:par>
                                <p:cTn id="93" presetID="10" presetClass="exit" presetSubtype="0" fill="hold" nodeType="withEffect">
                                  <p:stCondLst>
                                    <p:cond delay="5000"/>
                                  </p:stCondLst>
                                  <p:childTnLst>
                                    <p:animEffect transition="out" filter="fade">
                                      <p:cBhvr>
                                        <p:cTn id="94" dur="500"/>
                                        <p:tgtEl>
                                          <p:spTgt spid="53"/>
                                        </p:tgtEl>
                                      </p:cBhvr>
                                    </p:animEffect>
                                    <p:set>
                                      <p:cBhvr>
                                        <p:cTn id="95" dur="1" fill="hold">
                                          <p:stCondLst>
                                            <p:cond delay="499"/>
                                          </p:stCondLst>
                                        </p:cTn>
                                        <p:tgtEl>
                                          <p:spTgt spid="53"/>
                                        </p:tgtEl>
                                        <p:attrNameLst>
                                          <p:attrName>style.visibility</p:attrName>
                                        </p:attrNameLst>
                                      </p:cBhvr>
                                      <p:to>
                                        <p:strVal val="hidden"/>
                                      </p:to>
                                    </p:set>
                                  </p:childTnLst>
                                </p:cTn>
                              </p:par>
                            </p:childTnLst>
                          </p:cTn>
                        </p:par>
                        <p:par>
                          <p:cTn id="96" fill="hold">
                            <p:stCondLst>
                              <p:cond delay="6000"/>
                            </p:stCondLst>
                            <p:childTnLst>
                              <p:par>
                                <p:cTn id="97" presetID="10" presetClass="exit" presetSubtype="0" fill="hold" grpId="1" nodeType="afterEffect">
                                  <p:stCondLst>
                                    <p:cond delay="0"/>
                                  </p:stCondLst>
                                  <p:childTnLst>
                                    <p:animEffect transition="out" filter="fade">
                                      <p:cBhvr>
                                        <p:cTn id="98" dur="500"/>
                                        <p:tgtEl>
                                          <p:spTgt spid="50"/>
                                        </p:tgtEl>
                                      </p:cBhvr>
                                    </p:animEffect>
                                    <p:set>
                                      <p:cBhvr>
                                        <p:cTn id="99" dur="1" fill="hold">
                                          <p:stCondLst>
                                            <p:cond delay="499"/>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0" grpId="1" animBg="1"/>
      <p:bldP spid="49" grpId="0" animBg="1"/>
      <p:bldP spid="49" grpId="1" animBg="1"/>
    </p:bldLst>
  </p:timing>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Messaging Features</a:t>
            </a:r>
            <a:endParaRPr lang="en-US" dirty="0"/>
          </a:p>
        </p:txBody>
      </p:sp>
      <p:grpSp>
        <p:nvGrpSpPr>
          <p:cNvPr id="15" name="Group 14"/>
          <p:cNvGrpSpPr/>
          <p:nvPr/>
        </p:nvGrpSpPr>
        <p:grpSpPr>
          <a:xfrm>
            <a:off x="389437" y="1997292"/>
            <a:ext cx="7876550" cy="1166164"/>
            <a:chOff x="-716354" y="1452562"/>
            <a:chExt cx="10499332" cy="1554480"/>
          </a:xfrm>
        </p:grpSpPr>
        <p:sp>
          <p:nvSpPr>
            <p:cNvPr id="16" name="Rectangle 15"/>
            <p:cNvSpPr/>
            <p:nvPr/>
          </p:nvSpPr>
          <p:spPr bwMode="auto">
            <a:xfrm>
              <a:off x="4572001" y="1452562"/>
              <a:ext cx="5210977" cy="15544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598" rIns="68598" bIns="68598" numCol="1" rtlCol="0" anchor="t" anchorCtr="0" compatLnSpc="1">
              <a:prstTxWarp prst="textNoShape">
                <a:avLst/>
              </a:prstTxWarp>
            </a:bodyPr>
            <a:lstStyle/>
            <a:p>
              <a:pPr defTabSz="684901" fontAlgn="base">
                <a:lnSpc>
                  <a:spcPct val="90000"/>
                </a:lnSpc>
                <a:spcBef>
                  <a:spcPct val="0"/>
                </a:spcBef>
                <a:spcAft>
                  <a:spcPct val="0"/>
                </a:spcAft>
              </a:pPr>
              <a:r>
                <a:rPr lang="fr-FR" sz="1350" dirty="0">
                  <a:gradFill>
                    <a:gsLst>
                      <a:gs pos="0">
                        <a:srgbClr val="FFFFFF"/>
                      </a:gs>
                      <a:gs pos="100000">
                        <a:srgbClr val="FFFFFF"/>
                      </a:gs>
                    </a:gsLst>
                    <a:lin ang="5400000" scaled="0"/>
                  </a:gradFill>
                </a:rPr>
                <a:t>Message Queue: FIFO Resilient Queue</a:t>
              </a:r>
            </a:p>
          </p:txBody>
        </p:sp>
        <p:sp>
          <p:nvSpPr>
            <p:cNvPr id="17" name="TextBox 16"/>
            <p:cNvSpPr txBox="1"/>
            <p:nvPr/>
          </p:nvSpPr>
          <p:spPr>
            <a:xfrm>
              <a:off x="-716354" y="1452562"/>
              <a:ext cx="5288354" cy="1554480"/>
            </a:xfrm>
            <a:prstGeom prst="rect">
              <a:avLst/>
            </a:prstGeom>
            <a:noFill/>
          </p:spPr>
          <p:txBody>
            <a:bodyPr wrap="square" lIns="137196" tIns="68598" rIns="137196" bIns="68598" rtlCol="0" anchor="ctr">
              <a:noAutofit/>
            </a:bodyPr>
            <a:lstStyle/>
            <a:p>
              <a:pPr marL="171496" defTabSz="685610"/>
              <a:r>
                <a:rPr lang="en-US" sz="2401" dirty="0">
                  <a:solidFill>
                    <a:schemeClr val="tx1">
                      <a:lumMod val="90000"/>
                      <a:lumOff val="10000"/>
                      <a:alpha val="99000"/>
                    </a:schemeClr>
                  </a:solidFill>
                  <a:ea typeface="Segoe UI" pitchFamily="34" charset="0"/>
                  <a:cs typeface="Segoe UI" pitchFamily="34" charset="0"/>
                </a:rPr>
                <a:t>Service Bus Queues:</a:t>
              </a:r>
            </a:p>
            <a:p>
              <a:pPr marL="257244" defTabSz="685610"/>
              <a:r>
                <a:rPr lang="en-US" sz="900" b="1" dirty="0">
                  <a:solidFill>
                    <a:schemeClr val="tx1">
                      <a:lumMod val="90000"/>
                      <a:lumOff val="10000"/>
                      <a:alpha val="99000"/>
                    </a:schemeClr>
                  </a:solidFill>
                  <a:ea typeface="Segoe UI" pitchFamily="34" charset="0"/>
                  <a:cs typeface="Segoe UI" pitchFamily="34" charset="0"/>
                </a:rPr>
                <a:t>Scenario: </a:t>
              </a:r>
              <a:r>
                <a:rPr lang="en-US" sz="900" dirty="0">
                  <a:solidFill>
                    <a:schemeClr val="tx1">
                      <a:lumMod val="90000"/>
                      <a:lumOff val="10000"/>
                      <a:alpha val="99000"/>
                    </a:schemeClr>
                  </a:solidFill>
                  <a:ea typeface="Segoe UI" pitchFamily="34" charset="0"/>
                  <a:cs typeface="Segoe UI" pitchFamily="34" charset="0"/>
                </a:rPr>
                <a:t>Multiple systems and remote clients need to send business events to head office which processes these messages under varying load.</a:t>
              </a:r>
            </a:p>
            <a:p>
              <a:pPr marL="257244" defTabSz="685610"/>
              <a:endParaRPr lang="en-US" sz="900" dirty="0">
                <a:solidFill>
                  <a:schemeClr val="tx1">
                    <a:lumMod val="90000"/>
                    <a:lumOff val="10000"/>
                    <a:alpha val="99000"/>
                  </a:schemeClr>
                </a:solidFill>
                <a:ea typeface="Segoe UI" pitchFamily="34" charset="0"/>
                <a:cs typeface="Segoe UI" pitchFamily="34" charset="0"/>
              </a:endParaRPr>
            </a:p>
            <a:p>
              <a:pPr marL="257244" defTabSz="685610"/>
              <a:r>
                <a:rPr lang="en-US" sz="900" b="1" dirty="0">
                  <a:solidFill>
                    <a:schemeClr val="tx1">
                      <a:lumMod val="90000"/>
                      <a:lumOff val="10000"/>
                      <a:alpha val="99000"/>
                    </a:schemeClr>
                  </a:solidFill>
                  <a:ea typeface="Segoe UI" pitchFamily="34" charset="0"/>
                  <a:cs typeface="Segoe UI" pitchFamily="34" charset="0"/>
                </a:rPr>
                <a:t>Solution</a:t>
              </a:r>
              <a:r>
                <a:rPr lang="en-US" sz="900" dirty="0">
                  <a:solidFill>
                    <a:schemeClr val="tx1">
                      <a:lumMod val="90000"/>
                      <a:lumOff val="10000"/>
                      <a:alpha val="99000"/>
                    </a:schemeClr>
                  </a:solidFill>
                  <a:ea typeface="Segoe UI" pitchFamily="34" charset="0"/>
                  <a:cs typeface="Segoe UI" pitchFamily="34" charset="0"/>
                </a:rPr>
                <a:t>: Queues decouple </a:t>
              </a:r>
              <a:r>
                <a:rPr lang="en-US" sz="1050" dirty="0">
                  <a:solidFill>
                    <a:schemeClr val="tx1">
                      <a:lumMod val="90000"/>
                      <a:lumOff val="10000"/>
                      <a:alpha val="99000"/>
                    </a:schemeClr>
                  </a:solidFill>
                  <a:ea typeface="Segoe UI" pitchFamily="34" charset="0"/>
                  <a:cs typeface="Segoe UI" pitchFamily="34" charset="0"/>
                </a:rPr>
                <a:t>senders</a:t>
              </a:r>
              <a:r>
                <a:rPr lang="en-US" sz="900" dirty="0">
                  <a:solidFill>
                    <a:schemeClr val="tx1">
                      <a:lumMod val="90000"/>
                      <a:lumOff val="10000"/>
                      <a:alpha val="99000"/>
                    </a:schemeClr>
                  </a:solidFill>
                  <a:ea typeface="Segoe UI" pitchFamily="34" charset="0"/>
                  <a:cs typeface="Segoe UI" pitchFamily="34" charset="0"/>
                </a:rPr>
                <a:t> from receivers, multiple receivers can handle varying load, simple to add new senders without impact.</a:t>
              </a:r>
            </a:p>
          </p:txBody>
        </p:sp>
      </p:grpSp>
      <p:grpSp>
        <p:nvGrpSpPr>
          <p:cNvPr id="18" name="Group 17"/>
          <p:cNvGrpSpPr/>
          <p:nvPr/>
        </p:nvGrpSpPr>
        <p:grpSpPr>
          <a:xfrm>
            <a:off x="389437" y="3821825"/>
            <a:ext cx="7876550" cy="1166164"/>
            <a:chOff x="-716354" y="1452562"/>
            <a:chExt cx="10499332" cy="1554480"/>
          </a:xfrm>
        </p:grpSpPr>
        <p:sp>
          <p:nvSpPr>
            <p:cNvPr id="19" name="Rectangle 18"/>
            <p:cNvSpPr/>
            <p:nvPr/>
          </p:nvSpPr>
          <p:spPr bwMode="auto">
            <a:xfrm>
              <a:off x="4572001" y="1452562"/>
              <a:ext cx="5210977" cy="155448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598" rIns="68598" bIns="68598" numCol="1" rtlCol="0" anchor="t" anchorCtr="0" compatLnSpc="1">
              <a:prstTxWarp prst="textNoShape">
                <a:avLst/>
              </a:prstTxWarp>
            </a:bodyPr>
            <a:lstStyle/>
            <a:p>
              <a:pPr defTabSz="684901" fontAlgn="base">
                <a:lnSpc>
                  <a:spcPct val="90000"/>
                </a:lnSpc>
                <a:spcBef>
                  <a:spcPct val="0"/>
                </a:spcBef>
                <a:spcAft>
                  <a:spcPct val="0"/>
                </a:spcAft>
              </a:pPr>
              <a:r>
                <a:rPr lang="en-US" sz="1350" dirty="0">
                  <a:gradFill>
                    <a:gsLst>
                      <a:gs pos="0">
                        <a:srgbClr val="FFFFFF"/>
                      </a:gs>
                      <a:gs pos="100000">
                        <a:srgbClr val="FFFFFF"/>
                      </a:gs>
                    </a:gsLst>
                    <a:lin ang="5400000" scaled="0"/>
                  </a:gradFill>
                </a:rPr>
                <a:t>Topic: Queue with 1:n rule based subscriptions</a:t>
              </a:r>
            </a:p>
          </p:txBody>
        </p:sp>
        <p:sp>
          <p:nvSpPr>
            <p:cNvPr id="20" name="TextBox 19"/>
            <p:cNvSpPr txBox="1"/>
            <p:nvPr/>
          </p:nvSpPr>
          <p:spPr>
            <a:xfrm>
              <a:off x="-716354" y="1452562"/>
              <a:ext cx="5288354" cy="1554480"/>
            </a:xfrm>
            <a:prstGeom prst="rect">
              <a:avLst/>
            </a:prstGeom>
            <a:noFill/>
          </p:spPr>
          <p:txBody>
            <a:bodyPr wrap="square" lIns="137196" tIns="68598" rIns="137196" bIns="68598" rtlCol="0" anchor="ctr">
              <a:noAutofit/>
            </a:bodyPr>
            <a:lstStyle/>
            <a:p>
              <a:pPr marL="171496" defTabSz="685610"/>
              <a:r>
                <a:rPr lang="en-US" sz="2401" dirty="0">
                  <a:solidFill>
                    <a:schemeClr val="tx1">
                      <a:lumMod val="90000"/>
                      <a:lumOff val="10000"/>
                      <a:alpha val="99000"/>
                    </a:schemeClr>
                  </a:solidFill>
                  <a:ea typeface="Segoe UI" pitchFamily="34" charset="0"/>
                  <a:cs typeface="Segoe UI" pitchFamily="34" charset="0"/>
                </a:rPr>
                <a:t>Service Bus Topics:</a:t>
              </a:r>
            </a:p>
            <a:p>
              <a:pPr marL="257244" defTabSz="685610"/>
              <a:r>
                <a:rPr lang="en-US" sz="900" b="1" dirty="0">
                  <a:solidFill>
                    <a:schemeClr val="tx1">
                      <a:lumMod val="90000"/>
                      <a:lumOff val="10000"/>
                      <a:alpha val="99000"/>
                    </a:schemeClr>
                  </a:solidFill>
                  <a:ea typeface="Segoe UI" pitchFamily="34" charset="0"/>
                  <a:cs typeface="Segoe UI" pitchFamily="34" charset="0"/>
                </a:rPr>
                <a:t>Scenario:</a:t>
              </a:r>
              <a:r>
                <a:rPr lang="en-US" sz="900" dirty="0">
                  <a:solidFill>
                    <a:schemeClr val="tx1">
                      <a:lumMod val="90000"/>
                      <a:lumOff val="10000"/>
                      <a:alpha val="99000"/>
                    </a:schemeClr>
                  </a:solidFill>
                  <a:ea typeface="Segoe UI" pitchFamily="34" charset="0"/>
                  <a:cs typeface="Segoe UI" pitchFamily="34" charset="0"/>
                </a:rPr>
                <a:t> Multiple actions have to be taken as a result of incoming messages from external systems but these actions frequently change.</a:t>
              </a:r>
            </a:p>
            <a:p>
              <a:pPr marL="257244" defTabSz="685610"/>
              <a:endParaRPr lang="en-US" sz="1050" dirty="0">
                <a:solidFill>
                  <a:schemeClr val="tx1">
                    <a:lumMod val="90000"/>
                    <a:lumOff val="10000"/>
                    <a:alpha val="99000"/>
                  </a:schemeClr>
                </a:solidFill>
                <a:ea typeface="Segoe UI" pitchFamily="34" charset="0"/>
                <a:cs typeface="Segoe UI" pitchFamily="34" charset="0"/>
              </a:endParaRPr>
            </a:p>
            <a:p>
              <a:pPr marL="257244" defTabSz="685610"/>
              <a:r>
                <a:rPr lang="en-US" sz="900" b="1" dirty="0">
                  <a:solidFill>
                    <a:schemeClr val="tx1">
                      <a:lumMod val="90000"/>
                      <a:lumOff val="10000"/>
                      <a:alpha val="99000"/>
                    </a:schemeClr>
                  </a:solidFill>
                  <a:ea typeface="Segoe UI" pitchFamily="34" charset="0"/>
                  <a:cs typeface="Segoe UI" pitchFamily="34" charset="0"/>
                </a:rPr>
                <a:t>Solution: </a:t>
              </a:r>
              <a:r>
                <a:rPr lang="en-US" sz="900" dirty="0">
                  <a:solidFill>
                    <a:schemeClr val="tx1">
                      <a:lumMod val="90000"/>
                      <a:lumOff val="10000"/>
                      <a:alpha val="99000"/>
                    </a:schemeClr>
                  </a:solidFill>
                  <a:ea typeface="Segoe UI" pitchFamily="34" charset="0"/>
                  <a:cs typeface="Segoe UI" pitchFamily="34" charset="0"/>
                </a:rPr>
                <a:t>Topics are special queues that have subscriptions which contain rules to determine which messages a subscription will contain.</a:t>
              </a:r>
            </a:p>
            <a:p>
              <a:pPr algn="r" defTabSz="685610"/>
              <a:endParaRPr lang="en-US" sz="900" dirty="0">
                <a:solidFill>
                  <a:schemeClr val="tx1">
                    <a:lumMod val="90000"/>
                    <a:lumOff val="10000"/>
                    <a:alpha val="99000"/>
                  </a:schemeClr>
                </a:solidFill>
                <a:ea typeface="Segoe UI" pitchFamily="34" charset="0"/>
                <a:cs typeface="Segoe UI" pitchFamily="34" charset="0"/>
              </a:endParaRPr>
            </a:p>
          </p:txBody>
        </p:sp>
      </p:grpSp>
      <p:grpSp>
        <p:nvGrpSpPr>
          <p:cNvPr id="60" name="Group 59"/>
          <p:cNvGrpSpPr/>
          <p:nvPr/>
        </p:nvGrpSpPr>
        <p:grpSpPr>
          <a:xfrm>
            <a:off x="4580286" y="2517996"/>
            <a:ext cx="500116" cy="493731"/>
            <a:chOff x="5780305" y="3796701"/>
            <a:chExt cx="666648" cy="658137"/>
          </a:xfrm>
        </p:grpSpPr>
        <p:grpSp>
          <p:nvGrpSpPr>
            <p:cNvPr id="47" name="Group 46"/>
            <p:cNvGrpSpPr/>
            <p:nvPr/>
          </p:nvGrpSpPr>
          <p:grpSpPr>
            <a:xfrm>
              <a:off x="5780305" y="3796701"/>
              <a:ext cx="666648" cy="643129"/>
              <a:chOff x="5780305" y="3796701"/>
              <a:chExt cx="666648" cy="643129"/>
            </a:xfrm>
          </p:grpSpPr>
          <p:sp>
            <p:nvSpPr>
              <p:cNvPr id="39" name="Freeform 128"/>
              <p:cNvSpPr>
                <a:spLocks noEditPoints="1"/>
              </p:cNvSpPr>
              <p:nvPr/>
            </p:nvSpPr>
            <p:spPr bwMode="black">
              <a:xfrm>
                <a:off x="5780305" y="3973581"/>
                <a:ext cx="666648" cy="46624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1745" tIns="30873" rIns="61745" bIns="30873" numCol="1" anchor="t" anchorCtr="0" compatLnSpc="1">
                <a:prstTxWarp prst="textNoShape">
                  <a:avLst/>
                </a:prstTxWarp>
              </a:bodyPr>
              <a:lstStyle/>
              <a:p>
                <a:endParaRPr lang="en-US" sz="1200" dirty="0"/>
              </a:p>
            </p:txBody>
          </p:sp>
          <p:sp>
            <p:nvSpPr>
              <p:cNvPr id="44" name="Diamond 43"/>
              <p:cNvSpPr/>
              <p:nvPr/>
            </p:nvSpPr>
            <p:spPr bwMode="auto">
              <a:xfrm>
                <a:off x="6022976" y="4155281"/>
                <a:ext cx="180180" cy="145927"/>
              </a:xfrm>
              <a:prstGeom prst="diamond">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45" name="Diamond 44"/>
              <p:cNvSpPr/>
              <p:nvPr/>
            </p:nvSpPr>
            <p:spPr bwMode="auto">
              <a:xfrm>
                <a:off x="6022976" y="4175862"/>
                <a:ext cx="180180" cy="145927"/>
              </a:xfrm>
              <a:prstGeom prst="diamond">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46" name="Isosceles Triangle 45"/>
              <p:cNvSpPr/>
              <p:nvPr/>
            </p:nvSpPr>
            <p:spPr bwMode="auto">
              <a:xfrm>
                <a:off x="5797319" y="3796701"/>
                <a:ext cx="632055" cy="176880"/>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grpSp>
        <p:sp>
          <p:nvSpPr>
            <p:cNvPr id="53" name="Rectangle 52"/>
            <p:cNvSpPr/>
            <p:nvPr/>
          </p:nvSpPr>
          <p:spPr>
            <a:xfrm>
              <a:off x="6034110" y="4177911"/>
              <a:ext cx="121798" cy="276927"/>
            </a:xfrm>
            <a:prstGeom prst="rect">
              <a:avLst/>
            </a:prstGeom>
          </p:spPr>
          <p:txBody>
            <a:bodyPr wrap="none" lIns="0" tIns="0" rIns="0" bIns="0">
              <a:spAutoFit/>
            </a:bodyPr>
            <a:lstStyle/>
            <a:p>
              <a:r>
                <a:rPr lang="en-US" sz="1350" b="1" dirty="0">
                  <a:solidFill>
                    <a:schemeClr val="accent1"/>
                  </a:solidFill>
                </a:rPr>
                <a:t>E</a:t>
              </a:r>
            </a:p>
          </p:txBody>
        </p:sp>
      </p:grpSp>
      <p:grpSp>
        <p:nvGrpSpPr>
          <p:cNvPr id="63" name="Group 62"/>
          <p:cNvGrpSpPr/>
          <p:nvPr/>
        </p:nvGrpSpPr>
        <p:grpSpPr>
          <a:xfrm>
            <a:off x="7504463" y="2517996"/>
            <a:ext cx="500116" cy="482472"/>
            <a:chOff x="9678192" y="3796701"/>
            <a:chExt cx="666648" cy="643129"/>
          </a:xfrm>
        </p:grpSpPr>
        <p:grpSp>
          <p:nvGrpSpPr>
            <p:cNvPr id="48" name="Group 47"/>
            <p:cNvGrpSpPr/>
            <p:nvPr/>
          </p:nvGrpSpPr>
          <p:grpSpPr>
            <a:xfrm>
              <a:off x="9678192" y="3796701"/>
              <a:ext cx="666648" cy="643129"/>
              <a:chOff x="5780305" y="3796701"/>
              <a:chExt cx="666648" cy="643129"/>
            </a:xfrm>
          </p:grpSpPr>
          <p:sp>
            <p:nvSpPr>
              <p:cNvPr id="49" name="Freeform 128"/>
              <p:cNvSpPr>
                <a:spLocks noEditPoints="1"/>
              </p:cNvSpPr>
              <p:nvPr/>
            </p:nvSpPr>
            <p:spPr bwMode="black">
              <a:xfrm>
                <a:off x="5780305" y="3973581"/>
                <a:ext cx="666648" cy="46624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1745" tIns="30873" rIns="61745" bIns="30873" numCol="1" anchor="t" anchorCtr="0" compatLnSpc="1">
                <a:prstTxWarp prst="textNoShape">
                  <a:avLst/>
                </a:prstTxWarp>
              </a:bodyPr>
              <a:lstStyle/>
              <a:p>
                <a:endParaRPr lang="en-US" sz="1200" dirty="0"/>
              </a:p>
            </p:txBody>
          </p:sp>
          <p:sp>
            <p:nvSpPr>
              <p:cNvPr id="50" name="Diamond 49"/>
              <p:cNvSpPr/>
              <p:nvPr/>
            </p:nvSpPr>
            <p:spPr bwMode="auto">
              <a:xfrm>
                <a:off x="6022976" y="4155281"/>
                <a:ext cx="180180" cy="145927"/>
              </a:xfrm>
              <a:prstGeom prst="diamond">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51" name="Diamond 50"/>
              <p:cNvSpPr/>
              <p:nvPr/>
            </p:nvSpPr>
            <p:spPr bwMode="auto">
              <a:xfrm>
                <a:off x="6022976" y="4175862"/>
                <a:ext cx="180180" cy="145927"/>
              </a:xfrm>
              <a:prstGeom prst="diamond">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52" name="Isosceles Triangle 51"/>
              <p:cNvSpPr/>
              <p:nvPr/>
            </p:nvSpPr>
            <p:spPr bwMode="auto">
              <a:xfrm>
                <a:off x="5797319" y="3796701"/>
                <a:ext cx="632055" cy="176880"/>
              </a:xfrm>
              <a:prstGeom prst="triangle">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grpSp>
        <p:sp>
          <p:nvSpPr>
            <p:cNvPr id="54" name="Rectangle 53"/>
            <p:cNvSpPr/>
            <p:nvPr/>
          </p:nvSpPr>
          <p:spPr>
            <a:xfrm>
              <a:off x="9949800" y="3851951"/>
              <a:ext cx="162395" cy="276927"/>
            </a:xfrm>
            <a:prstGeom prst="rect">
              <a:avLst/>
            </a:prstGeom>
          </p:spPr>
          <p:txBody>
            <a:bodyPr wrap="none" lIns="0" tIns="0" rIns="0" bIns="0">
              <a:spAutoFit/>
            </a:bodyPr>
            <a:lstStyle/>
            <a:p>
              <a:r>
                <a:rPr lang="en-US" sz="1350" b="1" dirty="0">
                  <a:solidFill>
                    <a:schemeClr val="accent1"/>
                  </a:solidFill>
                </a:rPr>
                <a:t>A</a:t>
              </a:r>
            </a:p>
          </p:txBody>
        </p:sp>
      </p:grpSp>
      <p:grpSp>
        <p:nvGrpSpPr>
          <p:cNvPr id="62" name="Group 61"/>
          <p:cNvGrpSpPr/>
          <p:nvPr/>
        </p:nvGrpSpPr>
        <p:grpSpPr>
          <a:xfrm>
            <a:off x="5386206" y="2523006"/>
            <a:ext cx="1879075" cy="477462"/>
            <a:chOff x="6854585" y="3803380"/>
            <a:chExt cx="2504781" cy="636450"/>
          </a:xfrm>
        </p:grpSpPr>
        <p:grpSp>
          <p:nvGrpSpPr>
            <p:cNvPr id="61" name="Group 60"/>
            <p:cNvGrpSpPr/>
            <p:nvPr/>
          </p:nvGrpSpPr>
          <p:grpSpPr>
            <a:xfrm>
              <a:off x="6854585" y="3803380"/>
              <a:ext cx="2504781" cy="636450"/>
              <a:chOff x="6854585" y="3803380"/>
              <a:chExt cx="2504781" cy="636450"/>
            </a:xfrm>
          </p:grpSpPr>
          <p:sp>
            <p:nvSpPr>
              <p:cNvPr id="38" name="Rectangle 37"/>
              <p:cNvSpPr/>
              <p:nvPr/>
            </p:nvSpPr>
            <p:spPr bwMode="auto">
              <a:xfrm>
                <a:off x="6854585" y="3803380"/>
                <a:ext cx="2504781" cy="63645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41" name="Freeform 128"/>
              <p:cNvSpPr>
                <a:spLocks noEditPoints="1"/>
              </p:cNvSpPr>
              <p:nvPr/>
            </p:nvSpPr>
            <p:spPr bwMode="black">
              <a:xfrm>
                <a:off x="7088618" y="3949548"/>
                <a:ext cx="513020" cy="358803"/>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1"/>
              </a:solidFill>
              <a:ln>
                <a:noFill/>
              </a:ln>
              <a:extLst/>
            </p:spPr>
            <p:txBody>
              <a:bodyPr vert="horz" wrap="square" lIns="61745" tIns="30873" rIns="61745" bIns="30873" numCol="1" anchor="t" anchorCtr="0" compatLnSpc="1">
                <a:prstTxWarp prst="textNoShape">
                  <a:avLst/>
                </a:prstTxWarp>
              </a:bodyPr>
              <a:lstStyle/>
              <a:p>
                <a:endParaRPr lang="en-US" sz="1200" dirty="0"/>
              </a:p>
            </p:txBody>
          </p:sp>
          <p:sp>
            <p:nvSpPr>
              <p:cNvPr id="42" name="Freeform 128"/>
              <p:cNvSpPr>
                <a:spLocks noEditPoints="1"/>
              </p:cNvSpPr>
              <p:nvPr/>
            </p:nvSpPr>
            <p:spPr bwMode="black">
              <a:xfrm>
                <a:off x="7852181" y="3949548"/>
                <a:ext cx="513020" cy="358803"/>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1"/>
              </a:solidFill>
              <a:ln>
                <a:noFill/>
              </a:ln>
              <a:extLst/>
            </p:spPr>
            <p:txBody>
              <a:bodyPr vert="horz" wrap="square" lIns="61745" tIns="30873" rIns="61745" bIns="30873" numCol="1" anchor="t" anchorCtr="0" compatLnSpc="1">
                <a:prstTxWarp prst="textNoShape">
                  <a:avLst/>
                </a:prstTxWarp>
              </a:bodyPr>
              <a:lstStyle/>
              <a:p>
                <a:endParaRPr lang="en-US" sz="1200" dirty="0"/>
              </a:p>
            </p:txBody>
          </p:sp>
          <p:sp>
            <p:nvSpPr>
              <p:cNvPr id="43" name="Freeform 128"/>
              <p:cNvSpPr>
                <a:spLocks noEditPoints="1"/>
              </p:cNvSpPr>
              <p:nvPr/>
            </p:nvSpPr>
            <p:spPr bwMode="black">
              <a:xfrm>
                <a:off x="8615744" y="3949548"/>
                <a:ext cx="513020" cy="358803"/>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1"/>
              </a:solidFill>
              <a:ln>
                <a:noFill/>
              </a:ln>
              <a:extLst/>
            </p:spPr>
            <p:txBody>
              <a:bodyPr vert="horz" wrap="square" lIns="61745" tIns="30873" rIns="61745" bIns="30873" numCol="1" anchor="t" anchorCtr="0" compatLnSpc="1">
                <a:prstTxWarp prst="textNoShape">
                  <a:avLst/>
                </a:prstTxWarp>
              </a:bodyPr>
              <a:lstStyle/>
              <a:p>
                <a:endParaRPr lang="en-US" sz="1200" dirty="0"/>
              </a:p>
            </p:txBody>
          </p:sp>
        </p:grpSp>
        <p:sp>
          <p:nvSpPr>
            <p:cNvPr id="55" name="Rectangle 54"/>
            <p:cNvSpPr/>
            <p:nvPr/>
          </p:nvSpPr>
          <p:spPr>
            <a:xfrm>
              <a:off x="7280645" y="3920127"/>
              <a:ext cx="132480" cy="215388"/>
            </a:xfrm>
            <a:prstGeom prst="rect">
              <a:avLst/>
            </a:prstGeom>
          </p:spPr>
          <p:txBody>
            <a:bodyPr wrap="none" lIns="0" tIns="0" rIns="0" bIns="0">
              <a:spAutoFit/>
            </a:bodyPr>
            <a:lstStyle/>
            <a:p>
              <a:r>
                <a:rPr lang="en-US" sz="1050" b="1" dirty="0">
                  <a:solidFill>
                    <a:schemeClr val="bg1"/>
                  </a:solidFill>
                </a:rPr>
                <a:t>D</a:t>
              </a:r>
            </a:p>
          </p:txBody>
        </p:sp>
        <p:sp>
          <p:nvSpPr>
            <p:cNvPr id="56" name="Rectangle 55"/>
            <p:cNvSpPr/>
            <p:nvPr/>
          </p:nvSpPr>
          <p:spPr>
            <a:xfrm>
              <a:off x="8042166" y="3920127"/>
              <a:ext cx="111112" cy="215388"/>
            </a:xfrm>
            <a:prstGeom prst="rect">
              <a:avLst/>
            </a:prstGeom>
          </p:spPr>
          <p:txBody>
            <a:bodyPr wrap="none" lIns="0" tIns="0" rIns="0" bIns="0">
              <a:spAutoFit/>
            </a:bodyPr>
            <a:lstStyle/>
            <a:p>
              <a:r>
                <a:rPr lang="en-US" sz="1050" b="1" dirty="0">
                  <a:solidFill>
                    <a:schemeClr val="bg1"/>
                  </a:solidFill>
                </a:rPr>
                <a:t>C</a:t>
              </a:r>
            </a:p>
          </p:txBody>
        </p:sp>
        <p:sp>
          <p:nvSpPr>
            <p:cNvPr id="57" name="Rectangle 56"/>
            <p:cNvSpPr/>
            <p:nvPr/>
          </p:nvSpPr>
          <p:spPr>
            <a:xfrm>
              <a:off x="8816149" y="3923042"/>
              <a:ext cx="115386" cy="215388"/>
            </a:xfrm>
            <a:prstGeom prst="rect">
              <a:avLst/>
            </a:prstGeom>
          </p:spPr>
          <p:txBody>
            <a:bodyPr wrap="none" lIns="0" tIns="0" rIns="0" bIns="0">
              <a:spAutoFit/>
            </a:bodyPr>
            <a:lstStyle/>
            <a:p>
              <a:r>
                <a:rPr lang="en-US" sz="1050" b="1" dirty="0">
                  <a:solidFill>
                    <a:schemeClr val="bg1"/>
                  </a:solidFill>
                </a:rPr>
                <a:t>B</a:t>
              </a:r>
            </a:p>
          </p:txBody>
        </p:sp>
      </p:grpSp>
      <p:sp>
        <p:nvSpPr>
          <p:cNvPr id="58" name="Freeform 57"/>
          <p:cNvSpPr/>
          <p:nvPr/>
        </p:nvSpPr>
        <p:spPr bwMode="auto">
          <a:xfrm>
            <a:off x="7195745" y="2639026"/>
            <a:ext cx="486202" cy="128221"/>
          </a:xfrm>
          <a:custGeom>
            <a:avLst/>
            <a:gdLst>
              <a:gd name="connsiteX0" fmla="*/ 0 w 777922"/>
              <a:gd name="connsiteY0" fmla="*/ 164156 h 205100"/>
              <a:gd name="connsiteX1" fmla="*/ 272955 w 777922"/>
              <a:gd name="connsiteY1" fmla="*/ 383 h 205100"/>
              <a:gd name="connsiteX2" fmla="*/ 777922 w 777922"/>
              <a:gd name="connsiteY2" fmla="*/ 205100 h 205100"/>
            </a:gdLst>
            <a:ahLst/>
            <a:cxnLst>
              <a:cxn ang="0">
                <a:pos x="connsiteX0" y="connsiteY0"/>
              </a:cxn>
              <a:cxn ang="0">
                <a:pos x="connsiteX1" y="connsiteY1"/>
              </a:cxn>
              <a:cxn ang="0">
                <a:pos x="connsiteX2" y="connsiteY2"/>
              </a:cxn>
            </a:cxnLst>
            <a:rect l="l" t="t" r="r" b="b"/>
            <a:pathLst>
              <a:path w="777922" h="205100">
                <a:moveTo>
                  <a:pt x="0" y="164156"/>
                </a:moveTo>
                <a:cubicBezTo>
                  <a:pt x="71650" y="78857"/>
                  <a:pt x="143301" y="-6441"/>
                  <a:pt x="272955" y="383"/>
                </a:cubicBezTo>
                <a:cubicBezTo>
                  <a:pt x="402609" y="7207"/>
                  <a:pt x="590265" y="106153"/>
                  <a:pt x="777922" y="205100"/>
                </a:cubicBezTo>
              </a:path>
            </a:pathLst>
          </a:custGeom>
          <a:noFill/>
          <a:ln w="66675">
            <a:solidFill>
              <a:schemeClr val="accent2"/>
            </a:solidFill>
            <a:headEnd type="oval" w="med" len="med"/>
            <a:tailEnd type="triangle" w="med" len="med"/>
          </a:ln>
          <a:effectLst/>
        </p:spPr>
        <p:style>
          <a:lnRef idx="1">
            <a:schemeClr val="accent4"/>
          </a:lnRef>
          <a:fillRef idx="3">
            <a:schemeClr val="accent4"/>
          </a:fillRef>
          <a:effectRef idx="2">
            <a:schemeClr val="accent4"/>
          </a:effectRef>
          <a:fontRef idx="minor">
            <a:schemeClr val="lt1"/>
          </a:fontRef>
        </p:style>
        <p:txBody>
          <a:bodyPr lIns="57129" tIns="28563" rIns="57129" bIns="28563" rtlCol="0" anchor="ctr"/>
          <a:lstStyle/>
          <a:p>
            <a:pPr algn="ctr" defTabSz="685610"/>
            <a:endParaRPr lang="en-US" sz="1275" dirty="0">
              <a:solidFill>
                <a:prstClr val="white"/>
              </a:solidFill>
            </a:endParaRPr>
          </a:p>
        </p:txBody>
      </p:sp>
      <p:sp>
        <p:nvSpPr>
          <p:cNvPr id="59" name="Freeform 58"/>
          <p:cNvSpPr/>
          <p:nvPr/>
        </p:nvSpPr>
        <p:spPr bwMode="auto">
          <a:xfrm>
            <a:off x="5016272" y="2655662"/>
            <a:ext cx="486202" cy="128221"/>
          </a:xfrm>
          <a:custGeom>
            <a:avLst/>
            <a:gdLst>
              <a:gd name="connsiteX0" fmla="*/ 0 w 777922"/>
              <a:gd name="connsiteY0" fmla="*/ 164156 h 205100"/>
              <a:gd name="connsiteX1" fmla="*/ 272955 w 777922"/>
              <a:gd name="connsiteY1" fmla="*/ 383 h 205100"/>
              <a:gd name="connsiteX2" fmla="*/ 777922 w 777922"/>
              <a:gd name="connsiteY2" fmla="*/ 205100 h 205100"/>
            </a:gdLst>
            <a:ahLst/>
            <a:cxnLst>
              <a:cxn ang="0">
                <a:pos x="connsiteX0" y="connsiteY0"/>
              </a:cxn>
              <a:cxn ang="0">
                <a:pos x="connsiteX1" y="connsiteY1"/>
              </a:cxn>
              <a:cxn ang="0">
                <a:pos x="connsiteX2" y="connsiteY2"/>
              </a:cxn>
            </a:cxnLst>
            <a:rect l="l" t="t" r="r" b="b"/>
            <a:pathLst>
              <a:path w="777922" h="205100">
                <a:moveTo>
                  <a:pt x="0" y="164156"/>
                </a:moveTo>
                <a:cubicBezTo>
                  <a:pt x="71650" y="78857"/>
                  <a:pt x="143301" y="-6441"/>
                  <a:pt x="272955" y="383"/>
                </a:cubicBezTo>
                <a:cubicBezTo>
                  <a:pt x="402609" y="7207"/>
                  <a:pt x="590265" y="106153"/>
                  <a:pt x="777922" y="205100"/>
                </a:cubicBezTo>
              </a:path>
            </a:pathLst>
          </a:custGeom>
          <a:noFill/>
          <a:ln w="66675">
            <a:solidFill>
              <a:schemeClr val="accent2"/>
            </a:solidFill>
            <a:headEnd type="oval" w="med" len="med"/>
            <a:tailEnd type="triangle" w="med" len="med"/>
          </a:ln>
          <a:effectLst/>
        </p:spPr>
        <p:style>
          <a:lnRef idx="1">
            <a:schemeClr val="accent4"/>
          </a:lnRef>
          <a:fillRef idx="3">
            <a:schemeClr val="accent4"/>
          </a:fillRef>
          <a:effectRef idx="2">
            <a:schemeClr val="accent4"/>
          </a:effectRef>
          <a:fontRef idx="minor">
            <a:schemeClr val="lt1"/>
          </a:fontRef>
        </p:style>
        <p:txBody>
          <a:bodyPr lIns="57129" tIns="28563" rIns="57129" bIns="28563" rtlCol="0" anchor="ctr"/>
          <a:lstStyle/>
          <a:p>
            <a:pPr algn="ctr" defTabSz="685610"/>
            <a:endParaRPr lang="en-US" sz="1275" dirty="0">
              <a:solidFill>
                <a:prstClr val="white"/>
              </a:solidFill>
            </a:endParaRPr>
          </a:p>
        </p:txBody>
      </p:sp>
      <p:sp>
        <p:nvSpPr>
          <p:cNvPr id="64" name="Rectangle 63"/>
          <p:cNvSpPr/>
          <p:nvPr/>
        </p:nvSpPr>
        <p:spPr bwMode="auto">
          <a:xfrm>
            <a:off x="4999562" y="4373438"/>
            <a:ext cx="1242509" cy="342989"/>
          </a:xfrm>
          <a:prstGeom prst="rect">
            <a:avLst/>
          </a:prstGeom>
          <a:noFill/>
          <a:ln w="28575">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65" name="Rectangle 64"/>
          <p:cNvSpPr/>
          <p:nvPr/>
        </p:nvSpPr>
        <p:spPr bwMode="auto">
          <a:xfrm>
            <a:off x="6327673" y="4173919"/>
            <a:ext cx="1242509" cy="342989"/>
          </a:xfrm>
          <a:prstGeom prst="rect">
            <a:avLst/>
          </a:prstGeom>
          <a:solidFill>
            <a:schemeClr val="accent1">
              <a:lumMod val="60000"/>
              <a:lumOff val="40000"/>
            </a:schemeClr>
          </a:solidFill>
          <a:ln w="28575">
            <a:solidFill>
              <a:schemeClr val="bg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66" name="Rectangle 65"/>
          <p:cNvSpPr/>
          <p:nvPr/>
        </p:nvSpPr>
        <p:spPr bwMode="auto">
          <a:xfrm>
            <a:off x="6326640" y="4572957"/>
            <a:ext cx="1242509" cy="342989"/>
          </a:xfrm>
          <a:prstGeom prst="rect">
            <a:avLst/>
          </a:prstGeom>
          <a:noFill/>
          <a:ln w="28575">
            <a:solidFill>
              <a:schemeClr val="bg1"/>
            </a:solidFill>
            <a:prstDash val="sys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67" name="Rectangle 66"/>
          <p:cNvSpPr/>
          <p:nvPr/>
        </p:nvSpPr>
        <p:spPr bwMode="auto">
          <a:xfrm>
            <a:off x="5100767" y="4432532"/>
            <a:ext cx="240093" cy="240093"/>
          </a:xfrm>
          <a:prstGeom prst="rect">
            <a:avLst/>
          </a:prstGeom>
          <a:solidFill>
            <a:srgbClr val="FFFF00"/>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68" name="Rectangle 67"/>
          <p:cNvSpPr/>
          <p:nvPr/>
        </p:nvSpPr>
        <p:spPr bwMode="auto">
          <a:xfrm>
            <a:off x="5495475" y="4432532"/>
            <a:ext cx="240093" cy="240093"/>
          </a:xfrm>
          <a:prstGeom prst="rect">
            <a:avLst/>
          </a:prstGeom>
          <a:solidFill>
            <a:schemeClr val="accent2"/>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69" name="Rectangle 68"/>
          <p:cNvSpPr/>
          <p:nvPr/>
        </p:nvSpPr>
        <p:spPr bwMode="auto">
          <a:xfrm>
            <a:off x="5890183" y="4432532"/>
            <a:ext cx="240093" cy="240093"/>
          </a:xfrm>
          <a:prstGeom prst="rect">
            <a:avLst/>
          </a:prstGeom>
          <a:solidFill>
            <a:schemeClr val="tx2"/>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2" name="Rectangle 71"/>
          <p:cNvSpPr/>
          <p:nvPr/>
        </p:nvSpPr>
        <p:spPr bwMode="auto">
          <a:xfrm>
            <a:off x="7223015" y="4225367"/>
            <a:ext cx="240093" cy="240093"/>
          </a:xfrm>
          <a:prstGeom prst="rect">
            <a:avLst/>
          </a:prstGeom>
          <a:solidFill>
            <a:schemeClr val="tx2"/>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3" name="Rectangle 72"/>
          <p:cNvSpPr/>
          <p:nvPr/>
        </p:nvSpPr>
        <p:spPr bwMode="auto">
          <a:xfrm>
            <a:off x="6447901" y="4624405"/>
            <a:ext cx="240093" cy="240093"/>
          </a:xfrm>
          <a:prstGeom prst="rect">
            <a:avLst/>
          </a:prstGeom>
          <a:solidFill>
            <a:srgbClr val="FFFF00"/>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4" name="Rectangle 73"/>
          <p:cNvSpPr/>
          <p:nvPr/>
        </p:nvSpPr>
        <p:spPr bwMode="auto">
          <a:xfrm>
            <a:off x="6842609" y="4624405"/>
            <a:ext cx="240093" cy="240093"/>
          </a:xfrm>
          <a:prstGeom prst="rect">
            <a:avLst/>
          </a:prstGeom>
          <a:solidFill>
            <a:schemeClr val="accent2"/>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5" name="Rectangle 74"/>
          <p:cNvSpPr/>
          <p:nvPr/>
        </p:nvSpPr>
        <p:spPr bwMode="auto">
          <a:xfrm>
            <a:off x="7237317" y="4624405"/>
            <a:ext cx="240093" cy="240093"/>
          </a:xfrm>
          <a:prstGeom prst="rect">
            <a:avLst/>
          </a:prstGeom>
          <a:solidFill>
            <a:schemeClr val="tx2"/>
          </a:solidFill>
          <a:ln w="28575">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5" tIns="34297" rIns="68595" bIns="34297" numCol="1" rtlCol="0" anchor="ctr" anchorCtr="0" compatLnSpc="1">
            <a:prstTxWarp prst="textNoShape">
              <a:avLst/>
            </a:prstTxWarp>
          </a:bodyPr>
          <a:lstStyle/>
          <a:p>
            <a:pPr algn="ctr" defTabSz="685757" fontAlgn="base">
              <a:spcBef>
                <a:spcPct val="0"/>
              </a:spcBef>
              <a:spcAft>
                <a:spcPct val="0"/>
              </a:spcAft>
            </a:pPr>
            <a:endParaRPr lang="en-US" sz="1650" dirty="0">
              <a:gradFill>
                <a:gsLst>
                  <a:gs pos="0">
                    <a:srgbClr val="FFFFFF"/>
                  </a:gs>
                  <a:gs pos="100000">
                    <a:srgbClr val="FFFFFF"/>
                  </a:gs>
                </a:gsLst>
                <a:lin ang="5400000" scaled="0"/>
              </a:gradFill>
            </a:endParaRPr>
          </a:p>
        </p:txBody>
      </p:sp>
      <p:sp>
        <p:nvSpPr>
          <p:cNvPr id="76" name="Freeform 75"/>
          <p:cNvSpPr/>
          <p:nvPr/>
        </p:nvSpPr>
        <p:spPr bwMode="auto">
          <a:xfrm flipV="1">
            <a:off x="7589541" y="4717112"/>
            <a:ext cx="486202" cy="128221"/>
          </a:xfrm>
          <a:custGeom>
            <a:avLst/>
            <a:gdLst>
              <a:gd name="connsiteX0" fmla="*/ 0 w 777922"/>
              <a:gd name="connsiteY0" fmla="*/ 164156 h 205100"/>
              <a:gd name="connsiteX1" fmla="*/ 272955 w 777922"/>
              <a:gd name="connsiteY1" fmla="*/ 383 h 205100"/>
              <a:gd name="connsiteX2" fmla="*/ 777922 w 777922"/>
              <a:gd name="connsiteY2" fmla="*/ 205100 h 205100"/>
            </a:gdLst>
            <a:ahLst/>
            <a:cxnLst>
              <a:cxn ang="0">
                <a:pos x="connsiteX0" y="connsiteY0"/>
              </a:cxn>
              <a:cxn ang="0">
                <a:pos x="connsiteX1" y="connsiteY1"/>
              </a:cxn>
              <a:cxn ang="0">
                <a:pos x="connsiteX2" y="connsiteY2"/>
              </a:cxn>
            </a:cxnLst>
            <a:rect l="l" t="t" r="r" b="b"/>
            <a:pathLst>
              <a:path w="777922" h="205100">
                <a:moveTo>
                  <a:pt x="0" y="164156"/>
                </a:moveTo>
                <a:cubicBezTo>
                  <a:pt x="71650" y="78857"/>
                  <a:pt x="143301" y="-6441"/>
                  <a:pt x="272955" y="383"/>
                </a:cubicBezTo>
                <a:cubicBezTo>
                  <a:pt x="402609" y="7207"/>
                  <a:pt x="590265" y="106153"/>
                  <a:pt x="777922" y="205100"/>
                </a:cubicBezTo>
              </a:path>
            </a:pathLst>
          </a:custGeom>
          <a:noFill/>
          <a:ln w="66675">
            <a:solidFill>
              <a:schemeClr val="accent2"/>
            </a:solidFill>
            <a:headEnd type="oval" w="med" len="med"/>
            <a:tailEnd type="triangle" w="med" len="med"/>
          </a:ln>
          <a:effectLst/>
        </p:spPr>
        <p:style>
          <a:lnRef idx="1">
            <a:schemeClr val="accent4"/>
          </a:lnRef>
          <a:fillRef idx="3">
            <a:schemeClr val="accent4"/>
          </a:fillRef>
          <a:effectRef idx="2">
            <a:schemeClr val="accent4"/>
          </a:effectRef>
          <a:fontRef idx="minor">
            <a:schemeClr val="lt1"/>
          </a:fontRef>
        </p:style>
        <p:txBody>
          <a:bodyPr lIns="57129" tIns="28563" rIns="57129" bIns="28563" rtlCol="0" anchor="ctr"/>
          <a:lstStyle/>
          <a:p>
            <a:pPr algn="ctr" defTabSz="685610"/>
            <a:endParaRPr lang="en-US" sz="1275" dirty="0">
              <a:solidFill>
                <a:prstClr val="white"/>
              </a:solidFill>
            </a:endParaRPr>
          </a:p>
        </p:txBody>
      </p:sp>
      <p:sp>
        <p:nvSpPr>
          <p:cNvPr id="77" name="Freeform 76"/>
          <p:cNvSpPr/>
          <p:nvPr/>
        </p:nvSpPr>
        <p:spPr bwMode="auto">
          <a:xfrm>
            <a:off x="7587028" y="4221639"/>
            <a:ext cx="486202" cy="128221"/>
          </a:xfrm>
          <a:custGeom>
            <a:avLst/>
            <a:gdLst>
              <a:gd name="connsiteX0" fmla="*/ 0 w 777922"/>
              <a:gd name="connsiteY0" fmla="*/ 164156 h 205100"/>
              <a:gd name="connsiteX1" fmla="*/ 272955 w 777922"/>
              <a:gd name="connsiteY1" fmla="*/ 383 h 205100"/>
              <a:gd name="connsiteX2" fmla="*/ 777922 w 777922"/>
              <a:gd name="connsiteY2" fmla="*/ 205100 h 205100"/>
            </a:gdLst>
            <a:ahLst/>
            <a:cxnLst>
              <a:cxn ang="0">
                <a:pos x="connsiteX0" y="connsiteY0"/>
              </a:cxn>
              <a:cxn ang="0">
                <a:pos x="connsiteX1" y="connsiteY1"/>
              </a:cxn>
              <a:cxn ang="0">
                <a:pos x="connsiteX2" y="connsiteY2"/>
              </a:cxn>
            </a:cxnLst>
            <a:rect l="l" t="t" r="r" b="b"/>
            <a:pathLst>
              <a:path w="777922" h="205100">
                <a:moveTo>
                  <a:pt x="0" y="164156"/>
                </a:moveTo>
                <a:cubicBezTo>
                  <a:pt x="71650" y="78857"/>
                  <a:pt x="143301" y="-6441"/>
                  <a:pt x="272955" y="383"/>
                </a:cubicBezTo>
                <a:cubicBezTo>
                  <a:pt x="402609" y="7207"/>
                  <a:pt x="590265" y="106153"/>
                  <a:pt x="777922" y="205100"/>
                </a:cubicBezTo>
              </a:path>
            </a:pathLst>
          </a:custGeom>
          <a:noFill/>
          <a:ln w="66675">
            <a:solidFill>
              <a:schemeClr val="accent2"/>
            </a:solidFill>
            <a:headEnd type="oval" w="med" len="med"/>
            <a:tailEnd type="triangle" w="med" len="med"/>
          </a:ln>
          <a:effectLst/>
        </p:spPr>
        <p:style>
          <a:lnRef idx="1">
            <a:schemeClr val="accent4"/>
          </a:lnRef>
          <a:fillRef idx="3">
            <a:schemeClr val="accent4"/>
          </a:fillRef>
          <a:effectRef idx="2">
            <a:schemeClr val="accent4"/>
          </a:effectRef>
          <a:fontRef idx="minor">
            <a:schemeClr val="lt1"/>
          </a:fontRef>
        </p:style>
        <p:txBody>
          <a:bodyPr lIns="57129" tIns="28563" rIns="57129" bIns="28563" rtlCol="0" anchor="ctr"/>
          <a:lstStyle/>
          <a:p>
            <a:pPr algn="ctr" defTabSz="685610"/>
            <a:endParaRPr lang="en-US" sz="1275" dirty="0">
              <a:solidFill>
                <a:prstClr val="white"/>
              </a:solidFill>
            </a:endParaRPr>
          </a:p>
        </p:txBody>
      </p:sp>
      <p:sp>
        <p:nvSpPr>
          <p:cNvPr id="78" name="Freeform 77"/>
          <p:cNvSpPr/>
          <p:nvPr/>
        </p:nvSpPr>
        <p:spPr bwMode="auto">
          <a:xfrm>
            <a:off x="4577711" y="4438916"/>
            <a:ext cx="486202" cy="128221"/>
          </a:xfrm>
          <a:custGeom>
            <a:avLst/>
            <a:gdLst>
              <a:gd name="connsiteX0" fmla="*/ 0 w 777922"/>
              <a:gd name="connsiteY0" fmla="*/ 164156 h 205100"/>
              <a:gd name="connsiteX1" fmla="*/ 272955 w 777922"/>
              <a:gd name="connsiteY1" fmla="*/ 383 h 205100"/>
              <a:gd name="connsiteX2" fmla="*/ 777922 w 777922"/>
              <a:gd name="connsiteY2" fmla="*/ 205100 h 205100"/>
            </a:gdLst>
            <a:ahLst/>
            <a:cxnLst>
              <a:cxn ang="0">
                <a:pos x="connsiteX0" y="connsiteY0"/>
              </a:cxn>
              <a:cxn ang="0">
                <a:pos x="connsiteX1" y="connsiteY1"/>
              </a:cxn>
              <a:cxn ang="0">
                <a:pos x="connsiteX2" y="connsiteY2"/>
              </a:cxn>
            </a:cxnLst>
            <a:rect l="l" t="t" r="r" b="b"/>
            <a:pathLst>
              <a:path w="777922" h="205100">
                <a:moveTo>
                  <a:pt x="0" y="164156"/>
                </a:moveTo>
                <a:cubicBezTo>
                  <a:pt x="71650" y="78857"/>
                  <a:pt x="143301" y="-6441"/>
                  <a:pt x="272955" y="383"/>
                </a:cubicBezTo>
                <a:cubicBezTo>
                  <a:pt x="402609" y="7207"/>
                  <a:pt x="590265" y="106153"/>
                  <a:pt x="777922" y="205100"/>
                </a:cubicBezTo>
              </a:path>
            </a:pathLst>
          </a:custGeom>
          <a:noFill/>
          <a:ln w="66675">
            <a:solidFill>
              <a:schemeClr val="accent2"/>
            </a:solidFill>
            <a:headEnd type="oval" w="med" len="med"/>
            <a:tailEnd type="triangle" w="med" len="med"/>
          </a:ln>
          <a:effectLst/>
        </p:spPr>
        <p:style>
          <a:lnRef idx="1">
            <a:schemeClr val="accent4"/>
          </a:lnRef>
          <a:fillRef idx="3">
            <a:schemeClr val="accent4"/>
          </a:fillRef>
          <a:effectRef idx="2">
            <a:schemeClr val="accent4"/>
          </a:effectRef>
          <a:fontRef idx="minor">
            <a:schemeClr val="lt1"/>
          </a:fontRef>
        </p:style>
        <p:txBody>
          <a:bodyPr lIns="57129" tIns="28563" rIns="57129" bIns="28563" rtlCol="0" anchor="ctr"/>
          <a:lstStyle/>
          <a:p>
            <a:pPr algn="ctr" defTabSz="685610"/>
            <a:endParaRPr lang="en-US" sz="1275" dirty="0">
              <a:solidFill>
                <a:prstClr val="white"/>
              </a:solidFill>
            </a:endParaRPr>
          </a:p>
        </p:txBody>
      </p:sp>
    </p:spTree>
    <p:extLst>
      <p:ext uri="{BB962C8B-B14F-4D97-AF65-F5344CB8AC3E}">
        <p14:creationId xmlns:p14="http://schemas.microsoft.com/office/powerpoint/2010/main" val="20033245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fade">
                                      <p:cBhvr>
                                        <p:cTn id="11" dur="500"/>
                                        <p:tgtEl>
                                          <p:spTgt spid="62"/>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9"/>
                                        </p:tgtEl>
                                        <p:attrNameLst>
                                          <p:attrName>style.visibility</p:attrName>
                                        </p:attrNameLst>
                                      </p:cBhvr>
                                      <p:to>
                                        <p:strVal val="visible"/>
                                      </p:to>
                                    </p:set>
                                    <p:animEffect transition="in" filter="wipe(left)">
                                      <p:cBhvr>
                                        <p:cTn id="19" dur="750"/>
                                        <p:tgtEl>
                                          <p:spTgt spid="59"/>
                                        </p:tgtEl>
                                      </p:cBhvr>
                                    </p:animEffect>
                                  </p:childTnLst>
                                </p:cTn>
                              </p:par>
                            </p:childTnLst>
                          </p:cTn>
                        </p:par>
                        <p:par>
                          <p:cTn id="20" fill="hold">
                            <p:stCondLst>
                              <p:cond delay="2250"/>
                            </p:stCondLst>
                            <p:childTnLst>
                              <p:par>
                                <p:cTn id="21" presetID="22" presetClass="entr" presetSubtype="8" fill="hold" grpId="0" nodeType="afterEffect">
                                  <p:stCondLst>
                                    <p:cond delay="0"/>
                                  </p:stCondLst>
                                  <p:childTnLst>
                                    <p:set>
                                      <p:cBhvr>
                                        <p:cTn id="22" dur="1" fill="hold">
                                          <p:stCondLst>
                                            <p:cond delay="0"/>
                                          </p:stCondLst>
                                        </p:cTn>
                                        <p:tgtEl>
                                          <p:spTgt spid="58"/>
                                        </p:tgtEl>
                                        <p:attrNameLst>
                                          <p:attrName>style.visibility</p:attrName>
                                        </p:attrNameLst>
                                      </p:cBhvr>
                                      <p:to>
                                        <p:strVal val="visible"/>
                                      </p:to>
                                    </p:set>
                                    <p:animEffect transition="in" filter="wipe(left)">
                                      <p:cBhvr>
                                        <p:cTn id="23" dur="750"/>
                                        <p:tgtEl>
                                          <p:spTgt spid="58"/>
                                        </p:tgtEl>
                                      </p:cBhvr>
                                    </p:animEffect>
                                  </p:childTnLst>
                                </p:cTn>
                              </p:par>
                            </p:childTnLst>
                          </p:cTn>
                        </p:par>
                        <p:par>
                          <p:cTn id="24" fill="hold">
                            <p:stCondLst>
                              <p:cond delay="3000"/>
                            </p:stCondLst>
                            <p:childTnLst>
                              <p:par>
                                <p:cTn id="25" presetID="10" presetClass="entr" presetSubtype="0" fill="hold" nodeType="afterEffect">
                                  <p:stCondLst>
                                    <p:cond delay="0"/>
                                  </p:stCondLst>
                                  <p:childTnLst>
                                    <p:set>
                                      <p:cBhvr>
                                        <p:cTn id="26" dur="1" fill="hold">
                                          <p:stCondLst>
                                            <p:cond delay="0"/>
                                          </p:stCondLst>
                                        </p:cTn>
                                        <p:tgtEl>
                                          <p:spTgt spid="63"/>
                                        </p:tgtEl>
                                        <p:attrNameLst>
                                          <p:attrName>style.visibility</p:attrName>
                                        </p:attrNameLst>
                                      </p:cBhvr>
                                      <p:to>
                                        <p:strVal val="visible"/>
                                      </p:to>
                                    </p:set>
                                    <p:animEffect transition="in" filter="fade">
                                      <p:cBhvr>
                                        <p:cTn id="27" dur="500"/>
                                        <p:tgtEl>
                                          <p:spTgt spid="63"/>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par>
                          <p:cTn id="33" fill="hold">
                            <p:stCondLst>
                              <p:cond delay="500"/>
                            </p:stCondLst>
                            <p:childTnLst>
                              <p:par>
                                <p:cTn id="34" presetID="10" presetClass="entr" presetSubtype="0" fill="hold" grpId="0" nodeType="after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500"/>
                                        <p:tgtEl>
                                          <p:spTgt spid="6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65"/>
                                        </p:tgtEl>
                                        <p:attrNameLst>
                                          <p:attrName>style.visibility</p:attrName>
                                        </p:attrNameLst>
                                      </p:cBhvr>
                                      <p:to>
                                        <p:strVal val="visible"/>
                                      </p:to>
                                    </p:set>
                                    <p:animEffect transition="in" filter="fade">
                                      <p:cBhvr>
                                        <p:cTn id="39" dur="500"/>
                                        <p:tgtEl>
                                          <p:spTgt spid="6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66"/>
                                        </p:tgtEl>
                                        <p:attrNameLst>
                                          <p:attrName>style.visibility</p:attrName>
                                        </p:attrNameLst>
                                      </p:cBhvr>
                                      <p:to>
                                        <p:strVal val="visible"/>
                                      </p:to>
                                    </p:set>
                                    <p:animEffect transition="in" filter="fade">
                                      <p:cBhvr>
                                        <p:cTn id="42" dur="500"/>
                                        <p:tgtEl>
                                          <p:spTgt spid="66"/>
                                        </p:tgtEl>
                                      </p:cBhvr>
                                    </p:animEffect>
                                  </p:childTnLst>
                                </p:cTn>
                              </p:par>
                            </p:childTnLst>
                          </p:cTn>
                        </p:par>
                        <p:par>
                          <p:cTn id="43" fill="hold">
                            <p:stCondLst>
                              <p:cond delay="1000"/>
                            </p:stCondLst>
                            <p:childTnLst>
                              <p:par>
                                <p:cTn id="44" presetID="10" presetClass="entr" presetSubtype="0" fill="hold" grpId="0" nodeType="afterEffect">
                                  <p:stCondLst>
                                    <p:cond delay="0"/>
                                  </p:stCondLst>
                                  <p:childTnLst>
                                    <p:set>
                                      <p:cBhvr>
                                        <p:cTn id="45" dur="1" fill="hold">
                                          <p:stCondLst>
                                            <p:cond delay="0"/>
                                          </p:stCondLst>
                                        </p:cTn>
                                        <p:tgtEl>
                                          <p:spTgt spid="75"/>
                                        </p:tgtEl>
                                        <p:attrNameLst>
                                          <p:attrName>style.visibility</p:attrName>
                                        </p:attrNameLst>
                                      </p:cBhvr>
                                      <p:to>
                                        <p:strVal val="visible"/>
                                      </p:to>
                                    </p:set>
                                    <p:animEffect transition="in" filter="fade">
                                      <p:cBhvr>
                                        <p:cTn id="46" dur="500"/>
                                        <p:tgtEl>
                                          <p:spTgt spid="7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72"/>
                                        </p:tgtEl>
                                        <p:attrNameLst>
                                          <p:attrName>style.visibility</p:attrName>
                                        </p:attrNameLst>
                                      </p:cBhvr>
                                      <p:to>
                                        <p:strVal val="visible"/>
                                      </p:to>
                                    </p:set>
                                    <p:animEffect transition="in" filter="fade">
                                      <p:cBhvr>
                                        <p:cTn id="49" dur="500"/>
                                        <p:tgtEl>
                                          <p:spTgt spid="72"/>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69"/>
                                        </p:tgtEl>
                                        <p:attrNameLst>
                                          <p:attrName>style.visibility</p:attrName>
                                        </p:attrNameLst>
                                      </p:cBhvr>
                                      <p:to>
                                        <p:strVal val="visible"/>
                                      </p:to>
                                    </p:set>
                                    <p:animEffect transition="in" filter="fade">
                                      <p:cBhvr>
                                        <p:cTn id="52" dur="500"/>
                                        <p:tgtEl>
                                          <p:spTgt spid="69"/>
                                        </p:tgtEl>
                                      </p:cBhvr>
                                    </p:animEffect>
                                  </p:childTnLst>
                                </p:cTn>
                              </p:par>
                            </p:childTnLst>
                          </p:cTn>
                        </p:par>
                        <p:par>
                          <p:cTn id="53" fill="hold">
                            <p:stCondLst>
                              <p:cond delay="1500"/>
                            </p:stCondLst>
                            <p:childTnLst>
                              <p:par>
                                <p:cTn id="54" presetID="10" presetClass="entr" presetSubtype="0" fill="hold" grpId="0" nodeType="afterEffect">
                                  <p:stCondLst>
                                    <p:cond delay="0"/>
                                  </p:stCondLst>
                                  <p:childTnLst>
                                    <p:set>
                                      <p:cBhvr>
                                        <p:cTn id="55" dur="1" fill="hold">
                                          <p:stCondLst>
                                            <p:cond delay="0"/>
                                          </p:stCondLst>
                                        </p:cTn>
                                        <p:tgtEl>
                                          <p:spTgt spid="74"/>
                                        </p:tgtEl>
                                        <p:attrNameLst>
                                          <p:attrName>style.visibility</p:attrName>
                                        </p:attrNameLst>
                                      </p:cBhvr>
                                      <p:to>
                                        <p:strVal val="visible"/>
                                      </p:to>
                                    </p:set>
                                    <p:animEffect transition="in" filter="fade">
                                      <p:cBhvr>
                                        <p:cTn id="56" dur="500"/>
                                        <p:tgtEl>
                                          <p:spTgt spid="7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8"/>
                                        </p:tgtEl>
                                        <p:attrNameLst>
                                          <p:attrName>style.visibility</p:attrName>
                                        </p:attrNameLst>
                                      </p:cBhvr>
                                      <p:to>
                                        <p:strVal val="visible"/>
                                      </p:to>
                                    </p:set>
                                    <p:animEffect transition="in" filter="fade">
                                      <p:cBhvr>
                                        <p:cTn id="59" dur="500"/>
                                        <p:tgtEl>
                                          <p:spTgt spid="68"/>
                                        </p:tgtEl>
                                      </p:cBhvr>
                                    </p:animEffect>
                                  </p:childTnLst>
                                </p:cTn>
                              </p:par>
                            </p:childTnLst>
                          </p:cTn>
                        </p:par>
                        <p:par>
                          <p:cTn id="60" fill="hold">
                            <p:stCondLst>
                              <p:cond delay="2000"/>
                            </p:stCondLst>
                            <p:childTnLst>
                              <p:par>
                                <p:cTn id="61" presetID="10" presetClass="entr" presetSubtype="0" fill="hold" grpId="0" nodeType="afterEffect">
                                  <p:stCondLst>
                                    <p:cond delay="0"/>
                                  </p:stCondLst>
                                  <p:childTnLst>
                                    <p:set>
                                      <p:cBhvr>
                                        <p:cTn id="62" dur="1" fill="hold">
                                          <p:stCondLst>
                                            <p:cond delay="0"/>
                                          </p:stCondLst>
                                        </p:cTn>
                                        <p:tgtEl>
                                          <p:spTgt spid="67"/>
                                        </p:tgtEl>
                                        <p:attrNameLst>
                                          <p:attrName>style.visibility</p:attrName>
                                        </p:attrNameLst>
                                      </p:cBhvr>
                                      <p:to>
                                        <p:strVal val="visible"/>
                                      </p:to>
                                    </p:set>
                                    <p:animEffect transition="in" filter="fade">
                                      <p:cBhvr>
                                        <p:cTn id="63" dur="500"/>
                                        <p:tgtEl>
                                          <p:spTgt spid="6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73"/>
                                        </p:tgtEl>
                                        <p:attrNameLst>
                                          <p:attrName>style.visibility</p:attrName>
                                        </p:attrNameLst>
                                      </p:cBhvr>
                                      <p:to>
                                        <p:strVal val="visible"/>
                                      </p:to>
                                    </p:set>
                                    <p:animEffect transition="in" filter="fade">
                                      <p:cBhvr>
                                        <p:cTn id="66" dur="500"/>
                                        <p:tgtEl>
                                          <p:spTgt spid="73"/>
                                        </p:tgtEl>
                                      </p:cBhvr>
                                    </p:animEffect>
                                  </p:childTnLst>
                                </p:cTn>
                              </p:par>
                            </p:childTnLst>
                          </p:cTn>
                        </p:par>
                        <p:par>
                          <p:cTn id="67" fill="hold">
                            <p:stCondLst>
                              <p:cond delay="2500"/>
                            </p:stCondLst>
                            <p:childTnLst>
                              <p:par>
                                <p:cTn id="68" presetID="22" presetClass="entr" presetSubtype="8" fill="hold" grpId="0" nodeType="afterEffect">
                                  <p:stCondLst>
                                    <p:cond delay="0"/>
                                  </p:stCondLst>
                                  <p:childTnLst>
                                    <p:set>
                                      <p:cBhvr>
                                        <p:cTn id="69" dur="1" fill="hold">
                                          <p:stCondLst>
                                            <p:cond delay="0"/>
                                          </p:stCondLst>
                                        </p:cTn>
                                        <p:tgtEl>
                                          <p:spTgt spid="78"/>
                                        </p:tgtEl>
                                        <p:attrNameLst>
                                          <p:attrName>style.visibility</p:attrName>
                                        </p:attrNameLst>
                                      </p:cBhvr>
                                      <p:to>
                                        <p:strVal val="visible"/>
                                      </p:to>
                                    </p:set>
                                    <p:animEffect transition="in" filter="wipe(left)">
                                      <p:cBhvr>
                                        <p:cTn id="70" dur="500"/>
                                        <p:tgtEl>
                                          <p:spTgt spid="78"/>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77"/>
                                        </p:tgtEl>
                                        <p:attrNameLst>
                                          <p:attrName>style.visibility</p:attrName>
                                        </p:attrNameLst>
                                      </p:cBhvr>
                                      <p:to>
                                        <p:strVal val="visible"/>
                                      </p:to>
                                    </p:set>
                                    <p:animEffect transition="in" filter="wipe(left)">
                                      <p:cBhvr>
                                        <p:cTn id="73" dur="500"/>
                                        <p:tgtEl>
                                          <p:spTgt spid="77"/>
                                        </p:tgtEl>
                                      </p:cBhvr>
                                    </p:animEffect>
                                  </p:childTnLst>
                                </p:cTn>
                              </p:par>
                              <p:par>
                                <p:cTn id="74" presetID="22" presetClass="entr" presetSubtype="8" fill="hold" grpId="0" nodeType="withEffect">
                                  <p:stCondLst>
                                    <p:cond delay="0"/>
                                  </p:stCondLst>
                                  <p:childTnLst>
                                    <p:set>
                                      <p:cBhvr>
                                        <p:cTn id="75" dur="1" fill="hold">
                                          <p:stCondLst>
                                            <p:cond delay="0"/>
                                          </p:stCondLst>
                                        </p:cTn>
                                        <p:tgtEl>
                                          <p:spTgt spid="76"/>
                                        </p:tgtEl>
                                        <p:attrNameLst>
                                          <p:attrName>style.visibility</p:attrName>
                                        </p:attrNameLst>
                                      </p:cBhvr>
                                      <p:to>
                                        <p:strVal val="visible"/>
                                      </p:to>
                                    </p:set>
                                    <p:animEffect transition="in" filter="wipe(left)">
                                      <p:cBhvr>
                                        <p:cTn id="76"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4" grpId="0" animBg="1"/>
      <p:bldP spid="65" grpId="0" animBg="1"/>
      <p:bldP spid="66" grpId="0" animBg="1"/>
      <p:bldP spid="67" grpId="0" animBg="1"/>
      <p:bldP spid="68" grpId="0" animBg="1"/>
      <p:bldP spid="69" grpId="0" animBg="1"/>
      <p:bldP spid="72" grpId="0" animBg="1"/>
      <p:bldP spid="73" grpId="0" animBg="1"/>
      <p:bldP spid="74" grpId="0" animBg="1"/>
      <p:bldP spid="75" grpId="0" animBg="1"/>
      <p:bldP spid="76" grpId="0" animBg="1"/>
      <p:bldP spid="77" grpId="0" animBg="1"/>
      <p:bldP spid="78" grpId="0" animBg="1"/>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3"/>
          <p:cNvSpPr>
            <a:spLocks noGrp="1"/>
          </p:cNvSpPr>
          <p:nvPr>
            <p:ph type="title"/>
          </p:nvPr>
        </p:nvSpPr>
        <p:spPr>
          <a:xfrm>
            <a:off x="201877" y="1072036"/>
            <a:ext cx="8361760" cy="1056123"/>
          </a:xfrm>
        </p:spPr>
        <p:txBody>
          <a:bodyPr/>
          <a:lstStyle/>
          <a:p>
            <a:r>
              <a:rPr lang="en-US" sz="3967" dirty="0"/>
              <a:t>Service Bus Queues</a:t>
            </a:r>
            <a:r>
              <a:rPr lang="en-US" dirty="0" smtClean="0"/>
              <a:t/>
            </a:r>
            <a:br>
              <a:rPr lang="en-US" dirty="0" smtClean="0"/>
            </a:br>
            <a:r>
              <a:rPr lang="en-US" sz="2325" dirty="0">
                <a:latin typeface="+mn-lt"/>
              </a:rPr>
              <a:t>One way asynchronous messaging.</a:t>
            </a:r>
          </a:p>
        </p:txBody>
      </p:sp>
      <p:sp>
        <p:nvSpPr>
          <p:cNvPr id="4" name="Text Placeholder 1"/>
          <p:cNvSpPr txBox="1">
            <a:spLocks/>
          </p:cNvSpPr>
          <p:nvPr/>
        </p:nvSpPr>
        <p:spPr>
          <a:xfrm>
            <a:off x="473100" y="2108322"/>
            <a:ext cx="2872774" cy="3933385"/>
          </a:xfrm>
          <a:prstGeom prst="rect">
            <a:avLst/>
          </a:prstGeom>
        </p:spPr>
        <p:txBody>
          <a:bodyPr lIns="68510" tIns="34256" rIns="68510" bIns="34256">
            <a:norm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350" dirty="0">
              <a:cs typeface="Segoe UI" panose="020B0502040204020203" pitchFamily="34" charset="0"/>
            </a:endParaRPr>
          </a:p>
        </p:txBody>
      </p:sp>
      <p:pic>
        <p:nvPicPr>
          <p:cNvPr id="11" name="Picture 10"/>
          <p:cNvPicPr>
            <a:picLocks noChangeAspect="1"/>
          </p:cNvPicPr>
          <p:nvPr/>
        </p:nvPicPr>
        <p:blipFill rotWithShape="1">
          <a:blip r:embed="rId3" cstate="print">
            <a:extLst>
              <a:ext uri="{28A0092B-C50C-407E-A947-70E740481C1C}">
                <a14:useLocalDpi xmlns:a14="http://schemas.microsoft.com/office/drawing/2010/main" val="0"/>
              </a:ext>
            </a:extLst>
          </a:blip>
          <a:srcRect l="3313" t="7536" r="3043" b="6438"/>
          <a:stretch/>
        </p:blipFill>
        <p:spPr>
          <a:xfrm>
            <a:off x="1885736" y="2571750"/>
            <a:ext cx="5364372" cy="2318636"/>
          </a:xfrm>
          <a:prstGeom prst="rect">
            <a:avLst/>
          </a:prstGeom>
        </p:spPr>
      </p:pic>
      <p:grpSp>
        <p:nvGrpSpPr>
          <p:cNvPr id="6" name="Group 5"/>
          <p:cNvGrpSpPr/>
          <p:nvPr/>
        </p:nvGrpSpPr>
        <p:grpSpPr>
          <a:xfrm>
            <a:off x="7951619" y="1175584"/>
            <a:ext cx="677582" cy="599305"/>
            <a:chOff x="6598260" y="4590950"/>
            <a:chExt cx="349473" cy="304226"/>
          </a:xfrm>
          <a:solidFill>
            <a:schemeClr val="accent1"/>
          </a:solidFill>
        </p:grpSpPr>
        <p:sp>
          <p:nvSpPr>
            <p:cNvPr id="7" name="Freeform 5"/>
            <p:cNvSpPr>
              <a:spLocks/>
            </p:cNvSpPr>
            <p:nvPr/>
          </p:nvSpPr>
          <p:spPr bwMode="auto">
            <a:xfrm>
              <a:off x="6691674" y="4700437"/>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9" name="Freeform 6"/>
            <p:cNvSpPr>
              <a:spLocks/>
            </p:cNvSpPr>
            <p:nvPr/>
          </p:nvSpPr>
          <p:spPr bwMode="auto">
            <a:xfrm>
              <a:off x="6691674" y="469654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 name="Freeform 7"/>
            <p:cNvSpPr>
              <a:spLocks/>
            </p:cNvSpPr>
            <p:nvPr/>
          </p:nvSpPr>
          <p:spPr bwMode="auto">
            <a:xfrm>
              <a:off x="6833929" y="468529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2" name="Freeform 8"/>
            <p:cNvSpPr>
              <a:spLocks/>
            </p:cNvSpPr>
            <p:nvPr/>
          </p:nvSpPr>
          <p:spPr bwMode="auto">
            <a:xfrm>
              <a:off x="6738144" y="4641582"/>
              <a:ext cx="0" cy="433"/>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1"/>
                    <a:pt x="0" y="1"/>
                    <a:pt x="0" y="0"/>
                  </a:cubicBezTo>
                  <a:cubicBezTo>
                    <a:pt x="0" y="0"/>
                    <a:pt x="0" y="0"/>
                    <a:pt x="0" y="0"/>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3" name="Freeform 9"/>
            <p:cNvSpPr>
              <a:spLocks/>
            </p:cNvSpPr>
            <p:nvPr/>
          </p:nvSpPr>
          <p:spPr bwMode="auto">
            <a:xfrm>
              <a:off x="6770389" y="4717747"/>
              <a:ext cx="0" cy="433"/>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1"/>
                    <a:pt x="0" y="0"/>
                    <a:pt x="0" y="0"/>
                  </a:cubicBezTo>
                  <a:cubicBezTo>
                    <a:pt x="0" y="1"/>
                    <a:pt x="0" y="1"/>
                    <a:pt x="0" y="1"/>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4" name="Freeform 10"/>
            <p:cNvSpPr>
              <a:spLocks noEditPoints="1"/>
            </p:cNvSpPr>
            <p:nvPr/>
          </p:nvSpPr>
          <p:spPr bwMode="auto">
            <a:xfrm>
              <a:off x="6645204" y="4590950"/>
              <a:ext cx="245627" cy="152329"/>
            </a:xfrm>
            <a:custGeom>
              <a:avLst/>
              <a:gdLst>
                <a:gd name="T0" fmla="*/ 804 w 913"/>
                <a:gd name="T1" fmla="*/ 236 h 620"/>
                <a:gd name="T2" fmla="*/ 765 w 913"/>
                <a:gd name="T3" fmla="*/ 243 h 620"/>
                <a:gd name="T4" fmla="*/ 763 w 913"/>
                <a:gd name="T5" fmla="*/ 193 h 620"/>
                <a:gd name="T6" fmla="*/ 522 w 913"/>
                <a:gd name="T7" fmla="*/ 18 h 620"/>
                <a:gd name="T8" fmla="*/ 368 w 913"/>
                <a:gd name="T9" fmla="*/ 129 h 620"/>
                <a:gd name="T10" fmla="*/ 368 w 913"/>
                <a:gd name="T11" fmla="*/ 129 h 620"/>
                <a:gd name="T12" fmla="*/ 276 w 913"/>
                <a:gd name="T13" fmla="*/ 82 h 620"/>
                <a:gd name="T14" fmla="*/ 130 w 913"/>
                <a:gd name="T15" fmla="*/ 206 h 620"/>
                <a:gd name="T16" fmla="*/ 138 w 913"/>
                <a:gd name="T17" fmla="*/ 262 h 620"/>
                <a:gd name="T18" fmla="*/ 138 w 913"/>
                <a:gd name="T19" fmla="*/ 262 h 620"/>
                <a:gd name="T20" fmla="*/ 22 w 913"/>
                <a:gd name="T21" fmla="*/ 333 h 620"/>
                <a:gd name="T22" fmla="*/ 86 w 913"/>
                <a:gd name="T23" fmla="*/ 476 h 620"/>
                <a:gd name="T24" fmla="*/ 174 w 913"/>
                <a:gd name="T25" fmla="*/ 472 h 620"/>
                <a:gd name="T26" fmla="*/ 174 w 913"/>
                <a:gd name="T27" fmla="*/ 472 h 620"/>
                <a:gd name="T28" fmla="*/ 188 w 913"/>
                <a:gd name="T29" fmla="*/ 512 h 620"/>
                <a:gd name="T30" fmla="*/ 398 w 913"/>
                <a:gd name="T31" fmla="*/ 582 h 620"/>
                <a:gd name="T32" fmla="*/ 452 w 913"/>
                <a:gd name="T33" fmla="*/ 538 h 620"/>
                <a:gd name="T34" fmla="*/ 567 w 913"/>
                <a:gd name="T35" fmla="*/ 576 h 620"/>
                <a:gd name="T36" fmla="*/ 637 w 913"/>
                <a:gd name="T37" fmla="*/ 500 h 620"/>
                <a:gd name="T38" fmla="*/ 731 w 913"/>
                <a:gd name="T39" fmla="*/ 506 h 620"/>
                <a:gd name="T40" fmla="*/ 768 w 913"/>
                <a:gd name="T41" fmla="*/ 448 h 620"/>
                <a:gd name="T42" fmla="*/ 804 w 913"/>
                <a:gd name="T43" fmla="*/ 454 h 620"/>
                <a:gd name="T44" fmla="*/ 913 w 913"/>
                <a:gd name="T45" fmla="*/ 346 h 620"/>
                <a:gd name="T46" fmla="*/ 804 w 913"/>
                <a:gd name="T47" fmla="*/ 236 h 620"/>
                <a:gd name="T48" fmla="*/ 172 w 913"/>
                <a:gd name="T49" fmla="*/ 446 h 620"/>
                <a:gd name="T50" fmla="*/ 172 w 913"/>
                <a:gd name="T51" fmla="*/ 446 h 620"/>
                <a:gd name="T52" fmla="*/ 172 w 913"/>
                <a:gd name="T53" fmla="*/ 446 h 620"/>
                <a:gd name="T54" fmla="*/ 172 w 913"/>
                <a:gd name="T55" fmla="*/ 446 h 620"/>
                <a:gd name="T56" fmla="*/ 172 w 913"/>
                <a:gd name="T57" fmla="*/ 431 h 620"/>
                <a:gd name="T58" fmla="*/ 172 w 913"/>
                <a:gd name="T59" fmla="*/ 431 h 620"/>
                <a:gd name="T60" fmla="*/ 172 w 913"/>
                <a:gd name="T61" fmla="*/ 431 h 620"/>
                <a:gd name="T62" fmla="*/ 172 w 913"/>
                <a:gd name="T63" fmla="*/ 431 h 620"/>
                <a:gd name="T64" fmla="*/ 345 w 913"/>
                <a:gd name="T65" fmla="*/ 208 h 620"/>
                <a:gd name="T66" fmla="*/ 345 w 913"/>
                <a:gd name="T67" fmla="*/ 207 h 620"/>
                <a:gd name="T68" fmla="*/ 345 w 913"/>
                <a:gd name="T69" fmla="*/ 207 h 620"/>
                <a:gd name="T70" fmla="*/ 345 w 913"/>
                <a:gd name="T71" fmla="*/ 208 h 620"/>
                <a:gd name="T72" fmla="*/ 465 w 913"/>
                <a:gd name="T73" fmla="*/ 518 h 620"/>
                <a:gd name="T74" fmla="*/ 465 w 913"/>
                <a:gd name="T75" fmla="*/ 518 h 620"/>
                <a:gd name="T76" fmla="*/ 465 w 913"/>
                <a:gd name="T77" fmla="*/ 517 h 620"/>
                <a:gd name="T78" fmla="*/ 465 w 913"/>
                <a:gd name="T79" fmla="*/ 518 h 620"/>
                <a:gd name="T80" fmla="*/ 702 w 913"/>
                <a:gd name="T81" fmla="*/ 385 h 620"/>
                <a:gd name="T82" fmla="*/ 702 w 913"/>
                <a:gd name="T83" fmla="*/ 385 h 620"/>
                <a:gd name="T84" fmla="*/ 702 w 913"/>
                <a:gd name="T85" fmla="*/ 385 h 620"/>
                <a:gd name="T86" fmla="*/ 702 w 913"/>
                <a:gd name="T87" fmla="*/ 385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3" h="620">
                  <a:moveTo>
                    <a:pt x="804" y="236"/>
                  </a:moveTo>
                  <a:cubicBezTo>
                    <a:pt x="791" y="236"/>
                    <a:pt x="778" y="239"/>
                    <a:pt x="765" y="243"/>
                  </a:cubicBezTo>
                  <a:cubicBezTo>
                    <a:pt x="767" y="227"/>
                    <a:pt x="766" y="210"/>
                    <a:pt x="763" y="193"/>
                  </a:cubicBezTo>
                  <a:cubicBezTo>
                    <a:pt x="745" y="78"/>
                    <a:pt x="637" y="0"/>
                    <a:pt x="522" y="18"/>
                  </a:cubicBezTo>
                  <a:cubicBezTo>
                    <a:pt x="453" y="29"/>
                    <a:pt x="398" y="72"/>
                    <a:pt x="368" y="129"/>
                  </a:cubicBezTo>
                  <a:cubicBezTo>
                    <a:pt x="368" y="129"/>
                    <a:pt x="368" y="129"/>
                    <a:pt x="368" y="129"/>
                  </a:cubicBezTo>
                  <a:cubicBezTo>
                    <a:pt x="346" y="102"/>
                    <a:pt x="314" y="85"/>
                    <a:pt x="276" y="82"/>
                  </a:cubicBezTo>
                  <a:cubicBezTo>
                    <a:pt x="202" y="75"/>
                    <a:pt x="136" y="131"/>
                    <a:pt x="130" y="206"/>
                  </a:cubicBezTo>
                  <a:cubicBezTo>
                    <a:pt x="128" y="225"/>
                    <a:pt x="131" y="245"/>
                    <a:pt x="138" y="262"/>
                  </a:cubicBezTo>
                  <a:cubicBezTo>
                    <a:pt x="138" y="262"/>
                    <a:pt x="138" y="262"/>
                    <a:pt x="138" y="262"/>
                  </a:cubicBezTo>
                  <a:cubicBezTo>
                    <a:pt x="89" y="257"/>
                    <a:pt x="41" y="285"/>
                    <a:pt x="22" y="333"/>
                  </a:cubicBezTo>
                  <a:cubicBezTo>
                    <a:pt x="0" y="390"/>
                    <a:pt x="29" y="454"/>
                    <a:pt x="86" y="476"/>
                  </a:cubicBezTo>
                  <a:cubicBezTo>
                    <a:pt x="116" y="488"/>
                    <a:pt x="148" y="485"/>
                    <a:pt x="174" y="472"/>
                  </a:cubicBezTo>
                  <a:cubicBezTo>
                    <a:pt x="174" y="472"/>
                    <a:pt x="174" y="472"/>
                    <a:pt x="174" y="472"/>
                  </a:cubicBezTo>
                  <a:cubicBezTo>
                    <a:pt x="177" y="485"/>
                    <a:pt x="182" y="499"/>
                    <a:pt x="188" y="512"/>
                  </a:cubicBezTo>
                  <a:cubicBezTo>
                    <a:pt x="227" y="589"/>
                    <a:pt x="321" y="620"/>
                    <a:pt x="398" y="582"/>
                  </a:cubicBezTo>
                  <a:cubicBezTo>
                    <a:pt x="420" y="571"/>
                    <a:pt x="438" y="556"/>
                    <a:pt x="452" y="538"/>
                  </a:cubicBezTo>
                  <a:cubicBezTo>
                    <a:pt x="477" y="573"/>
                    <a:pt x="523" y="590"/>
                    <a:pt x="567" y="576"/>
                  </a:cubicBezTo>
                  <a:cubicBezTo>
                    <a:pt x="604" y="565"/>
                    <a:pt x="629" y="535"/>
                    <a:pt x="637" y="500"/>
                  </a:cubicBezTo>
                  <a:cubicBezTo>
                    <a:pt x="663" y="521"/>
                    <a:pt x="701" y="525"/>
                    <a:pt x="731" y="506"/>
                  </a:cubicBezTo>
                  <a:cubicBezTo>
                    <a:pt x="752" y="493"/>
                    <a:pt x="765" y="471"/>
                    <a:pt x="768" y="448"/>
                  </a:cubicBezTo>
                  <a:cubicBezTo>
                    <a:pt x="779" y="452"/>
                    <a:pt x="791" y="454"/>
                    <a:pt x="804" y="454"/>
                  </a:cubicBezTo>
                  <a:cubicBezTo>
                    <a:pt x="864" y="455"/>
                    <a:pt x="913" y="406"/>
                    <a:pt x="913" y="346"/>
                  </a:cubicBezTo>
                  <a:cubicBezTo>
                    <a:pt x="913" y="285"/>
                    <a:pt x="864" y="236"/>
                    <a:pt x="804" y="236"/>
                  </a:cubicBezTo>
                  <a:close/>
                  <a:moveTo>
                    <a:pt x="172" y="446"/>
                  </a:moveTo>
                  <a:cubicBezTo>
                    <a:pt x="172" y="446"/>
                    <a:pt x="172" y="446"/>
                    <a:pt x="172" y="446"/>
                  </a:cubicBezTo>
                  <a:cubicBezTo>
                    <a:pt x="172" y="446"/>
                    <a:pt x="172" y="446"/>
                    <a:pt x="172" y="446"/>
                  </a:cubicBezTo>
                  <a:cubicBezTo>
                    <a:pt x="172" y="446"/>
                    <a:pt x="172" y="446"/>
                    <a:pt x="172" y="446"/>
                  </a:cubicBezTo>
                  <a:close/>
                  <a:moveTo>
                    <a:pt x="172" y="431"/>
                  </a:moveTo>
                  <a:cubicBezTo>
                    <a:pt x="172" y="431"/>
                    <a:pt x="172" y="431"/>
                    <a:pt x="172" y="431"/>
                  </a:cubicBezTo>
                  <a:cubicBezTo>
                    <a:pt x="172" y="431"/>
                    <a:pt x="172" y="431"/>
                    <a:pt x="172" y="431"/>
                  </a:cubicBezTo>
                  <a:cubicBezTo>
                    <a:pt x="172" y="431"/>
                    <a:pt x="172" y="431"/>
                    <a:pt x="172" y="431"/>
                  </a:cubicBezTo>
                  <a:close/>
                  <a:moveTo>
                    <a:pt x="345" y="208"/>
                  </a:moveTo>
                  <a:cubicBezTo>
                    <a:pt x="345" y="208"/>
                    <a:pt x="345" y="208"/>
                    <a:pt x="345" y="207"/>
                  </a:cubicBezTo>
                  <a:cubicBezTo>
                    <a:pt x="345" y="207"/>
                    <a:pt x="345" y="207"/>
                    <a:pt x="345" y="207"/>
                  </a:cubicBezTo>
                  <a:cubicBezTo>
                    <a:pt x="345" y="208"/>
                    <a:pt x="345" y="208"/>
                    <a:pt x="345" y="208"/>
                  </a:cubicBezTo>
                  <a:close/>
                  <a:moveTo>
                    <a:pt x="465" y="518"/>
                  </a:moveTo>
                  <a:cubicBezTo>
                    <a:pt x="465" y="518"/>
                    <a:pt x="465" y="518"/>
                    <a:pt x="465" y="518"/>
                  </a:cubicBezTo>
                  <a:cubicBezTo>
                    <a:pt x="465" y="518"/>
                    <a:pt x="465" y="518"/>
                    <a:pt x="465" y="517"/>
                  </a:cubicBezTo>
                  <a:cubicBezTo>
                    <a:pt x="465" y="517"/>
                    <a:pt x="465" y="518"/>
                    <a:pt x="465" y="518"/>
                  </a:cubicBezTo>
                  <a:close/>
                  <a:moveTo>
                    <a:pt x="702" y="385"/>
                  </a:moveTo>
                  <a:cubicBezTo>
                    <a:pt x="702" y="385"/>
                    <a:pt x="702" y="385"/>
                    <a:pt x="702" y="385"/>
                  </a:cubicBezTo>
                  <a:cubicBezTo>
                    <a:pt x="702" y="385"/>
                    <a:pt x="702" y="385"/>
                    <a:pt x="702" y="385"/>
                  </a:cubicBezTo>
                  <a:cubicBezTo>
                    <a:pt x="702" y="385"/>
                    <a:pt x="702" y="385"/>
                    <a:pt x="702" y="385"/>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5" name="Freeform 11"/>
            <p:cNvSpPr>
              <a:spLocks noEditPoints="1"/>
            </p:cNvSpPr>
            <p:nvPr/>
          </p:nvSpPr>
          <p:spPr bwMode="auto">
            <a:xfrm>
              <a:off x="6598260" y="4706928"/>
              <a:ext cx="41728" cy="90013"/>
            </a:xfrm>
            <a:custGeom>
              <a:avLst/>
              <a:gdLst>
                <a:gd name="T0" fmla="*/ 79 w 155"/>
                <a:gd name="T1" fmla="*/ 328 h 368"/>
                <a:gd name="T2" fmla="*/ 114 w 155"/>
                <a:gd name="T3" fmla="*/ 293 h 368"/>
                <a:gd name="T4" fmla="*/ 113 w 155"/>
                <a:gd name="T5" fmla="*/ 74 h 368"/>
                <a:gd name="T6" fmla="*/ 154 w 155"/>
                <a:gd name="T7" fmla="*/ 116 h 368"/>
                <a:gd name="T8" fmla="*/ 154 w 155"/>
                <a:gd name="T9" fmla="*/ 0 h 368"/>
                <a:gd name="T10" fmla="*/ 38 w 155"/>
                <a:gd name="T11" fmla="*/ 0 h 368"/>
                <a:gd name="T12" fmla="*/ 78 w 155"/>
                <a:gd name="T13" fmla="*/ 40 h 368"/>
                <a:gd name="T14" fmla="*/ 79 w 155"/>
                <a:gd name="T15" fmla="*/ 328 h 368"/>
                <a:gd name="T16" fmla="*/ 39 w 155"/>
                <a:gd name="T17" fmla="*/ 368 h 368"/>
                <a:gd name="T18" fmla="*/ 155 w 155"/>
                <a:gd name="T19" fmla="*/ 368 h 368"/>
                <a:gd name="T20" fmla="*/ 155 w 155"/>
                <a:gd name="T21" fmla="*/ 253 h 368"/>
                <a:gd name="T22" fmla="*/ 39 w 155"/>
                <a:gd name="T23"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9" y="328"/>
                  </a:moveTo>
                  <a:cubicBezTo>
                    <a:pt x="114" y="293"/>
                    <a:pt x="114" y="293"/>
                    <a:pt x="114" y="293"/>
                  </a:cubicBezTo>
                  <a:cubicBezTo>
                    <a:pt x="54" y="233"/>
                    <a:pt x="53" y="135"/>
                    <a:pt x="113" y="74"/>
                  </a:cubicBezTo>
                  <a:cubicBezTo>
                    <a:pt x="154" y="116"/>
                    <a:pt x="154" y="116"/>
                    <a:pt x="154" y="116"/>
                  </a:cubicBezTo>
                  <a:cubicBezTo>
                    <a:pt x="154" y="0"/>
                    <a:pt x="154" y="0"/>
                    <a:pt x="154" y="0"/>
                  </a:cubicBezTo>
                  <a:cubicBezTo>
                    <a:pt x="38" y="0"/>
                    <a:pt x="38" y="0"/>
                    <a:pt x="38" y="0"/>
                  </a:cubicBezTo>
                  <a:cubicBezTo>
                    <a:pt x="78" y="40"/>
                    <a:pt x="78" y="40"/>
                    <a:pt x="78" y="40"/>
                  </a:cubicBezTo>
                  <a:cubicBezTo>
                    <a:pt x="0" y="120"/>
                    <a:pt x="0" y="248"/>
                    <a:pt x="79" y="328"/>
                  </a:cubicBezTo>
                  <a:close/>
                  <a:moveTo>
                    <a:pt x="39" y="368"/>
                  </a:moveTo>
                  <a:cubicBezTo>
                    <a:pt x="155" y="368"/>
                    <a:pt x="155" y="368"/>
                    <a:pt x="155" y="368"/>
                  </a:cubicBezTo>
                  <a:cubicBezTo>
                    <a:pt x="155" y="253"/>
                    <a:pt x="155" y="253"/>
                    <a:pt x="155" y="253"/>
                  </a:cubicBezTo>
                  <a:lnTo>
                    <a:pt x="39" y="368"/>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6" name="Freeform 12"/>
            <p:cNvSpPr>
              <a:spLocks/>
            </p:cNvSpPr>
            <p:nvPr/>
          </p:nvSpPr>
          <p:spPr bwMode="auto">
            <a:xfrm>
              <a:off x="6673181" y="4822906"/>
              <a:ext cx="35564" cy="6059"/>
            </a:xfrm>
            <a:custGeom>
              <a:avLst/>
              <a:gdLst>
                <a:gd name="T0" fmla="*/ 120 w 132"/>
                <a:gd name="T1" fmla="*/ 0 h 25"/>
                <a:gd name="T2" fmla="*/ 12 w 132"/>
                <a:gd name="T3" fmla="*/ 0 h 25"/>
                <a:gd name="T4" fmla="*/ 0 w 132"/>
                <a:gd name="T5" fmla="*/ 13 h 25"/>
                <a:gd name="T6" fmla="*/ 12 w 132"/>
                <a:gd name="T7" fmla="*/ 25 h 25"/>
                <a:gd name="T8" fmla="*/ 120 w 132"/>
                <a:gd name="T9" fmla="*/ 25 h 25"/>
                <a:gd name="T10" fmla="*/ 132 w 132"/>
                <a:gd name="T11" fmla="*/ 13 h 25"/>
                <a:gd name="T12" fmla="*/ 120 w 1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2" h="25">
                  <a:moveTo>
                    <a:pt x="120" y="0"/>
                  </a:moveTo>
                  <a:cubicBezTo>
                    <a:pt x="12" y="0"/>
                    <a:pt x="12" y="0"/>
                    <a:pt x="12" y="0"/>
                  </a:cubicBezTo>
                  <a:cubicBezTo>
                    <a:pt x="5" y="0"/>
                    <a:pt x="0" y="6"/>
                    <a:pt x="0" y="13"/>
                  </a:cubicBezTo>
                  <a:cubicBezTo>
                    <a:pt x="0" y="20"/>
                    <a:pt x="5" y="25"/>
                    <a:pt x="12" y="25"/>
                  </a:cubicBezTo>
                  <a:cubicBezTo>
                    <a:pt x="120" y="25"/>
                    <a:pt x="120" y="25"/>
                    <a:pt x="120" y="25"/>
                  </a:cubicBezTo>
                  <a:cubicBezTo>
                    <a:pt x="127" y="25"/>
                    <a:pt x="132" y="20"/>
                    <a:pt x="132" y="13"/>
                  </a:cubicBezTo>
                  <a:cubicBezTo>
                    <a:pt x="132"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7" name="Freeform 13"/>
            <p:cNvSpPr>
              <a:spLocks/>
            </p:cNvSpPr>
            <p:nvPr/>
          </p:nvSpPr>
          <p:spPr bwMode="auto">
            <a:xfrm>
              <a:off x="6649946" y="4836754"/>
              <a:ext cx="58799" cy="6491"/>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8" name="Freeform 14"/>
            <p:cNvSpPr>
              <a:spLocks/>
            </p:cNvSpPr>
            <p:nvPr/>
          </p:nvSpPr>
          <p:spPr bwMode="auto">
            <a:xfrm>
              <a:off x="6649946" y="4851035"/>
              <a:ext cx="58799" cy="6491"/>
            </a:xfrm>
            <a:custGeom>
              <a:avLst/>
              <a:gdLst>
                <a:gd name="T0" fmla="*/ 206 w 218"/>
                <a:gd name="T1" fmla="*/ 0 h 25"/>
                <a:gd name="T2" fmla="*/ 13 w 218"/>
                <a:gd name="T3" fmla="*/ 0 h 25"/>
                <a:gd name="T4" fmla="*/ 0 w 218"/>
                <a:gd name="T5" fmla="*/ 12 h 25"/>
                <a:gd name="T6" fmla="*/ 13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5"/>
                    <a:pt x="0" y="12"/>
                  </a:cubicBezTo>
                  <a:cubicBezTo>
                    <a:pt x="0" y="19"/>
                    <a:pt x="6" y="25"/>
                    <a:pt x="13" y="25"/>
                  </a:cubicBezTo>
                  <a:cubicBezTo>
                    <a:pt x="206" y="25"/>
                    <a:pt x="206" y="25"/>
                    <a:pt x="206" y="25"/>
                  </a:cubicBezTo>
                  <a:cubicBezTo>
                    <a:pt x="213" y="25"/>
                    <a:pt x="218" y="19"/>
                    <a:pt x="218" y="12"/>
                  </a:cubicBezTo>
                  <a:cubicBezTo>
                    <a:pt x="218" y="5"/>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9" name="Freeform 15"/>
            <p:cNvSpPr>
              <a:spLocks/>
            </p:cNvSpPr>
            <p:nvPr/>
          </p:nvSpPr>
          <p:spPr bwMode="auto">
            <a:xfrm>
              <a:off x="6649946" y="4865316"/>
              <a:ext cx="58799" cy="6059"/>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0" name="Freeform 16"/>
            <p:cNvSpPr>
              <a:spLocks noEditPoints="1"/>
            </p:cNvSpPr>
            <p:nvPr/>
          </p:nvSpPr>
          <p:spPr bwMode="auto">
            <a:xfrm>
              <a:off x="6631927" y="4795210"/>
              <a:ext cx="95785" cy="99966"/>
            </a:xfrm>
            <a:custGeom>
              <a:avLst/>
              <a:gdLst>
                <a:gd name="T0" fmla="*/ 332 w 357"/>
                <a:gd name="T1" fmla="*/ 407 h 407"/>
                <a:gd name="T2" fmla="*/ 357 w 357"/>
                <a:gd name="T3" fmla="*/ 407 h 407"/>
                <a:gd name="T4" fmla="*/ 357 w 357"/>
                <a:gd name="T5" fmla="*/ 39 h 407"/>
                <a:gd name="T6" fmla="*/ 315 w 357"/>
                <a:gd name="T7" fmla="*/ 0 h 407"/>
                <a:gd name="T8" fmla="*/ 115 w 357"/>
                <a:gd name="T9" fmla="*/ 0 h 407"/>
                <a:gd name="T10" fmla="*/ 0 w 357"/>
                <a:gd name="T11" fmla="*/ 103 h 407"/>
                <a:gd name="T12" fmla="*/ 0 w 357"/>
                <a:gd name="T13" fmla="*/ 367 h 407"/>
                <a:gd name="T14" fmla="*/ 40 w 357"/>
                <a:gd name="T15" fmla="*/ 407 h 407"/>
                <a:gd name="T16" fmla="*/ 332 w 357"/>
                <a:gd name="T17" fmla="*/ 407 h 407"/>
                <a:gd name="T18" fmla="*/ 52 w 357"/>
                <a:gd name="T19" fmla="*/ 384 h 407"/>
                <a:gd name="T20" fmla="*/ 24 w 357"/>
                <a:gd name="T21" fmla="*/ 356 h 407"/>
                <a:gd name="T22" fmla="*/ 24 w 357"/>
                <a:gd name="T23" fmla="*/ 118 h 407"/>
                <a:gd name="T24" fmla="*/ 95 w 357"/>
                <a:gd name="T25" fmla="*/ 118 h 407"/>
                <a:gd name="T26" fmla="*/ 119 w 357"/>
                <a:gd name="T27" fmla="*/ 113 h 407"/>
                <a:gd name="T28" fmla="*/ 128 w 357"/>
                <a:gd name="T29" fmla="*/ 92 h 407"/>
                <a:gd name="T30" fmla="*/ 128 w 357"/>
                <a:gd name="T31" fmla="*/ 25 h 407"/>
                <a:gd name="T32" fmla="*/ 305 w 357"/>
                <a:gd name="T33" fmla="*/ 25 h 407"/>
                <a:gd name="T34" fmla="*/ 332 w 357"/>
                <a:gd name="T35" fmla="*/ 53 h 407"/>
                <a:gd name="T36" fmla="*/ 332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2" y="407"/>
                  </a:moveTo>
                  <a:cubicBezTo>
                    <a:pt x="357" y="407"/>
                    <a:pt x="357" y="407"/>
                    <a:pt x="357" y="407"/>
                  </a:cubicBezTo>
                  <a:cubicBezTo>
                    <a:pt x="357" y="39"/>
                    <a:pt x="357" y="39"/>
                    <a:pt x="357" y="39"/>
                  </a:cubicBezTo>
                  <a:cubicBezTo>
                    <a:pt x="357" y="16"/>
                    <a:pt x="334" y="0"/>
                    <a:pt x="315" y="0"/>
                  </a:cubicBezTo>
                  <a:cubicBezTo>
                    <a:pt x="115" y="0"/>
                    <a:pt x="115" y="0"/>
                    <a:pt x="115" y="0"/>
                  </a:cubicBezTo>
                  <a:cubicBezTo>
                    <a:pt x="85" y="26"/>
                    <a:pt x="46" y="64"/>
                    <a:pt x="0" y="103"/>
                  </a:cubicBezTo>
                  <a:cubicBezTo>
                    <a:pt x="0" y="367"/>
                    <a:pt x="0" y="367"/>
                    <a:pt x="0" y="367"/>
                  </a:cubicBezTo>
                  <a:cubicBezTo>
                    <a:pt x="0" y="392"/>
                    <a:pt x="21" y="407"/>
                    <a:pt x="40" y="407"/>
                  </a:cubicBezTo>
                  <a:cubicBezTo>
                    <a:pt x="332" y="407"/>
                    <a:pt x="332" y="407"/>
                    <a:pt x="332" y="407"/>
                  </a:cubicBezTo>
                  <a:close/>
                  <a:moveTo>
                    <a:pt x="52" y="384"/>
                  </a:moveTo>
                  <a:cubicBezTo>
                    <a:pt x="37" y="384"/>
                    <a:pt x="24" y="372"/>
                    <a:pt x="24" y="356"/>
                  </a:cubicBezTo>
                  <a:cubicBezTo>
                    <a:pt x="24" y="118"/>
                    <a:pt x="24" y="118"/>
                    <a:pt x="24" y="118"/>
                  </a:cubicBezTo>
                  <a:cubicBezTo>
                    <a:pt x="95" y="118"/>
                    <a:pt x="95" y="118"/>
                    <a:pt x="95" y="118"/>
                  </a:cubicBezTo>
                  <a:cubicBezTo>
                    <a:pt x="95" y="118"/>
                    <a:pt x="111" y="117"/>
                    <a:pt x="119" y="113"/>
                  </a:cubicBezTo>
                  <a:cubicBezTo>
                    <a:pt x="129" y="106"/>
                    <a:pt x="128" y="92"/>
                    <a:pt x="128" y="92"/>
                  </a:cubicBezTo>
                  <a:cubicBezTo>
                    <a:pt x="128" y="25"/>
                    <a:pt x="128" y="25"/>
                    <a:pt x="128" y="25"/>
                  </a:cubicBezTo>
                  <a:cubicBezTo>
                    <a:pt x="305" y="25"/>
                    <a:pt x="305" y="25"/>
                    <a:pt x="305" y="25"/>
                  </a:cubicBezTo>
                  <a:cubicBezTo>
                    <a:pt x="320" y="25"/>
                    <a:pt x="332" y="37"/>
                    <a:pt x="332" y="53"/>
                  </a:cubicBezTo>
                  <a:cubicBezTo>
                    <a:pt x="332" y="384"/>
                    <a:pt x="332" y="384"/>
                    <a:pt x="332"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1" name="Freeform 17"/>
            <p:cNvSpPr>
              <a:spLocks/>
            </p:cNvSpPr>
            <p:nvPr/>
          </p:nvSpPr>
          <p:spPr bwMode="auto">
            <a:xfrm>
              <a:off x="6839619" y="4822906"/>
              <a:ext cx="36038" cy="6059"/>
            </a:xfrm>
            <a:custGeom>
              <a:avLst/>
              <a:gdLst>
                <a:gd name="T0" fmla="*/ 120 w 133"/>
                <a:gd name="T1" fmla="*/ 0 h 25"/>
                <a:gd name="T2" fmla="*/ 12 w 133"/>
                <a:gd name="T3" fmla="*/ 0 h 25"/>
                <a:gd name="T4" fmla="*/ 0 w 133"/>
                <a:gd name="T5" fmla="*/ 13 h 25"/>
                <a:gd name="T6" fmla="*/ 12 w 133"/>
                <a:gd name="T7" fmla="*/ 25 h 25"/>
                <a:gd name="T8" fmla="*/ 120 w 133"/>
                <a:gd name="T9" fmla="*/ 25 h 25"/>
                <a:gd name="T10" fmla="*/ 133 w 133"/>
                <a:gd name="T11" fmla="*/ 13 h 25"/>
                <a:gd name="T12" fmla="*/ 120 w 133"/>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3" h="25">
                  <a:moveTo>
                    <a:pt x="120" y="0"/>
                  </a:moveTo>
                  <a:cubicBezTo>
                    <a:pt x="12" y="0"/>
                    <a:pt x="12" y="0"/>
                    <a:pt x="12" y="0"/>
                  </a:cubicBezTo>
                  <a:cubicBezTo>
                    <a:pt x="6" y="0"/>
                    <a:pt x="0" y="6"/>
                    <a:pt x="0" y="13"/>
                  </a:cubicBezTo>
                  <a:cubicBezTo>
                    <a:pt x="0" y="20"/>
                    <a:pt x="6" y="25"/>
                    <a:pt x="12" y="25"/>
                  </a:cubicBezTo>
                  <a:cubicBezTo>
                    <a:pt x="120" y="25"/>
                    <a:pt x="120" y="25"/>
                    <a:pt x="120" y="25"/>
                  </a:cubicBezTo>
                  <a:cubicBezTo>
                    <a:pt x="127" y="25"/>
                    <a:pt x="133" y="20"/>
                    <a:pt x="133" y="13"/>
                  </a:cubicBezTo>
                  <a:cubicBezTo>
                    <a:pt x="133"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2" name="Freeform 18"/>
            <p:cNvSpPr>
              <a:spLocks/>
            </p:cNvSpPr>
            <p:nvPr/>
          </p:nvSpPr>
          <p:spPr bwMode="auto">
            <a:xfrm>
              <a:off x="6816858" y="4836754"/>
              <a:ext cx="58799" cy="6491"/>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3" name="Freeform 19"/>
            <p:cNvSpPr>
              <a:spLocks/>
            </p:cNvSpPr>
            <p:nvPr/>
          </p:nvSpPr>
          <p:spPr bwMode="auto">
            <a:xfrm>
              <a:off x="6816858" y="4851035"/>
              <a:ext cx="58799" cy="6491"/>
            </a:xfrm>
            <a:custGeom>
              <a:avLst/>
              <a:gdLst>
                <a:gd name="T0" fmla="*/ 205 w 218"/>
                <a:gd name="T1" fmla="*/ 0 h 25"/>
                <a:gd name="T2" fmla="*/ 12 w 218"/>
                <a:gd name="T3" fmla="*/ 0 h 25"/>
                <a:gd name="T4" fmla="*/ 0 w 218"/>
                <a:gd name="T5" fmla="*/ 12 h 25"/>
                <a:gd name="T6" fmla="*/ 12 w 218"/>
                <a:gd name="T7" fmla="*/ 25 h 25"/>
                <a:gd name="T8" fmla="*/ 205 w 218"/>
                <a:gd name="T9" fmla="*/ 25 h 25"/>
                <a:gd name="T10" fmla="*/ 218 w 218"/>
                <a:gd name="T11" fmla="*/ 12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5"/>
                    <a:pt x="0" y="12"/>
                  </a:cubicBezTo>
                  <a:cubicBezTo>
                    <a:pt x="0" y="19"/>
                    <a:pt x="5" y="25"/>
                    <a:pt x="12" y="25"/>
                  </a:cubicBezTo>
                  <a:cubicBezTo>
                    <a:pt x="205" y="25"/>
                    <a:pt x="205" y="25"/>
                    <a:pt x="205" y="25"/>
                  </a:cubicBezTo>
                  <a:cubicBezTo>
                    <a:pt x="212" y="25"/>
                    <a:pt x="218" y="19"/>
                    <a:pt x="218" y="12"/>
                  </a:cubicBezTo>
                  <a:cubicBezTo>
                    <a:pt x="218" y="5"/>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4" name="Freeform 20"/>
            <p:cNvSpPr>
              <a:spLocks/>
            </p:cNvSpPr>
            <p:nvPr/>
          </p:nvSpPr>
          <p:spPr bwMode="auto">
            <a:xfrm>
              <a:off x="6816858" y="4865316"/>
              <a:ext cx="58799" cy="6059"/>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5" name="Freeform 21"/>
            <p:cNvSpPr>
              <a:spLocks noEditPoints="1"/>
            </p:cNvSpPr>
            <p:nvPr/>
          </p:nvSpPr>
          <p:spPr bwMode="auto">
            <a:xfrm>
              <a:off x="6798366" y="4795210"/>
              <a:ext cx="95785" cy="99966"/>
            </a:xfrm>
            <a:custGeom>
              <a:avLst/>
              <a:gdLst>
                <a:gd name="T0" fmla="*/ 333 w 357"/>
                <a:gd name="T1" fmla="*/ 407 h 407"/>
                <a:gd name="T2" fmla="*/ 357 w 357"/>
                <a:gd name="T3" fmla="*/ 407 h 407"/>
                <a:gd name="T4" fmla="*/ 357 w 357"/>
                <a:gd name="T5" fmla="*/ 39 h 407"/>
                <a:gd name="T6" fmla="*/ 316 w 357"/>
                <a:gd name="T7" fmla="*/ 0 h 407"/>
                <a:gd name="T8" fmla="*/ 116 w 357"/>
                <a:gd name="T9" fmla="*/ 0 h 407"/>
                <a:gd name="T10" fmla="*/ 0 w 357"/>
                <a:gd name="T11" fmla="*/ 103 h 407"/>
                <a:gd name="T12" fmla="*/ 0 w 357"/>
                <a:gd name="T13" fmla="*/ 367 h 407"/>
                <a:gd name="T14" fmla="*/ 41 w 357"/>
                <a:gd name="T15" fmla="*/ 407 h 407"/>
                <a:gd name="T16" fmla="*/ 333 w 357"/>
                <a:gd name="T17" fmla="*/ 407 h 407"/>
                <a:gd name="T18" fmla="*/ 52 w 357"/>
                <a:gd name="T19" fmla="*/ 384 h 407"/>
                <a:gd name="T20" fmla="*/ 25 w 357"/>
                <a:gd name="T21" fmla="*/ 356 h 407"/>
                <a:gd name="T22" fmla="*/ 25 w 357"/>
                <a:gd name="T23" fmla="*/ 118 h 407"/>
                <a:gd name="T24" fmla="*/ 96 w 357"/>
                <a:gd name="T25" fmla="*/ 118 h 407"/>
                <a:gd name="T26" fmla="*/ 119 w 357"/>
                <a:gd name="T27" fmla="*/ 113 h 407"/>
                <a:gd name="T28" fmla="*/ 129 w 357"/>
                <a:gd name="T29" fmla="*/ 92 h 407"/>
                <a:gd name="T30" fmla="*/ 129 w 357"/>
                <a:gd name="T31" fmla="*/ 25 h 407"/>
                <a:gd name="T32" fmla="*/ 305 w 357"/>
                <a:gd name="T33" fmla="*/ 25 h 407"/>
                <a:gd name="T34" fmla="*/ 333 w 357"/>
                <a:gd name="T35" fmla="*/ 53 h 407"/>
                <a:gd name="T36" fmla="*/ 333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3" y="407"/>
                  </a:moveTo>
                  <a:cubicBezTo>
                    <a:pt x="357" y="407"/>
                    <a:pt x="357" y="407"/>
                    <a:pt x="357" y="407"/>
                  </a:cubicBezTo>
                  <a:cubicBezTo>
                    <a:pt x="357" y="39"/>
                    <a:pt x="357" y="39"/>
                    <a:pt x="357" y="39"/>
                  </a:cubicBezTo>
                  <a:cubicBezTo>
                    <a:pt x="357" y="16"/>
                    <a:pt x="334" y="0"/>
                    <a:pt x="316" y="0"/>
                  </a:cubicBezTo>
                  <a:cubicBezTo>
                    <a:pt x="116" y="0"/>
                    <a:pt x="116" y="0"/>
                    <a:pt x="116" y="0"/>
                  </a:cubicBezTo>
                  <a:cubicBezTo>
                    <a:pt x="86" y="26"/>
                    <a:pt x="47" y="64"/>
                    <a:pt x="0" y="103"/>
                  </a:cubicBezTo>
                  <a:cubicBezTo>
                    <a:pt x="0" y="367"/>
                    <a:pt x="0" y="367"/>
                    <a:pt x="0" y="367"/>
                  </a:cubicBezTo>
                  <a:cubicBezTo>
                    <a:pt x="0" y="392"/>
                    <a:pt x="22" y="407"/>
                    <a:pt x="41" y="407"/>
                  </a:cubicBezTo>
                  <a:cubicBezTo>
                    <a:pt x="333" y="407"/>
                    <a:pt x="333" y="407"/>
                    <a:pt x="333" y="407"/>
                  </a:cubicBezTo>
                  <a:close/>
                  <a:moveTo>
                    <a:pt x="52" y="384"/>
                  </a:moveTo>
                  <a:cubicBezTo>
                    <a:pt x="37" y="384"/>
                    <a:pt x="25" y="372"/>
                    <a:pt x="25" y="356"/>
                  </a:cubicBezTo>
                  <a:cubicBezTo>
                    <a:pt x="25" y="118"/>
                    <a:pt x="25" y="118"/>
                    <a:pt x="25" y="118"/>
                  </a:cubicBezTo>
                  <a:cubicBezTo>
                    <a:pt x="96" y="118"/>
                    <a:pt x="96" y="118"/>
                    <a:pt x="96" y="118"/>
                  </a:cubicBezTo>
                  <a:cubicBezTo>
                    <a:pt x="96" y="118"/>
                    <a:pt x="112" y="117"/>
                    <a:pt x="119" y="113"/>
                  </a:cubicBezTo>
                  <a:cubicBezTo>
                    <a:pt x="130" y="106"/>
                    <a:pt x="129" y="92"/>
                    <a:pt x="129" y="92"/>
                  </a:cubicBezTo>
                  <a:cubicBezTo>
                    <a:pt x="129" y="25"/>
                    <a:pt x="129" y="25"/>
                    <a:pt x="129" y="25"/>
                  </a:cubicBezTo>
                  <a:cubicBezTo>
                    <a:pt x="305" y="25"/>
                    <a:pt x="305" y="25"/>
                    <a:pt x="305" y="25"/>
                  </a:cubicBezTo>
                  <a:cubicBezTo>
                    <a:pt x="320" y="25"/>
                    <a:pt x="333" y="37"/>
                    <a:pt x="333" y="53"/>
                  </a:cubicBezTo>
                  <a:cubicBezTo>
                    <a:pt x="333" y="384"/>
                    <a:pt x="333" y="384"/>
                    <a:pt x="333"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6" name="Freeform 22"/>
            <p:cNvSpPr>
              <a:spLocks/>
            </p:cNvSpPr>
            <p:nvPr/>
          </p:nvSpPr>
          <p:spPr bwMode="auto">
            <a:xfrm>
              <a:off x="6735299" y="4827666"/>
              <a:ext cx="21812" cy="40679"/>
            </a:xfrm>
            <a:custGeom>
              <a:avLst/>
              <a:gdLst>
                <a:gd name="T0" fmla="*/ 46 w 46"/>
                <a:gd name="T1" fmla="*/ 0 h 94"/>
                <a:gd name="T2" fmla="*/ 0 w 46"/>
                <a:gd name="T3" fmla="*/ 47 h 94"/>
                <a:gd name="T4" fmla="*/ 46 w 46"/>
                <a:gd name="T5" fmla="*/ 94 h 94"/>
                <a:gd name="T6" fmla="*/ 46 w 46"/>
                <a:gd name="T7" fmla="*/ 0 h 94"/>
              </a:gdLst>
              <a:ahLst/>
              <a:cxnLst>
                <a:cxn ang="0">
                  <a:pos x="T0" y="T1"/>
                </a:cxn>
                <a:cxn ang="0">
                  <a:pos x="T2" y="T3"/>
                </a:cxn>
                <a:cxn ang="0">
                  <a:pos x="T4" y="T5"/>
                </a:cxn>
                <a:cxn ang="0">
                  <a:pos x="T6" y="T7"/>
                </a:cxn>
              </a:cxnLst>
              <a:rect l="0" t="0" r="r" b="b"/>
              <a:pathLst>
                <a:path w="46" h="94">
                  <a:moveTo>
                    <a:pt x="46" y="0"/>
                  </a:moveTo>
                  <a:lnTo>
                    <a:pt x="0" y="47"/>
                  </a:lnTo>
                  <a:lnTo>
                    <a:pt x="46" y="94"/>
                  </a:lnTo>
                  <a:lnTo>
                    <a:pt x="4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7" name="Freeform 23"/>
            <p:cNvSpPr>
              <a:spLocks/>
            </p:cNvSpPr>
            <p:nvPr/>
          </p:nvSpPr>
          <p:spPr bwMode="auto">
            <a:xfrm>
              <a:off x="6768018" y="4827666"/>
              <a:ext cx="21812" cy="40679"/>
            </a:xfrm>
            <a:custGeom>
              <a:avLst/>
              <a:gdLst>
                <a:gd name="T0" fmla="*/ 0 w 46"/>
                <a:gd name="T1" fmla="*/ 94 h 94"/>
                <a:gd name="T2" fmla="*/ 46 w 46"/>
                <a:gd name="T3" fmla="*/ 47 h 94"/>
                <a:gd name="T4" fmla="*/ 0 w 46"/>
                <a:gd name="T5" fmla="*/ 0 h 94"/>
                <a:gd name="T6" fmla="*/ 0 w 46"/>
                <a:gd name="T7" fmla="*/ 94 h 94"/>
              </a:gdLst>
              <a:ahLst/>
              <a:cxnLst>
                <a:cxn ang="0">
                  <a:pos x="T0" y="T1"/>
                </a:cxn>
                <a:cxn ang="0">
                  <a:pos x="T2" y="T3"/>
                </a:cxn>
                <a:cxn ang="0">
                  <a:pos x="T4" y="T5"/>
                </a:cxn>
                <a:cxn ang="0">
                  <a:pos x="T6" y="T7"/>
                </a:cxn>
              </a:cxnLst>
              <a:rect l="0" t="0" r="r" b="b"/>
              <a:pathLst>
                <a:path w="46" h="94">
                  <a:moveTo>
                    <a:pt x="0" y="94"/>
                  </a:moveTo>
                  <a:lnTo>
                    <a:pt x="46" y="47"/>
                  </a:lnTo>
                  <a:lnTo>
                    <a:pt x="0" y="0"/>
                  </a:lnTo>
                  <a:lnTo>
                    <a:pt x="0" y="9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8" name="Freeform 24"/>
            <p:cNvSpPr>
              <a:spLocks noEditPoints="1"/>
            </p:cNvSpPr>
            <p:nvPr/>
          </p:nvSpPr>
          <p:spPr bwMode="auto">
            <a:xfrm>
              <a:off x="6906005" y="4706928"/>
              <a:ext cx="41728" cy="90013"/>
            </a:xfrm>
            <a:custGeom>
              <a:avLst/>
              <a:gdLst>
                <a:gd name="T0" fmla="*/ 76 w 155"/>
                <a:gd name="T1" fmla="*/ 41 h 368"/>
                <a:gd name="T2" fmla="*/ 41 w 155"/>
                <a:gd name="T3" fmla="*/ 75 h 368"/>
                <a:gd name="T4" fmla="*/ 42 w 155"/>
                <a:gd name="T5" fmla="*/ 294 h 368"/>
                <a:gd name="T6" fmla="*/ 1 w 155"/>
                <a:gd name="T7" fmla="*/ 253 h 368"/>
                <a:gd name="T8" fmla="*/ 1 w 155"/>
                <a:gd name="T9" fmla="*/ 368 h 368"/>
                <a:gd name="T10" fmla="*/ 117 w 155"/>
                <a:gd name="T11" fmla="*/ 368 h 368"/>
                <a:gd name="T12" fmla="*/ 77 w 155"/>
                <a:gd name="T13" fmla="*/ 329 h 368"/>
                <a:gd name="T14" fmla="*/ 76 w 155"/>
                <a:gd name="T15" fmla="*/ 41 h 368"/>
                <a:gd name="T16" fmla="*/ 116 w 155"/>
                <a:gd name="T17" fmla="*/ 0 h 368"/>
                <a:gd name="T18" fmla="*/ 0 w 155"/>
                <a:gd name="T19" fmla="*/ 0 h 368"/>
                <a:gd name="T20" fmla="*/ 0 w 155"/>
                <a:gd name="T21" fmla="*/ 116 h 368"/>
                <a:gd name="T22" fmla="*/ 116 w 155"/>
                <a:gd name="T23" fmla="*/ 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6" y="41"/>
                  </a:moveTo>
                  <a:cubicBezTo>
                    <a:pt x="41" y="75"/>
                    <a:pt x="41" y="75"/>
                    <a:pt x="41" y="75"/>
                  </a:cubicBezTo>
                  <a:cubicBezTo>
                    <a:pt x="101" y="136"/>
                    <a:pt x="102" y="233"/>
                    <a:pt x="42" y="294"/>
                  </a:cubicBezTo>
                  <a:cubicBezTo>
                    <a:pt x="1" y="253"/>
                    <a:pt x="1" y="253"/>
                    <a:pt x="1" y="253"/>
                  </a:cubicBezTo>
                  <a:cubicBezTo>
                    <a:pt x="1" y="368"/>
                    <a:pt x="1" y="368"/>
                    <a:pt x="1" y="368"/>
                  </a:cubicBezTo>
                  <a:cubicBezTo>
                    <a:pt x="117" y="368"/>
                    <a:pt x="117" y="368"/>
                    <a:pt x="117" y="368"/>
                  </a:cubicBezTo>
                  <a:cubicBezTo>
                    <a:pt x="77" y="329"/>
                    <a:pt x="77" y="329"/>
                    <a:pt x="77" y="329"/>
                  </a:cubicBezTo>
                  <a:cubicBezTo>
                    <a:pt x="155" y="249"/>
                    <a:pt x="155" y="120"/>
                    <a:pt x="76" y="41"/>
                  </a:cubicBezTo>
                  <a:close/>
                  <a:moveTo>
                    <a:pt x="116" y="0"/>
                  </a:moveTo>
                  <a:cubicBezTo>
                    <a:pt x="0" y="0"/>
                    <a:pt x="0" y="0"/>
                    <a:pt x="0" y="0"/>
                  </a:cubicBezTo>
                  <a:cubicBezTo>
                    <a:pt x="0" y="116"/>
                    <a:pt x="0" y="116"/>
                    <a:pt x="0" y="116"/>
                  </a:cubicBezTo>
                  <a:lnTo>
                    <a:pt x="11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grpSp>
    </p:spTree>
    <p:extLst>
      <p:ext uri="{BB962C8B-B14F-4D97-AF65-F5344CB8AC3E}">
        <p14:creationId xmlns:p14="http://schemas.microsoft.com/office/powerpoint/2010/main" val="1545053818"/>
      </p:ext>
    </p:extLst>
  </p:cSld>
  <p:clrMapOvr>
    <a:masterClrMapping/>
  </p:clrMapOvr>
  <p:transition spd="slow">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3"/>
          <p:cNvSpPr>
            <a:spLocks noGrp="1"/>
          </p:cNvSpPr>
          <p:nvPr>
            <p:ph type="title"/>
          </p:nvPr>
        </p:nvSpPr>
        <p:spPr/>
        <p:txBody>
          <a:bodyPr/>
          <a:lstStyle/>
          <a:p>
            <a:r>
              <a:rPr lang="en-US" b="1" dirty="0" smtClean="0"/>
              <a:t>Service </a:t>
            </a:r>
            <a:r>
              <a:rPr lang="en-US" b="1" dirty="0"/>
              <a:t>Bus Queues</a:t>
            </a:r>
            <a:endParaRPr lang="en-US" dirty="0"/>
          </a:p>
        </p:txBody>
      </p:sp>
      <p:sp>
        <p:nvSpPr>
          <p:cNvPr id="6" name="Text Placeholder 5"/>
          <p:cNvSpPr>
            <a:spLocks noGrp="1"/>
          </p:cNvSpPr>
          <p:nvPr>
            <p:ph type="body" sz="quarter" idx="10"/>
          </p:nvPr>
        </p:nvSpPr>
        <p:spPr>
          <a:xfrm>
            <a:off x="389437" y="1942714"/>
            <a:ext cx="3400177" cy="3384556"/>
          </a:xfrm>
        </p:spPr>
        <p:txBody>
          <a:bodyPr>
            <a:normAutofit fontScale="92500" lnSpcReduction="10000"/>
          </a:bodyPr>
          <a:lstStyle/>
          <a:p>
            <a:pPr defTabSz="699743">
              <a:spcBef>
                <a:spcPct val="20000"/>
              </a:spcBef>
              <a:spcAft>
                <a:spcPts val="0"/>
              </a:spcAft>
              <a:buSzPct val="90000"/>
              <a:buFont typeface="Wingdings" pitchFamily="2" charset="2"/>
            </a:pPr>
            <a:r>
              <a:rPr lang="en-US" sz="1500" spc="-38" dirty="0">
                <a:gradFill>
                  <a:gsLst>
                    <a:gs pos="1250">
                      <a:schemeClr val="tx1"/>
                    </a:gs>
                    <a:gs pos="100000">
                      <a:schemeClr val="tx1"/>
                    </a:gs>
                  </a:gsLst>
                  <a:lin ang="5400000" scaled="0"/>
                </a:gradFill>
                <a:latin typeface="+mn-lt"/>
              </a:rPr>
              <a:t>Service Bus Queues support a brokered messaging communication model.</a:t>
            </a:r>
          </a:p>
          <a:p>
            <a:pPr marL="0" defTabSz="699743">
              <a:spcBef>
                <a:spcPct val="20000"/>
              </a:spcBef>
              <a:spcAft>
                <a:spcPts val="0"/>
              </a:spcAft>
              <a:buSzPct val="90000"/>
              <a:buFont typeface="Wingdings" pitchFamily="2" charset="2"/>
            </a:pPr>
            <a:endParaRPr lang="en-US" sz="1500" spc="-38" dirty="0">
              <a:gradFill>
                <a:gsLst>
                  <a:gs pos="1250">
                    <a:schemeClr val="tx1"/>
                  </a:gs>
                  <a:gs pos="100000">
                    <a:schemeClr val="tx1"/>
                  </a:gs>
                </a:gsLst>
                <a:lin ang="5400000" scaled="0"/>
              </a:gradFill>
              <a:latin typeface="+mn-lt"/>
            </a:endParaRPr>
          </a:p>
          <a:p>
            <a:pPr defTabSz="699743">
              <a:spcBef>
                <a:spcPct val="20000"/>
              </a:spcBef>
              <a:spcAft>
                <a:spcPts val="0"/>
              </a:spcAft>
              <a:buSzPct val="90000"/>
              <a:buFont typeface="Wingdings" pitchFamily="2" charset="2"/>
            </a:pPr>
            <a:r>
              <a:rPr lang="en-US" sz="1500" spc="-38" dirty="0">
                <a:gradFill>
                  <a:gsLst>
                    <a:gs pos="1250">
                      <a:schemeClr val="tx1"/>
                    </a:gs>
                    <a:gs pos="100000">
                      <a:schemeClr val="tx1"/>
                    </a:gs>
                  </a:gsLst>
                  <a:lin ang="5400000" scaled="0"/>
                </a:gradFill>
                <a:latin typeface="+mn-lt"/>
              </a:rPr>
              <a:t>Scenarios include:</a:t>
            </a:r>
          </a:p>
          <a:p>
            <a:pPr marL="396051" lvl="1" indent="-178588" defTabSz="699743">
              <a:spcBef>
                <a:spcPct val="20000"/>
              </a:spcBef>
              <a:buSzPct val="90000"/>
              <a:buFont typeface="Wingdings" pitchFamily="2" charset="2"/>
              <a:buChar char=""/>
            </a:pPr>
            <a:r>
              <a:rPr lang="en-US" dirty="0">
                <a:gradFill>
                  <a:gsLst>
                    <a:gs pos="1250">
                      <a:schemeClr val="tx1"/>
                    </a:gs>
                    <a:gs pos="100000">
                      <a:schemeClr val="tx1"/>
                    </a:gs>
                  </a:gsLst>
                  <a:lin ang="5400000" scaled="0"/>
                </a:gradFill>
              </a:rPr>
              <a:t>Communication between web and worker roles in a multi-tier application</a:t>
            </a:r>
          </a:p>
          <a:p>
            <a:pPr marL="396051" lvl="1" indent="-178588" defTabSz="699743">
              <a:spcBef>
                <a:spcPct val="20000"/>
              </a:spcBef>
              <a:buSzPct val="90000"/>
              <a:buFont typeface="Wingdings" pitchFamily="2" charset="2"/>
              <a:buChar char=""/>
            </a:pPr>
            <a:r>
              <a:rPr lang="en-US" dirty="0">
                <a:gradFill>
                  <a:gsLst>
                    <a:gs pos="1250">
                      <a:schemeClr val="tx1"/>
                    </a:gs>
                    <a:gs pos="100000">
                      <a:schemeClr val="tx1"/>
                    </a:gs>
                  </a:gsLst>
                  <a:lin ang="5400000" scaled="0"/>
                </a:gradFill>
              </a:rPr>
              <a:t>Communication between on-premises apps and Windows Azure hosted apps in a hybrid solution</a:t>
            </a:r>
          </a:p>
          <a:p>
            <a:pPr marL="396051" lvl="1" indent="-178588" defTabSz="699743">
              <a:spcBef>
                <a:spcPct val="20000"/>
              </a:spcBef>
              <a:buSzPct val="90000"/>
              <a:buFont typeface="Wingdings" pitchFamily="2" charset="2"/>
              <a:buChar char=""/>
            </a:pPr>
            <a:r>
              <a:rPr lang="en-US" dirty="0">
                <a:gradFill>
                  <a:gsLst>
                    <a:gs pos="1250">
                      <a:schemeClr val="tx1"/>
                    </a:gs>
                    <a:gs pos="100000">
                      <a:schemeClr val="tx1"/>
                    </a:gs>
                  </a:gsLst>
                  <a:lin ang="5400000" scaled="0"/>
                </a:gradFill>
              </a:rPr>
              <a:t>Communication between components of a distributed application running on-premises in different organizations or departments of an organization</a:t>
            </a:r>
          </a:p>
          <a:p>
            <a:endParaRPr lang="en-US" sz="1500" spc="-53" dirty="0">
              <a:gradFill>
                <a:gsLst>
                  <a:gs pos="1250">
                    <a:schemeClr val="tx1"/>
                  </a:gs>
                  <a:gs pos="100000">
                    <a:schemeClr val="tx1"/>
                  </a:gs>
                </a:gsLst>
                <a:lin ang="5400000" scaled="0"/>
              </a:gradFill>
              <a:latin typeface="+mj-lt"/>
            </a:endParaRPr>
          </a:p>
        </p:txBody>
      </p:sp>
      <p:sp>
        <p:nvSpPr>
          <p:cNvPr id="4" name="Text Placeholder 1"/>
          <p:cNvSpPr txBox="1">
            <a:spLocks/>
          </p:cNvSpPr>
          <p:nvPr/>
        </p:nvSpPr>
        <p:spPr>
          <a:xfrm>
            <a:off x="473092" y="2107967"/>
            <a:ext cx="2872774" cy="3934409"/>
          </a:xfrm>
          <a:prstGeom prst="rect">
            <a:avLst/>
          </a:prstGeom>
        </p:spPr>
        <p:txBody>
          <a:bodyPr lIns="68598">
            <a:norm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1350" dirty="0">
              <a:latin typeface="Segoe UI" panose="020B0502040204020203" pitchFamily="34" charset="0"/>
              <a:cs typeface="Segoe UI" panose="020B0502040204020203"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67311" y="2405642"/>
            <a:ext cx="4286831" cy="2107692"/>
          </a:xfrm>
          <a:prstGeom prst="rect">
            <a:avLst/>
          </a:prstGeom>
        </p:spPr>
      </p:pic>
    </p:spTree>
    <p:extLst>
      <p:ext uri="{BB962C8B-B14F-4D97-AF65-F5344CB8AC3E}">
        <p14:creationId xmlns:p14="http://schemas.microsoft.com/office/powerpoint/2010/main" val="4289124355"/>
      </p:ext>
    </p:extLst>
  </p:cSld>
  <p:clrMapOvr>
    <a:masterClrMapping/>
  </p:clrMapOvr>
  <p:transition>
    <p:fad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z="3967" dirty="0"/>
              <a:t>Example: </a:t>
            </a:r>
            <a:r>
              <a:rPr lang="en-US" sz="3967" dirty="0" err="1"/>
              <a:t>ServiceBus</a:t>
            </a:r>
            <a:r>
              <a:rPr lang="en-US" sz="3967" dirty="0"/>
              <a:t> Queues</a:t>
            </a:r>
          </a:p>
        </p:txBody>
      </p:sp>
      <p:grpSp>
        <p:nvGrpSpPr>
          <p:cNvPr id="39" name="Group 38"/>
          <p:cNvGrpSpPr/>
          <p:nvPr/>
        </p:nvGrpSpPr>
        <p:grpSpPr>
          <a:xfrm>
            <a:off x="2483378" y="4394141"/>
            <a:ext cx="3507165" cy="697769"/>
            <a:chOff x="4388541" y="3302815"/>
            <a:chExt cx="3411742" cy="1092853"/>
          </a:xfrm>
          <a:noFill/>
        </p:grpSpPr>
        <p:sp>
          <p:nvSpPr>
            <p:cNvPr id="13" name="Rectangle 12"/>
            <p:cNvSpPr/>
            <p:nvPr/>
          </p:nvSpPr>
          <p:spPr bwMode="auto">
            <a:xfrm>
              <a:off x="4388541" y="3302815"/>
              <a:ext cx="3411742" cy="1092853"/>
            </a:xfrm>
            <a:prstGeom prst="rect">
              <a:avLst/>
            </a:prstGeom>
            <a:grpFill/>
            <a:ln w="28575">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3716" tIns="6858" rIns="6858" bIns="6858" numCol="1" rtlCol="0" anchor="b" anchorCtr="0" compatLnSpc="1">
              <a:prstTxWarp prst="textNoShape">
                <a:avLst/>
              </a:prstTxWarp>
            </a:bodyPr>
            <a:lstStyle/>
            <a:p>
              <a:pPr defTabSz="684012" fontAlgn="base">
                <a:lnSpc>
                  <a:spcPct val="90000"/>
                </a:lnSpc>
                <a:spcBef>
                  <a:spcPct val="0"/>
                </a:spcBef>
                <a:spcAft>
                  <a:spcPct val="0"/>
                </a:spcAft>
              </a:pPr>
              <a:endParaRPr lang="en-US" sz="900" dirty="0">
                <a:gradFill>
                  <a:gsLst>
                    <a:gs pos="0">
                      <a:srgbClr val="FFFFFF"/>
                    </a:gs>
                    <a:gs pos="100000">
                      <a:srgbClr val="FFFFFF"/>
                    </a:gs>
                  </a:gsLst>
                  <a:lin ang="5400000" scaled="0"/>
                </a:gradFill>
              </a:endParaRPr>
            </a:p>
          </p:txBody>
        </p:sp>
        <p:sp>
          <p:nvSpPr>
            <p:cNvPr id="14" name="TextBox 13"/>
            <p:cNvSpPr txBox="1"/>
            <p:nvPr/>
          </p:nvSpPr>
          <p:spPr>
            <a:xfrm>
              <a:off x="4427415" y="3924223"/>
              <a:ext cx="1487587" cy="405039"/>
            </a:xfrm>
            <a:prstGeom prst="rect">
              <a:avLst/>
            </a:prstGeom>
            <a:grpFill/>
            <a:ln>
              <a:noFill/>
              <a:prstDash val="dash"/>
            </a:ln>
          </p:spPr>
          <p:txBody>
            <a:bodyPr wrap="none" lIns="0" tIns="0" rIns="0" bIns="0" rtlCol="0" anchor="ctr">
              <a:noAutofit/>
            </a:bodyPr>
            <a:lstStyle/>
            <a:p>
              <a:pPr defTabSz="684721"/>
              <a:r>
                <a:rPr lang="en-US" sz="1500" dirty="0">
                  <a:solidFill>
                    <a:srgbClr val="292929">
                      <a:lumMod val="90000"/>
                      <a:lumOff val="10000"/>
                    </a:srgbClr>
                  </a:solidFill>
                </a:rPr>
                <a:t>myqueue</a:t>
              </a:r>
            </a:p>
          </p:txBody>
        </p:sp>
      </p:grpSp>
      <p:sp>
        <p:nvSpPr>
          <p:cNvPr id="15" name="Rectangle 14"/>
          <p:cNvSpPr/>
          <p:nvPr/>
        </p:nvSpPr>
        <p:spPr bwMode="auto">
          <a:xfrm>
            <a:off x="396591" y="2508014"/>
            <a:ext cx="1451825" cy="145303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algn="ctr" defTabSz="684012" fontAlgn="base">
              <a:lnSpc>
                <a:spcPct val="90000"/>
              </a:lnSpc>
              <a:spcBef>
                <a:spcPct val="0"/>
              </a:spcBef>
              <a:spcAft>
                <a:spcPct val="0"/>
              </a:spcAft>
            </a:pPr>
            <a:r>
              <a:rPr lang="en-US" sz="1500" dirty="0">
                <a:solidFill>
                  <a:srgbClr val="FFFFFF"/>
                </a:solidFill>
              </a:rPr>
              <a:t>Publisher</a:t>
            </a:r>
          </a:p>
        </p:txBody>
      </p:sp>
      <p:sp>
        <p:nvSpPr>
          <p:cNvPr id="16" name="Freeform 6"/>
          <p:cNvSpPr>
            <a:spLocks noChangeAspect="1" noEditPoints="1"/>
          </p:cNvSpPr>
          <p:nvPr/>
        </p:nvSpPr>
        <p:spPr bwMode="black">
          <a:xfrm>
            <a:off x="708725" y="2830661"/>
            <a:ext cx="572921" cy="732697"/>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bg1"/>
          </a:solidFill>
          <a:ln w="7" cap="flat">
            <a:noFill/>
            <a:prstDash val="solid"/>
            <a:miter lim="800000"/>
            <a:headEnd/>
            <a:tailEnd/>
          </a:ln>
        </p:spPr>
        <p:txBody>
          <a:bodyPr vert="horz" wrap="square" lIns="68510" tIns="34256" rIns="68510" bIns="34256" numCol="1" anchor="t" anchorCtr="0" compatLnSpc="1">
            <a:prstTxWarp prst="textNoShape">
              <a:avLst/>
            </a:prstTxWarp>
          </a:bodyPr>
          <a:lstStyle/>
          <a:p>
            <a:pPr defTabSz="913222"/>
            <a:endParaRPr lang="en-US" sz="1800" dirty="0">
              <a:solidFill>
                <a:srgbClr val="292929"/>
              </a:solidFill>
            </a:endParaRPr>
          </a:p>
        </p:txBody>
      </p:sp>
      <p:sp>
        <p:nvSpPr>
          <p:cNvPr id="26" name="Rectangle 25"/>
          <p:cNvSpPr/>
          <p:nvPr/>
        </p:nvSpPr>
        <p:spPr bwMode="auto">
          <a:xfrm>
            <a:off x="396591" y="4130522"/>
            <a:ext cx="1451825" cy="1453039"/>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algn="ctr" defTabSz="684012" fontAlgn="base">
              <a:lnSpc>
                <a:spcPct val="90000"/>
              </a:lnSpc>
              <a:spcBef>
                <a:spcPct val="0"/>
              </a:spcBef>
              <a:spcAft>
                <a:spcPct val="0"/>
              </a:spcAft>
            </a:pPr>
            <a:r>
              <a:rPr lang="en-US" sz="1500" dirty="0">
                <a:solidFill>
                  <a:srgbClr val="FFFFFF"/>
                </a:solidFill>
              </a:rPr>
              <a:t>Publisher</a:t>
            </a:r>
          </a:p>
        </p:txBody>
      </p:sp>
      <p:sp>
        <p:nvSpPr>
          <p:cNvPr id="27" name="Freeform 6"/>
          <p:cNvSpPr>
            <a:spLocks noChangeAspect="1" noEditPoints="1"/>
          </p:cNvSpPr>
          <p:nvPr/>
        </p:nvSpPr>
        <p:spPr bwMode="black">
          <a:xfrm>
            <a:off x="708725" y="4450553"/>
            <a:ext cx="572921" cy="732697"/>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bg1"/>
          </a:solidFill>
          <a:ln w="7" cap="flat">
            <a:noFill/>
            <a:prstDash val="solid"/>
            <a:miter lim="800000"/>
            <a:headEnd/>
            <a:tailEnd/>
          </a:ln>
        </p:spPr>
        <p:txBody>
          <a:bodyPr vert="horz" wrap="square" lIns="68510" tIns="34256" rIns="68510" bIns="34256" numCol="1" anchor="t" anchorCtr="0" compatLnSpc="1">
            <a:prstTxWarp prst="textNoShape">
              <a:avLst/>
            </a:prstTxWarp>
          </a:bodyPr>
          <a:lstStyle/>
          <a:p>
            <a:pPr defTabSz="913222"/>
            <a:endParaRPr lang="en-US" sz="1800" dirty="0">
              <a:solidFill>
                <a:srgbClr val="292929"/>
              </a:solidFill>
            </a:endParaRPr>
          </a:p>
        </p:txBody>
      </p:sp>
      <p:sp>
        <p:nvSpPr>
          <p:cNvPr id="30" name="Rectangle 29"/>
          <p:cNvSpPr/>
          <p:nvPr/>
        </p:nvSpPr>
        <p:spPr bwMode="auto">
          <a:xfrm>
            <a:off x="7306808" y="2508014"/>
            <a:ext cx="1451825" cy="145303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algn="ctr" defTabSz="684012" fontAlgn="base">
              <a:lnSpc>
                <a:spcPct val="90000"/>
              </a:lnSpc>
              <a:spcBef>
                <a:spcPct val="0"/>
              </a:spcBef>
              <a:spcAft>
                <a:spcPct val="0"/>
              </a:spcAft>
            </a:pPr>
            <a:r>
              <a:rPr lang="en-US" sz="1500" dirty="0">
                <a:solidFill>
                  <a:srgbClr val="FFFFFF"/>
                </a:solidFill>
              </a:rPr>
              <a:t>Consumer</a:t>
            </a:r>
          </a:p>
        </p:txBody>
      </p:sp>
      <p:sp>
        <p:nvSpPr>
          <p:cNvPr id="31" name="Freeform 6"/>
          <p:cNvSpPr>
            <a:spLocks noChangeAspect="1" noEditPoints="1"/>
          </p:cNvSpPr>
          <p:nvPr/>
        </p:nvSpPr>
        <p:spPr bwMode="black">
          <a:xfrm>
            <a:off x="7719798" y="2827537"/>
            <a:ext cx="572921" cy="732697"/>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bg1"/>
          </a:solidFill>
          <a:ln w="7" cap="flat">
            <a:noFill/>
            <a:prstDash val="solid"/>
            <a:miter lim="800000"/>
            <a:headEnd/>
            <a:tailEnd/>
          </a:ln>
        </p:spPr>
        <p:txBody>
          <a:bodyPr vert="horz" wrap="square" lIns="68510" tIns="34256" rIns="68510" bIns="34256" numCol="1" anchor="t" anchorCtr="0" compatLnSpc="1">
            <a:prstTxWarp prst="textNoShape">
              <a:avLst/>
            </a:prstTxWarp>
          </a:bodyPr>
          <a:lstStyle/>
          <a:p>
            <a:pPr defTabSz="913222"/>
            <a:endParaRPr lang="en-US" sz="1800" dirty="0">
              <a:solidFill>
                <a:srgbClr val="292929"/>
              </a:solidFill>
            </a:endParaRPr>
          </a:p>
        </p:txBody>
      </p:sp>
      <p:sp>
        <p:nvSpPr>
          <p:cNvPr id="40" name="Freeform 6"/>
          <p:cNvSpPr>
            <a:spLocks noChangeAspect="1" noEditPoints="1"/>
          </p:cNvSpPr>
          <p:nvPr/>
        </p:nvSpPr>
        <p:spPr bwMode="black">
          <a:xfrm>
            <a:off x="7715250" y="2827537"/>
            <a:ext cx="572921" cy="732697"/>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bg1"/>
          </a:solidFill>
          <a:ln w="7" cap="flat">
            <a:noFill/>
            <a:prstDash val="solid"/>
            <a:miter lim="800000"/>
            <a:headEnd/>
            <a:tailEnd/>
          </a:ln>
        </p:spPr>
        <p:txBody>
          <a:bodyPr vert="horz" wrap="square" lIns="68510" tIns="34256" rIns="68510" bIns="34256" numCol="1" anchor="t" anchorCtr="0" compatLnSpc="1">
            <a:prstTxWarp prst="textNoShape">
              <a:avLst/>
            </a:prstTxWarp>
          </a:bodyPr>
          <a:lstStyle/>
          <a:p>
            <a:pPr defTabSz="913222"/>
            <a:endParaRPr lang="en-US" sz="1800" dirty="0">
              <a:solidFill>
                <a:srgbClr val="292929"/>
              </a:solidFill>
            </a:endParaRPr>
          </a:p>
        </p:txBody>
      </p:sp>
      <p:pic>
        <p:nvPicPr>
          <p:cNvPr id="33" name="Pictur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6772" y="2974182"/>
            <a:ext cx="433585" cy="418184"/>
          </a:xfrm>
          <a:prstGeom prst="rect">
            <a:avLst/>
          </a:prstGeom>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416" y="3117773"/>
            <a:ext cx="433585" cy="418184"/>
          </a:xfrm>
          <a:prstGeom prst="rect">
            <a:avLst/>
          </a:prstGeom>
        </p:spPr>
      </p:pic>
      <p:sp>
        <p:nvSpPr>
          <p:cNvPr id="28" name="Freeform 128"/>
          <p:cNvSpPr>
            <a:spLocks noEditPoints="1"/>
          </p:cNvSpPr>
          <p:nvPr/>
        </p:nvSpPr>
        <p:spPr bwMode="black">
          <a:xfrm>
            <a:off x="1010416" y="4821549"/>
            <a:ext cx="433585" cy="303167"/>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2"/>
          </a:solidFill>
          <a:ln>
            <a:noFill/>
          </a:ln>
          <a:extLst/>
        </p:spPr>
        <p:txBody>
          <a:bodyPr vert="horz" wrap="square" lIns="61668" tIns="30835" rIns="61668" bIns="30835" numCol="1" anchor="t" anchorCtr="0" compatLnSpc="1">
            <a:prstTxWarp prst="textNoShape">
              <a:avLst/>
            </a:prstTxWarp>
          </a:bodyPr>
          <a:lstStyle/>
          <a:p>
            <a:pPr defTabSz="913222"/>
            <a:endParaRPr lang="en-US" sz="1200" dirty="0">
              <a:solidFill>
                <a:srgbClr val="292929"/>
              </a:solidFill>
            </a:endParaRP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415" y="4737665"/>
            <a:ext cx="433585" cy="418184"/>
          </a:xfrm>
          <a:prstGeom prst="rect">
            <a:avLst/>
          </a:prstGeom>
        </p:spPr>
      </p:pic>
      <p:sp>
        <p:nvSpPr>
          <p:cNvPr id="17" name="Freeform 128"/>
          <p:cNvSpPr>
            <a:spLocks noEditPoints="1"/>
          </p:cNvSpPr>
          <p:nvPr/>
        </p:nvSpPr>
        <p:spPr bwMode="black">
          <a:xfrm>
            <a:off x="1010416" y="3201657"/>
            <a:ext cx="433585" cy="303167"/>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2"/>
          </a:solidFill>
          <a:ln>
            <a:noFill/>
          </a:ln>
          <a:extLst/>
        </p:spPr>
        <p:txBody>
          <a:bodyPr vert="horz" wrap="square" lIns="61668" tIns="30835" rIns="61668" bIns="30835" numCol="1" anchor="t" anchorCtr="0" compatLnSpc="1">
            <a:prstTxWarp prst="textNoShape">
              <a:avLst/>
            </a:prstTxWarp>
          </a:bodyPr>
          <a:lstStyle/>
          <a:p>
            <a:pPr defTabSz="913222"/>
            <a:endParaRPr lang="en-US" sz="1200" dirty="0">
              <a:solidFill>
                <a:srgbClr val="292929"/>
              </a:solidFill>
            </a:endParaRPr>
          </a:p>
        </p:txBody>
      </p:sp>
      <p:grpSp>
        <p:nvGrpSpPr>
          <p:cNvPr id="3" name="Group 2"/>
          <p:cNvGrpSpPr/>
          <p:nvPr/>
        </p:nvGrpSpPr>
        <p:grpSpPr>
          <a:xfrm>
            <a:off x="4820595" y="3429000"/>
            <a:ext cx="2037406" cy="1879075"/>
            <a:chOff x="6427459" y="3429000"/>
            <a:chExt cx="2716541" cy="2505433"/>
          </a:xfrm>
        </p:grpSpPr>
        <p:sp>
          <p:nvSpPr>
            <p:cNvPr id="8" name="Rectangle 7"/>
            <p:cNvSpPr/>
            <p:nvPr/>
          </p:nvSpPr>
          <p:spPr bwMode="auto">
            <a:xfrm>
              <a:off x="6461127" y="4323417"/>
              <a:ext cx="2280003" cy="80952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35" name="Rectangle 34"/>
            <p:cNvSpPr/>
            <p:nvPr/>
          </p:nvSpPr>
          <p:spPr bwMode="auto">
            <a:xfrm>
              <a:off x="6427459" y="4905475"/>
              <a:ext cx="1102056" cy="80952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36" name="Rectangle 35"/>
            <p:cNvSpPr/>
            <p:nvPr/>
          </p:nvSpPr>
          <p:spPr bwMode="auto">
            <a:xfrm>
              <a:off x="6808459" y="4323417"/>
              <a:ext cx="2280003" cy="588639"/>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37" name="Rectangle 36"/>
            <p:cNvSpPr/>
            <p:nvPr/>
          </p:nvSpPr>
          <p:spPr bwMode="auto">
            <a:xfrm>
              <a:off x="6995806" y="4635931"/>
              <a:ext cx="1102056" cy="80952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38" name="Rectangle 37"/>
            <p:cNvSpPr/>
            <p:nvPr/>
          </p:nvSpPr>
          <p:spPr bwMode="auto">
            <a:xfrm>
              <a:off x="7335862" y="4454856"/>
              <a:ext cx="1102056" cy="80952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7" name="Freeform 5"/>
            <p:cNvSpPr>
              <a:spLocks noEditPoints="1"/>
            </p:cNvSpPr>
            <p:nvPr/>
          </p:nvSpPr>
          <p:spPr bwMode="auto">
            <a:xfrm>
              <a:off x="6427459" y="3429000"/>
              <a:ext cx="2716541" cy="2505433"/>
            </a:xfrm>
            <a:custGeom>
              <a:avLst/>
              <a:gdLst>
                <a:gd name="T0" fmla="*/ 1586 w 1853"/>
                <a:gd name="T1" fmla="*/ 444 h 1709"/>
                <a:gd name="T2" fmla="*/ 1266 w 1853"/>
                <a:gd name="T3" fmla="*/ 364 h 1709"/>
                <a:gd name="T4" fmla="*/ 858 w 1853"/>
                <a:gd name="T5" fmla="*/ 123 h 1709"/>
                <a:gd name="T6" fmla="*/ 562 w 1853"/>
                <a:gd name="T7" fmla="*/ 1709 h 1709"/>
                <a:gd name="T8" fmla="*/ 1260 w 1853"/>
                <a:gd name="T9" fmla="*/ 1351 h 1709"/>
                <a:gd name="T10" fmla="*/ 1515 w 1853"/>
                <a:gd name="T11" fmla="*/ 1166 h 1709"/>
                <a:gd name="T12" fmla="*/ 1754 w 1853"/>
                <a:gd name="T13" fmla="*/ 1088 h 1709"/>
                <a:gd name="T14" fmla="*/ 516 w 1853"/>
                <a:gd name="T15" fmla="*/ 1657 h 1709"/>
                <a:gd name="T16" fmla="*/ 516 w 1853"/>
                <a:gd name="T17" fmla="*/ 1657 h 1709"/>
                <a:gd name="T18" fmla="*/ 519 w 1853"/>
                <a:gd name="T19" fmla="*/ 887 h 1709"/>
                <a:gd name="T20" fmla="*/ 40 w 1853"/>
                <a:gd name="T21" fmla="*/ 727 h 1709"/>
                <a:gd name="T22" fmla="*/ 40 w 1853"/>
                <a:gd name="T23" fmla="*/ 688 h 1709"/>
                <a:gd name="T24" fmla="*/ 521 w 1853"/>
                <a:gd name="T25" fmla="*/ 510 h 1709"/>
                <a:gd name="T26" fmla="*/ 521 w 1853"/>
                <a:gd name="T27" fmla="*/ 510 h 1709"/>
                <a:gd name="T28" fmla="*/ 523 w 1853"/>
                <a:gd name="T29" fmla="*/ 217 h 1709"/>
                <a:gd name="T30" fmla="*/ 42 w 1853"/>
                <a:gd name="T31" fmla="*/ 126 h 1709"/>
                <a:gd name="T32" fmla="*/ 849 w 1853"/>
                <a:gd name="T33" fmla="*/ 1386 h 1709"/>
                <a:gd name="T34" fmla="*/ 1021 w 1853"/>
                <a:gd name="T35" fmla="*/ 945 h 1709"/>
                <a:gd name="T36" fmla="*/ 1021 w 1853"/>
                <a:gd name="T37" fmla="*/ 945 h 1709"/>
                <a:gd name="T38" fmla="*/ 1022 w 1853"/>
                <a:gd name="T39" fmla="*/ 733 h 1709"/>
                <a:gd name="T40" fmla="*/ 854 w 1853"/>
                <a:gd name="T41" fmla="*/ 621 h 1709"/>
                <a:gd name="T42" fmla="*/ 854 w 1853"/>
                <a:gd name="T43" fmla="*/ 591 h 1709"/>
                <a:gd name="T44" fmla="*/ 1024 w 1853"/>
                <a:gd name="T45" fmla="*/ 459 h 1709"/>
                <a:gd name="T46" fmla="*/ 1024 w 1853"/>
                <a:gd name="T47" fmla="*/ 459 h 1709"/>
                <a:gd name="T48" fmla="*/ 1024 w 1853"/>
                <a:gd name="T49" fmla="*/ 246 h 1709"/>
                <a:gd name="T50" fmla="*/ 1263 w 1853"/>
                <a:gd name="T51" fmla="*/ 929 h 1709"/>
                <a:gd name="T52" fmla="*/ 1263 w 1853"/>
                <a:gd name="T53" fmla="*/ 905 h 1709"/>
                <a:gd name="T54" fmla="*/ 1332 w 1853"/>
                <a:gd name="T55" fmla="*/ 816 h 1709"/>
                <a:gd name="T56" fmla="*/ 1332 w 1853"/>
                <a:gd name="T57" fmla="*/ 816 h 1709"/>
                <a:gd name="T58" fmla="*/ 1334 w 1853"/>
                <a:gd name="T59" fmla="*/ 654 h 1709"/>
                <a:gd name="T60" fmla="*/ 1266 w 1853"/>
                <a:gd name="T61" fmla="*/ 567 h 1709"/>
                <a:gd name="T62" fmla="*/ 1266 w 1853"/>
                <a:gd name="T63" fmla="*/ 545 h 1709"/>
                <a:gd name="T64" fmla="*/ 1335 w 1853"/>
                <a:gd name="T65" fmla="*/ 444 h 1709"/>
                <a:gd name="T66" fmla="*/ 1335 w 1853"/>
                <a:gd name="T67" fmla="*/ 444 h 1709"/>
                <a:gd name="T68" fmla="*/ 1564 w 1853"/>
                <a:gd name="T69" fmla="*/ 897 h 1709"/>
                <a:gd name="T70" fmla="*/ 1517 w 1853"/>
                <a:gd name="T71" fmla="*/ 824 h 1709"/>
                <a:gd name="T72" fmla="*/ 1517 w 1853"/>
                <a:gd name="T73" fmla="*/ 806 h 1709"/>
                <a:gd name="T74" fmla="*/ 1564 w 1853"/>
                <a:gd name="T75" fmla="*/ 735 h 1709"/>
                <a:gd name="T76" fmla="*/ 1564 w 1853"/>
                <a:gd name="T77" fmla="*/ 735 h 1709"/>
                <a:gd name="T78" fmla="*/ 1566 w 1853"/>
                <a:gd name="T79" fmla="*/ 611 h 1709"/>
                <a:gd name="T80" fmla="*/ 1520 w 1853"/>
                <a:gd name="T81" fmla="*/ 543 h 1709"/>
                <a:gd name="T82" fmla="*/ 1520 w 1853"/>
                <a:gd name="T83" fmla="*/ 527 h 1709"/>
                <a:gd name="T84" fmla="*/ 1739 w 1853"/>
                <a:gd name="T85" fmla="*/ 1071 h 1709"/>
                <a:gd name="T86" fmla="*/ 1739 w 1853"/>
                <a:gd name="T87" fmla="*/ 1071 h 1709"/>
                <a:gd name="T88" fmla="*/ 1741 w 1853"/>
                <a:gd name="T89" fmla="*/ 814 h 1709"/>
                <a:gd name="T90" fmla="*/ 1707 w 1853"/>
                <a:gd name="T91" fmla="*/ 760 h 1709"/>
                <a:gd name="T92" fmla="*/ 1707 w 1853"/>
                <a:gd name="T93" fmla="*/ 745 h 1709"/>
                <a:gd name="T94" fmla="*/ 1741 w 1853"/>
                <a:gd name="T95" fmla="*/ 690 h 1709"/>
                <a:gd name="T96" fmla="*/ 1741 w 1853"/>
                <a:gd name="T97" fmla="*/ 690 h 1709"/>
                <a:gd name="T98" fmla="*/ 1742 w 1853"/>
                <a:gd name="T99" fmla="*/ 592 h 1709"/>
                <a:gd name="T100" fmla="*/ 1709 w 1853"/>
                <a:gd name="T101" fmla="*/ 542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53" h="1709">
                  <a:moveTo>
                    <a:pt x="1757" y="520"/>
                  </a:moveTo>
                  <a:lnTo>
                    <a:pt x="1709" y="528"/>
                  </a:lnTo>
                  <a:lnTo>
                    <a:pt x="1709" y="498"/>
                  </a:lnTo>
                  <a:lnTo>
                    <a:pt x="1586" y="444"/>
                  </a:lnTo>
                  <a:lnTo>
                    <a:pt x="1520" y="456"/>
                  </a:lnTo>
                  <a:lnTo>
                    <a:pt x="1520" y="416"/>
                  </a:lnTo>
                  <a:lnTo>
                    <a:pt x="1360" y="348"/>
                  </a:lnTo>
                  <a:lnTo>
                    <a:pt x="1266" y="364"/>
                  </a:lnTo>
                  <a:lnTo>
                    <a:pt x="1268" y="300"/>
                  </a:lnTo>
                  <a:lnTo>
                    <a:pt x="1059" y="209"/>
                  </a:lnTo>
                  <a:lnTo>
                    <a:pt x="858" y="242"/>
                  </a:lnTo>
                  <a:lnTo>
                    <a:pt x="858" y="123"/>
                  </a:lnTo>
                  <a:lnTo>
                    <a:pt x="572" y="0"/>
                  </a:lnTo>
                  <a:lnTo>
                    <a:pt x="5" y="93"/>
                  </a:lnTo>
                  <a:lnTo>
                    <a:pt x="0" y="1599"/>
                  </a:lnTo>
                  <a:lnTo>
                    <a:pt x="562" y="1709"/>
                  </a:lnTo>
                  <a:lnTo>
                    <a:pt x="847" y="1566"/>
                  </a:lnTo>
                  <a:lnTo>
                    <a:pt x="849" y="1415"/>
                  </a:lnTo>
                  <a:lnTo>
                    <a:pt x="1051" y="1455"/>
                  </a:lnTo>
                  <a:lnTo>
                    <a:pt x="1260" y="1351"/>
                  </a:lnTo>
                  <a:lnTo>
                    <a:pt x="1261" y="1280"/>
                  </a:lnTo>
                  <a:lnTo>
                    <a:pt x="1355" y="1298"/>
                  </a:lnTo>
                  <a:lnTo>
                    <a:pt x="1515" y="1218"/>
                  </a:lnTo>
                  <a:lnTo>
                    <a:pt x="1515" y="1166"/>
                  </a:lnTo>
                  <a:lnTo>
                    <a:pt x="1583" y="1179"/>
                  </a:lnTo>
                  <a:lnTo>
                    <a:pt x="1705" y="1119"/>
                  </a:lnTo>
                  <a:lnTo>
                    <a:pt x="1705" y="1080"/>
                  </a:lnTo>
                  <a:lnTo>
                    <a:pt x="1754" y="1088"/>
                  </a:lnTo>
                  <a:lnTo>
                    <a:pt x="1850" y="1041"/>
                  </a:lnTo>
                  <a:lnTo>
                    <a:pt x="1853" y="560"/>
                  </a:lnTo>
                  <a:lnTo>
                    <a:pt x="1757" y="520"/>
                  </a:lnTo>
                  <a:close/>
                  <a:moveTo>
                    <a:pt x="516" y="1657"/>
                  </a:moveTo>
                  <a:lnTo>
                    <a:pt x="37" y="1569"/>
                  </a:lnTo>
                  <a:lnTo>
                    <a:pt x="38" y="1024"/>
                  </a:lnTo>
                  <a:lnTo>
                    <a:pt x="519" y="1053"/>
                  </a:lnTo>
                  <a:lnTo>
                    <a:pt x="516" y="1657"/>
                  </a:lnTo>
                  <a:close/>
                  <a:moveTo>
                    <a:pt x="519" y="1009"/>
                  </a:moveTo>
                  <a:lnTo>
                    <a:pt x="38" y="987"/>
                  </a:lnTo>
                  <a:lnTo>
                    <a:pt x="38" y="876"/>
                  </a:lnTo>
                  <a:lnTo>
                    <a:pt x="519" y="887"/>
                  </a:lnTo>
                  <a:lnTo>
                    <a:pt x="519" y="1009"/>
                  </a:lnTo>
                  <a:close/>
                  <a:moveTo>
                    <a:pt x="519" y="843"/>
                  </a:moveTo>
                  <a:lnTo>
                    <a:pt x="38" y="838"/>
                  </a:lnTo>
                  <a:lnTo>
                    <a:pt x="40" y="727"/>
                  </a:lnTo>
                  <a:lnTo>
                    <a:pt x="521" y="720"/>
                  </a:lnTo>
                  <a:lnTo>
                    <a:pt x="519" y="843"/>
                  </a:lnTo>
                  <a:close/>
                  <a:moveTo>
                    <a:pt x="521" y="676"/>
                  </a:moveTo>
                  <a:lnTo>
                    <a:pt x="40" y="688"/>
                  </a:lnTo>
                  <a:lnTo>
                    <a:pt x="40" y="577"/>
                  </a:lnTo>
                  <a:lnTo>
                    <a:pt x="521" y="552"/>
                  </a:lnTo>
                  <a:lnTo>
                    <a:pt x="521" y="676"/>
                  </a:lnTo>
                  <a:close/>
                  <a:moveTo>
                    <a:pt x="521" y="510"/>
                  </a:moveTo>
                  <a:lnTo>
                    <a:pt x="40" y="538"/>
                  </a:lnTo>
                  <a:lnTo>
                    <a:pt x="40" y="426"/>
                  </a:lnTo>
                  <a:lnTo>
                    <a:pt x="523" y="385"/>
                  </a:lnTo>
                  <a:lnTo>
                    <a:pt x="521" y="510"/>
                  </a:lnTo>
                  <a:close/>
                  <a:moveTo>
                    <a:pt x="523" y="342"/>
                  </a:moveTo>
                  <a:lnTo>
                    <a:pt x="40" y="387"/>
                  </a:lnTo>
                  <a:lnTo>
                    <a:pt x="40" y="276"/>
                  </a:lnTo>
                  <a:lnTo>
                    <a:pt x="523" y="217"/>
                  </a:lnTo>
                  <a:lnTo>
                    <a:pt x="523" y="342"/>
                  </a:lnTo>
                  <a:close/>
                  <a:moveTo>
                    <a:pt x="524" y="175"/>
                  </a:moveTo>
                  <a:lnTo>
                    <a:pt x="42" y="237"/>
                  </a:lnTo>
                  <a:lnTo>
                    <a:pt x="42" y="126"/>
                  </a:lnTo>
                  <a:lnTo>
                    <a:pt x="524" y="51"/>
                  </a:lnTo>
                  <a:lnTo>
                    <a:pt x="524" y="175"/>
                  </a:lnTo>
                  <a:close/>
                  <a:moveTo>
                    <a:pt x="1019" y="1416"/>
                  </a:moveTo>
                  <a:lnTo>
                    <a:pt x="849" y="1386"/>
                  </a:lnTo>
                  <a:lnTo>
                    <a:pt x="852" y="967"/>
                  </a:lnTo>
                  <a:lnTo>
                    <a:pt x="1021" y="976"/>
                  </a:lnTo>
                  <a:lnTo>
                    <a:pt x="1019" y="1416"/>
                  </a:lnTo>
                  <a:close/>
                  <a:moveTo>
                    <a:pt x="1021" y="945"/>
                  </a:moveTo>
                  <a:lnTo>
                    <a:pt x="852" y="937"/>
                  </a:lnTo>
                  <a:lnTo>
                    <a:pt x="852" y="851"/>
                  </a:lnTo>
                  <a:lnTo>
                    <a:pt x="1021" y="855"/>
                  </a:lnTo>
                  <a:lnTo>
                    <a:pt x="1021" y="945"/>
                  </a:lnTo>
                  <a:close/>
                  <a:moveTo>
                    <a:pt x="1021" y="824"/>
                  </a:moveTo>
                  <a:lnTo>
                    <a:pt x="852" y="821"/>
                  </a:lnTo>
                  <a:lnTo>
                    <a:pt x="854" y="735"/>
                  </a:lnTo>
                  <a:lnTo>
                    <a:pt x="1022" y="733"/>
                  </a:lnTo>
                  <a:lnTo>
                    <a:pt x="1021" y="824"/>
                  </a:lnTo>
                  <a:close/>
                  <a:moveTo>
                    <a:pt x="1022" y="702"/>
                  </a:moveTo>
                  <a:lnTo>
                    <a:pt x="854" y="707"/>
                  </a:lnTo>
                  <a:lnTo>
                    <a:pt x="854" y="621"/>
                  </a:lnTo>
                  <a:lnTo>
                    <a:pt x="1022" y="612"/>
                  </a:lnTo>
                  <a:lnTo>
                    <a:pt x="1022" y="702"/>
                  </a:lnTo>
                  <a:close/>
                  <a:moveTo>
                    <a:pt x="1022" y="580"/>
                  </a:moveTo>
                  <a:lnTo>
                    <a:pt x="854" y="591"/>
                  </a:lnTo>
                  <a:lnTo>
                    <a:pt x="856" y="505"/>
                  </a:lnTo>
                  <a:lnTo>
                    <a:pt x="1024" y="490"/>
                  </a:lnTo>
                  <a:lnTo>
                    <a:pt x="1022" y="580"/>
                  </a:lnTo>
                  <a:close/>
                  <a:moveTo>
                    <a:pt x="1024" y="459"/>
                  </a:moveTo>
                  <a:lnTo>
                    <a:pt x="856" y="475"/>
                  </a:lnTo>
                  <a:lnTo>
                    <a:pt x="856" y="389"/>
                  </a:lnTo>
                  <a:lnTo>
                    <a:pt x="1024" y="369"/>
                  </a:lnTo>
                  <a:lnTo>
                    <a:pt x="1024" y="459"/>
                  </a:lnTo>
                  <a:close/>
                  <a:moveTo>
                    <a:pt x="1024" y="337"/>
                  </a:moveTo>
                  <a:lnTo>
                    <a:pt x="856" y="359"/>
                  </a:lnTo>
                  <a:lnTo>
                    <a:pt x="856" y="273"/>
                  </a:lnTo>
                  <a:lnTo>
                    <a:pt x="1024" y="246"/>
                  </a:lnTo>
                  <a:lnTo>
                    <a:pt x="1024" y="337"/>
                  </a:lnTo>
                  <a:close/>
                  <a:moveTo>
                    <a:pt x="1330" y="1270"/>
                  </a:moveTo>
                  <a:lnTo>
                    <a:pt x="1261" y="1256"/>
                  </a:lnTo>
                  <a:lnTo>
                    <a:pt x="1263" y="929"/>
                  </a:lnTo>
                  <a:lnTo>
                    <a:pt x="1332" y="934"/>
                  </a:lnTo>
                  <a:lnTo>
                    <a:pt x="1330" y="1270"/>
                  </a:lnTo>
                  <a:close/>
                  <a:moveTo>
                    <a:pt x="1332" y="908"/>
                  </a:moveTo>
                  <a:lnTo>
                    <a:pt x="1263" y="905"/>
                  </a:lnTo>
                  <a:lnTo>
                    <a:pt x="1263" y="839"/>
                  </a:lnTo>
                  <a:lnTo>
                    <a:pt x="1332" y="841"/>
                  </a:lnTo>
                  <a:lnTo>
                    <a:pt x="1332" y="908"/>
                  </a:lnTo>
                  <a:close/>
                  <a:moveTo>
                    <a:pt x="1332" y="816"/>
                  </a:moveTo>
                  <a:lnTo>
                    <a:pt x="1265" y="816"/>
                  </a:lnTo>
                  <a:lnTo>
                    <a:pt x="1265" y="749"/>
                  </a:lnTo>
                  <a:lnTo>
                    <a:pt x="1334" y="747"/>
                  </a:lnTo>
                  <a:lnTo>
                    <a:pt x="1332" y="816"/>
                  </a:lnTo>
                  <a:close/>
                  <a:moveTo>
                    <a:pt x="1334" y="723"/>
                  </a:moveTo>
                  <a:lnTo>
                    <a:pt x="1265" y="725"/>
                  </a:lnTo>
                  <a:lnTo>
                    <a:pt x="1265" y="658"/>
                  </a:lnTo>
                  <a:lnTo>
                    <a:pt x="1334" y="654"/>
                  </a:lnTo>
                  <a:lnTo>
                    <a:pt x="1334" y="723"/>
                  </a:lnTo>
                  <a:close/>
                  <a:moveTo>
                    <a:pt x="1334" y="631"/>
                  </a:moveTo>
                  <a:lnTo>
                    <a:pt x="1265" y="634"/>
                  </a:lnTo>
                  <a:lnTo>
                    <a:pt x="1266" y="567"/>
                  </a:lnTo>
                  <a:lnTo>
                    <a:pt x="1334" y="562"/>
                  </a:lnTo>
                  <a:lnTo>
                    <a:pt x="1334" y="631"/>
                  </a:lnTo>
                  <a:close/>
                  <a:moveTo>
                    <a:pt x="1334" y="538"/>
                  </a:moveTo>
                  <a:lnTo>
                    <a:pt x="1266" y="545"/>
                  </a:lnTo>
                  <a:lnTo>
                    <a:pt x="1266" y="478"/>
                  </a:lnTo>
                  <a:lnTo>
                    <a:pt x="1335" y="469"/>
                  </a:lnTo>
                  <a:lnTo>
                    <a:pt x="1334" y="538"/>
                  </a:lnTo>
                  <a:close/>
                  <a:moveTo>
                    <a:pt x="1335" y="444"/>
                  </a:moveTo>
                  <a:lnTo>
                    <a:pt x="1266" y="454"/>
                  </a:lnTo>
                  <a:lnTo>
                    <a:pt x="1266" y="387"/>
                  </a:lnTo>
                  <a:lnTo>
                    <a:pt x="1335" y="375"/>
                  </a:lnTo>
                  <a:lnTo>
                    <a:pt x="1335" y="444"/>
                  </a:lnTo>
                  <a:close/>
                  <a:moveTo>
                    <a:pt x="1562" y="1157"/>
                  </a:moveTo>
                  <a:lnTo>
                    <a:pt x="1515" y="1149"/>
                  </a:lnTo>
                  <a:lnTo>
                    <a:pt x="1517" y="895"/>
                  </a:lnTo>
                  <a:lnTo>
                    <a:pt x="1564" y="897"/>
                  </a:lnTo>
                  <a:lnTo>
                    <a:pt x="1562" y="1157"/>
                  </a:lnTo>
                  <a:close/>
                  <a:moveTo>
                    <a:pt x="1564" y="878"/>
                  </a:moveTo>
                  <a:lnTo>
                    <a:pt x="1517" y="876"/>
                  </a:lnTo>
                  <a:lnTo>
                    <a:pt x="1517" y="824"/>
                  </a:lnTo>
                  <a:lnTo>
                    <a:pt x="1564" y="826"/>
                  </a:lnTo>
                  <a:lnTo>
                    <a:pt x="1564" y="878"/>
                  </a:lnTo>
                  <a:close/>
                  <a:moveTo>
                    <a:pt x="1564" y="807"/>
                  </a:moveTo>
                  <a:lnTo>
                    <a:pt x="1517" y="806"/>
                  </a:lnTo>
                  <a:lnTo>
                    <a:pt x="1519" y="755"/>
                  </a:lnTo>
                  <a:lnTo>
                    <a:pt x="1564" y="754"/>
                  </a:lnTo>
                  <a:lnTo>
                    <a:pt x="1564" y="807"/>
                  </a:lnTo>
                  <a:close/>
                  <a:moveTo>
                    <a:pt x="1564" y="735"/>
                  </a:moveTo>
                  <a:lnTo>
                    <a:pt x="1519" y="737"/>
                  </a:lnTo>
                  <a:lnTo>
                    <a:pt x="1519" y="685"/>
                  </a:lnTo>
                  <a:lnTo>
                    <a:pt x="1566" y="683"/>
                  </a:lnTo>
                  <a:lnTo>
                    <a:pt x="1564" y="735"/>
                  </a:lnTo>
                  <a:close/>
                  <a:moveTo>
                    <a:pt x="1566" y="663"/>
                  </a:moveTo>
                  <a:lnTo>
                    <a:pt x="1519" y="666"/>
                  </a:lnTo>
                  <a:lnTo>
                    <a:pt x="1519" y="614"/>
                  </a:lnTo>
                  <a:lnTo>
                    <a:pt x="1566" y="611"/>
                  </a:lnTo>
                  <a:lnTo>
                    <a:pt x="1566" y="663"/>
                  </a:lnTo>
                  <a:close/>
                  <a:moveTo>
                    <a:pt x="1566" y="592"/>
                  </a:moveTo>
                  <a:lnTo>
                    <a:pt x="1519" y="596"/>
                  </a:lnTo>
                  <a:lnTo>
                    <a:pt x="1520" y="543"/>
                  </a:lnTo>
                  <a:lnTo>
                    <a:pt x="1566" y="538"/>
                  </a:lnTo>
                  <a:lnTo>
                    <a:pt x="1566" y="592"/>
                  </a:lnTo>
                  <a:close/>
                  <a:moveTo>
                    <a:pt x="1566" y="520"/>
                  </a:moveTo>
                  <a:lnTo>
                    <a:pt x="1520" y="527"/>
                  </a:lnTo>
                  <a:lnTo>
                    <a:pt x="1520" y="473"/>
                  </a:lnTo>
                  <a:lnTo>
                    <a:pt x="1566" y="466"/>
                  </a:lnTo>
                  <a:lnTo>
                    <a:pt x="1566" y="520"/>
                  </a:lnTo>
                  <a:close/>
                  <a:moveTo>
                    <a:pt x="1739" y="1071"/>
                  </a:moveTo>
                  <a:lnTo>
                    <a:pt x="1705" y="1065"/>
                  </a:lnTo>
                  <a:lnTo>
                    <a:pt x="1707" y="868"/>
                  </a:lnTo>
                  <a:lnTo>
                    <a:pt x="1741" y="870"/>
                  </a:lnTo>
                  <a:lnTo>
                    <a:pt x="1739" y="1071"/>
                  </a:lnTo>
                  <a:close/>
                  <a:moveTo>
                    <a:pt x="1741" y="856"/>
                  </a:moveTo>
                  <a:lnTo>
                    <a:pt x="1707" y="855"/>
                  </a:lnTo>
                  <a:lnTo>
                    <a:pt x="1707" y="814"/>
                  </a:lnTo>
                  <a:lnTo>
                    <a:pt x="1741" y="814"/>
                  </a:lnTo>
                  <a:lnTo>
                    <a:pt x="1741" y="856"/>
                  </a:lnTo>
                  <a:close/>
                  <a:moveTo>
                    <a:pt x="1741" y="801"/>
                  </a:moveTo>
                  <a:lnTo>
                    <a:pt x="1707" y="801"/>
                  </a:lnTo>
                  <a:lnTo>
                    <a:pt x="1707" y="760"/>
                  </a:lnTo>
                  <a:lnTo>
                    <a:pt x="1741" y="759"/>
                  </a:lnTo>
                  <a:lnTo>
                    <a:pt x="1741" y="801"/>
                  </a:lnTo>
                  <a:close/>
                  <a:moveTo>
                    <a:pt x="1741" y="745"/>
                  </a:moveTo>
                  <a:lnTo>
                    <a:pt x="1707" y="745"/>
                  </a:lnTo>
                  <a:lnTo>
                    <a:pt x="1709" y="705"/>
                  </a:lnTo>
                  <a:lnTo>
                    <a:pt x="1741" y="703"/>
                  </a:lnTo>
                  <a:lnTo>
                    <a:pt x="1741" y="745"/>
                  </a:lnTo>
                  <a:close/>
                  <a:moveTo>
                    <a:pt x="1741" y="690"/>
                  </a:moveTo>
                  <a:lnTo>
                    <a:pt x="1709" y="691"/>
                  </a:lnTo>
                  <a:lnTo>
                    <a:pt x="1709" y="651"/>
                  </a:lnTo>
                  <a:lnTo>
                    <a:pt x="1742" y="648"/>
                  </a:lnTo>
                  <a:lnTo>
                    <a:pt x="1741" y="690"/>
                  </a:lnTo>
                  <a:close/>
                  <a:moveTo>
                    <a:pt x="1742" y="634"/>
                  </a:moveTo>
                  <a:lnTo>
                    <a:pt x="1709" y="638"/>
                  </a:lnTo>
                  <a:lnTo>
                    <a:pt x="1709" y="597"/>
                  </a:lnTo>
                  <a:lnTo>
                    <a:pt x="1742" y="592"/>
                  </a:lnTo>
                  <a:lnTo>
                    <a:pt x="1742" y="634"/>
                  </a:lnTo>
                  <a:close/>
                  <a:moveTo>
                    <a:pt x="1742" y="579"/>
                  </a:moveTo>
                  <a:lnTo>
                    <a:pt x="1709" y="582"/>
                  </a:lnTo>
                  <a:lnTo>
                    <a:pt x="1709" y="542"/>
                  </a:lnTo>
                  <a:lnTo>
                    <a:pt x="1742" y="537"/>
                  </a:lnTo>
                  <a:lnTo>
                    <a:pt x="1742" y="579"/>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GB" sz="1800" dirty="0">
                <a:solidFill>
                  <a:srgbClr val="505050"/>
                </a:solidFill>
              </a:endParaRPr>
            </a:p>
          </p:txBody>
        </p:sp>
      </p:grpSp>
      <p:grpSp>
        <p:nvGrpSpPr>
          <p:cNvPr id="32" name="Group 31"/>
          <p:cNvGrpSpPr/>
          <p:nvPr/>
        </p:nvGrpSpPr>
        <p:grpSpPr>
          <a:xfrm>
            <a:off x="7951619" y="1175584"/>
            <a:ext cx="677582" cy="599305"/>
            <a:chOff x="6598260" y="4590950"/>
            <a:chExt cx="349473" cy="304226"/>
          </a:xfrm>
          <a:solidFill>
            <a:schemeClr val="accent1"/>
          </a:solidFill>
        </p:grpSpPr>
        <p:sp>
          <p:nvSpPr>
            <p:cNvPr id="34" name="Freeform 5"/>
            <p:cNvSpPr>
              <a:spLocks/>
            </p:cNvSpPr>
            <p:nvPr/>
          </p:nvSpPr>
          <p:spPr bwMode="auto">
            <a:xfrm>
              <a:off x="6691674" y="4700437"/>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1" name="Freeform 6"/>
            <p:cNvSpPr>
              <a:spLocks/>
            </p:cNvSpPr>
            <p:nvPr/>
          </p:nvSpPr>
          <p:spPr bwMode="auto">
            <a:xfrm>
              <a:off x="6691674" y="469654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2" name="Freeform 7"/>
            <p:cNvSpPr>
              <a:spLocks/>
            </p:cNvSpPr>
            <p:nvPr/>
          </p:nvSpPr>
          <p:spPr bwMode="auto">
            <a:xfrm>
              <a:off x="6833929" y="468529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3" name="Freeform 8"/>
            <p:cNvSpPr>
              <a:spLocks/>
            </p:cNvSpPr>
            <p:nvPr/>
          </p:nvSpPr>
          <p:spPr bwMode="auto">
            <a:xfrm>
              <a:off x="6738144" y="4641582"/>
              <a:ext cx="0" cy="433"/>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1"/>
                    <a:pt x="0" y="1"/>
                    <a:pt x="0" y="0"/>
                  </a:cubicBezTo>
                  <a:cubicBezTo>
                    <a:pt x="0" y="0"/>
                    <a:pt x="0" y="0"/>
                    <a:pt x="0" y="0"/>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4" name="Freeform 9"/>
            <p:cNvSpPr>
              <a:spLocks/>
            </p:cNvSpPr>
            <p:nvPr/>
          </p:nvSpPr>
          <p:spPr bwMode="auto">
            <a:xfrm>
              <a:off x="6770389" y="4717747"/>
              <a:ext cx="0" cy="433"/>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1"/>
                    <a:pt x="0" y="0"/>
                    <a:pt x="0" y="0"/>
                  </a:cubicBezTo>
                  <a:cubicBezTo>
                    <a:pt x="0" y="1"/>
                    <a:pt x="0" y="1"/>
                    <a:pt x="0" y="1"/>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5" name="Freeform 10"/>
            <p:cNvSpPr>
              <a:spLocks noEditPoints="1"/>
            </p:cNvSpPr>
            <p:nvPr/>
          </p:nvSpPr>
          <p:spPr bwMode="auto">
            <a:xfrm>
              <a:off x="6645204" y="4590950"/>
              <a:ext cx="245627" cy="152329"/>
            </a:xfrm>
            <a:custGeom>
              <a:avLst/>
              <a:gdLst>
                <a:gd name="T0" fmla="*/ 804 w 913"/>
                <a:gd name="T1" fmla="*/ 236 h 620"/>
                <a:gd name="T2" fmla="*/ 765 w 913"/>
                <a:gd name="T3" fmla="*/ 243 h 620"/>
                <a:gd name="T4" fmla="*/ 763 w 913"/>
                <a:gd name="T5" fmla="*/ 193 h 620"/>
                <a:gd name="T6" fmla="*/ 522 w 913"/>
                <a:gd name="T7" fmla="*/ 18 h 620"/>
                <a:gd name="T8" fmla="*/ 368 w 913"/>
                <a:gd name="T9" fmla="*/ 129 h 620"/>
                <a:gd name="T10" fmla="*/ 368 w 913"/>
                <a:gd name="T11" fmla="*/ 129 h 620"/>
                <a:gd name="T12" fmla="*/ 276 w 913"/>
                <a:gd name="T13" fmla="*/ 82 h 620"/>
                <a:gd name="T14" fmla="*/ 130 w 913"/>
                <a:gd name="T15" fmla="*/ 206 h 620"/>
                <a:gd name="T16" fmla="*/ 138 w 913"/>
                <a:gd name="T17" fmla="*/ 262 h 620"/>
                <a:gd name="T18" fmla="*/ 138 w 913"/>
                <a:gd name="T19" fmla="*/ 262 h 620"/>
                <a:gd name="T20" fmla="*/ 22 w 913"/>
                <a:gd name="T21" fmla="*/ 333 h 620"/>
                <a:gd name="T22" fmla="*/ 86 w 913"/>
                <a:gd name="T23" fmla="*/ 476 h 620"/>
                <a:gd name="T24" fmla="*/ 174 w 913"/>
                <a:gd name="T25" fmla="*/ 472 h 620"/>
                <a:gd name="T26" fmla="*/ 174 w 913"/>
                <a:gd name="T27" fmla="*/ 472 h 620"/>
                <a:gd name="T28" fmla="*/ 188 w 913"/>
                <a:gd name="T29" fmla="*/ 512 h 620"/>
                <a:gd name="T30" fmla="*/ 398 w 913"/>
                <a:gd name="T31" fmla="*/ 582 h 620"/>
                <a:gd name="T32" fmla="*/ 452 w 913"/>
                <a:gd name="T33" fmla="*/ 538 h 620"/>
                <a:gd name="T34" fmla="*/ 567 w 913"/>
                <a:gd name="T35" fmla="*/ 576 h 620"/>
                <a:gd name="T36" fmla="*/ 637 w 913"/>
                <a:gd name="T37" fmla="*/ 500 h 620"/>
                <a:gd name="T38" fmla="*/ 731 w 913"/>
                <a:gd name="T39" fmla="*/ 506 h 620"/>
                <a:gd name="T40" fmla="*/ 768 w 913"/>
                <a:gd name="T41" fmla="*/ 448 h 620"/>
                <a:gd name="T42" fmla="*/ 804 w 913"/>
                <a:gd name="T43" fmla="*/ 454 h 620"/>
                <a:gd name="T44" fmla="*/ 913 w 913"/>
                <a:gd name="T45" fmla="*/ 346 h 620"/>
                <a:gd name="T46" fmla="*/ 804 w 913"/>
                <a:gd name="T47" fmla="*/ 236 h 620"/>
                <a:gd name="T48" fmla="*/ 172 w 913"/>
                <a:gd name="T49" fmla="*/ 446 h 620"/>
                <a:gd name="T50" fmla="*/ 172 w 913"/>
                <a:gd name="T51" fmla="*/ 446 h 620"/>
                <a:gd name="T52" fmla="*/ 172 w 913"/>
                <a:gd name="T53" fmla="*/ 446 h 620"/>
                <a:gd name="T54" fmla="*/ 172 w 913"/>
                <a:gd name="T55" fmla="*/ 446 h 620"/>
                <a:gd name="T56" fmla="*/ 172 w 913"/>
                <a:gd name="T57" fmla="*/ 431 h 620"/>
                <a:gd name="T58" fmla="*/ 172 w 913"/>
                <a:gd name="T59" fmla="*/ 431 h 620"/>
                <a:gd name="T60" fmla="*/ 172 w 913"/>
                <a:gd name="T61" fmla="*/ 431 h 620"/>
                <a:gd name="T62" fmla="*/ 172 w 913"/>
                <a:gd name="T63" fmla="*/ 431 h 620"/>
                <a:gd name="T64" fmla="*/ 345 w 913"/>
                <a:gd name="T65" fmla="*/ 208 h 620"/>
                <a:gd name="T66" fmla="*/ 345 w 913"/>
                <a:gd name="T67" fmla="*/ 207 h 620"/>
                <a:gd name="T68" fmla="*/ 345 w 913"/>
                <a:gd name="T69" fmla="*/ 207 h 620"/>
                <a:gd name="T70" fmla="*/ 345 w 913"/>
                <a:gd name="T71" fmla="*/ 208 h 620"/>
                <a:gd name="T72" fmla="*/ 465 w 913"/>
                <a:gd name="T73" fmla="*/ 518 h 620"/>
                <a:gd name="T74" fmla="*/ 465 w 913"/>
                <a:gd name="T75" fmla="*/ 518 h 620"/>
                <a:gd name="T76" fmla="*/ 465 w 913"/>
                <a:gd name="T77" fmla="*/ 517 h 620"/>
                <a:gd name="T78" fmla="*/ 465 w 913"/>
                <a:gd name="T79" fmla="*/ 518 h 620"/>
                <a:gd name="T80" fmla="*/ 702 w 913"/>
                <a:gd name="T81" fmla="*/ 385 h 620"/>
                <a:gd name="T82" fmla="*/ 702 w 913"/>
                <a:gd name="T83" fmla="*/ 385 h 620"/>
                <a:gd name="T84" fmla="*/ 702 w 913"/>
                <a:gd name="T85" fmla="*/ 385 h 620"/>
                <a:gd name="T86" fmla="*/ 702 w 913"/>
                <a:gd name="T87" fmla="*/ 385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3" h="620">
                  <a:moveTo>
                    <a:pt x="804" y="236"/>
                  </a:moveTo>
                  <a:cubicBezTo>
                    <a:pt x="791" y="236"/>
                    <a:pt x="778" y="239"/>
                    <a:pt x="765" y="243"/>
                  </a:cubicBezTo>
                  <a:cubicBezTo>
                    <a:pt x="767" y="227"/>
                    <a:pt x="766" y="210"/>
                    <a:pt x="763" y="193"/>
                  </a:cubicBezTo>
                  <a:cubicBezTo>
                    <a:pt x="745" y="78"/>
                    <a:pt x="637" y="0"/>
                    <a:pt x="522" y="18"/>
                  </a:cubicBezTo>
                  <a:cubicBezTo>
                    <a:pt x="453" y="29"/>
                    <a:pt x="398" y="72"/>
                    <a:pt x="368" y="129"/>
                  </a:cubicBezTo>
                  <a:cubicBezTo>
                    <a:pt x="368" y="129"/>
                    <a:pt x="368" y="129"/>
                    <a:pt x="368" y="129"/>
                  </a:cubicBezTo>
                  <a:cubicBezTo>
                    <a:pt x="346" y="102"/>
                    <a:pt x="314" y="85"/>
                    <a:pt x="276" y="82"/>
                  </a:cubicBezTo>
                  <a:cubicBezTo>
                    <a:pt x="202" y="75"/>
                    <a:pt x="136" y="131"/>
                    <a:pt x="130" y="206"/>
                  </a:cubicBezTo>
                  <a:cubicBezTo>
                    <a:pt x="128" y="225"/>
                    <a:pt x="131" y="245"/>
                    <a:pt x="138" y="262"/>
                  </a:cubicBezTo>
                  <a:cubicBezTo>
                    <a:pt x="138" y="262"/>
                    <a:pt x="138" y="262"/>
                    <a:pt x="138" y="262"/>
                  </a:cubicBezTo>
                  <a:cubicBezTo>
                    <a:pt x="89" y="257"/>
                    <a:pt x="41" y="285"/>
                    <a:pt x="22" y="333"/>
                  </a:cubicBezTo>
                  <a:cubicBezTo>
                    <a:pt x="0" y="390"/>
                    <a:pt x="29" y="454"/>
                    <a:pt x="86" y="476"/>
                  </a:cubicBezTo>
                  <a:cubicBezTo>
                    <a:pt x="116" y="488"/>
                    <a:pt x="148" y="485"/>
                    <a:pt x="174" y="472"/>
                  </a:cubicBezTo>
                  <a:cubicBezTo>
                    <a:pt x="174" y="472"/>
                    <a:pt x="174" y="472"/>
                    <a:pt x="174" y="472"/>
                  </a:cubicBezTo>
                  <a:cubicBezTo>
                    <a:pt x="177" y="485"/>
                    <a:pt x="182" y="499"/>
                    <a:pt x="188" y="512"/>
                  </a:cubicBezTo>
                  <a:cubicBezTo>
                    <a:pt x="227" y="589"/>
                    <a:pt x="321" y="620"/>
                    <a:pt x="398" y="582"/>
                  </a:cubicBezTo>
                  <a:cubicBezTo>
                    <a:pt x="420" y="571"/>
                    <a:pt x="438" y="556"/>
                    <a:pt x="452" y="538"/>
                  </a:cubicBezTo>
                  <a:cubicBezTo>
                    <a:pt x="477" y="573"/>
                    <a:pt x="523" y="590"/>
                    <a:pt x="567" y="576"/>
                  </a:cubicBezTo>
                  <a:cubicBezTo>
                    <a:pt x="604" y="565"/>
                    <a:pt x="629" y="535"/>
                    <a:pt x="637" y="500"/>
                  </a:cubicBezTo>
                  <a:cubicBezTo>
                    <a:pt x="663" y="521"/>
                    <a:pt x="701" y="525"/>
                    <a:pt x="731" y="506"/>
                  </a:cubicBezTo>
                  <a:cubicBezTo>
                    <a:pt x="752" y="493"/>
                    <a:pt x="765" y="471"/>
                    <a:pt x="768" y="448"/>
                  </a:cubicBezTo>
                  <a:cubicBezTo>
                    <a:pt x="779" y="452"/>
                    <a:pt x="791" y="454"/>
                    <a:pt x="804" y="454"/>
                  </a:cubicBezTo>
                  <a:cubicBezTo>
                    <a:pt x="864" y="455"/>
                    <a:pt x="913" y="406"/>
                    <a:pt x="913" y="346"/>
                  </a:cubicBezTo>
                  <a:cubicBezTo>
                    <a:pt x="913" y="285"/>
                    <a:pt x="864" y="236"/>
                    <a:pt x="804" y="236"/>
                  </a:cubicBezTo>
                  <a:close/>
                  <a:moveTo>
                    <a:pt x="172" y="446"/>
                  </a:moveTo>
                  <a:cubicBezTo>
                    <a:pt x="172" y="446"/>
                    <a:pt x="172" y="446"/>
                    <a:pt x="172" y="446"/>
                  </a:cubicBezTo>
                  <a:cubicBezTo>
                    <a:pt x="172" y="446"/>
                    <a:pt x="172" y="446"/>
                    <a:pt x="172" y="446"/>
                  </a:cubicBezTo>
                  <a:cubicBezTo>
                    <a:pt x="172" y="446"/>
                    <a:pt x="172" y="446"/>
                    <a:pt x="172" y="446"/>
                  </a:cubicBezTo>
                  <a:close/>
                  <a:moveTo>
                    <a:pt x="172" y="431"/>
                  </a:moveTo>
                  <a:cubicBezTo>
                    <a:pt x="172" y="431"/>
                    <a:pt x="172" y="431"/>
                    <a:pt x="172" y="431"/>
                  </a:cubicBezTo>
                  <a:cubicBezTo>
                    <a:pt x="172" y="431"/>
                    <a:pt x="172" y="431"/>
                    <a:pt x="172" y="431"/>
                  </a:cubicBezTo>
                  <a:cubicBezTo>
                    <a:pt x="172" y="431"/>
                    <a:pt x="172" y="431"/>
                    <a:pt x="172" y="431"/>
                  </a:cubicBezTo>
                  <a:close/>
                  <a:moveTo>
                    <a:pt x="345" y="208"/>
                  </a:moveTo>
                  <a:cubicBezTo>
                    <a:pt x="345" y="208"/>
                    <a:pt x="345" y="208"/>
                    <a:pt x="345" y="207"/>
                  </a:cubicBezTo>
                  <a:cubicBezTo>
                    <a:pt x="345" y="207"/>
                    <a:pt x="345" y="207"/>
                    <a:pt x="345" y="207"/>
                  </a:cubicBezTo>
                  <a:cubicBezTo>
                    <a:pt x="345" y="208"/>
                    <a:pt x="345" y="208"/>
                    <a:pt x="345" y="208"/>
                  </a:cubicBezTo>
                  <a:close/>
                  <a:moveTo>
                    <a:pt x="465" y="518"/>
                  </a:moveTo>
                  <a:cubicBezTo>
                    <a:pt x="465" y="518"/>
                    <a:pt x="465" y="518"/>
                    <a:pt x="465" y="518"/>
                  </a:cubicBezTo>
                  <a:cubicBezTo>
                    <a:pt x="465" y="518"/>
                    <a:pt x="465" y="518"/>
                    <a:pt x="465" y="517"/>
                  </a:cubicBezTo>
                  <a:cubicBezTo>
                    <a:pt x="465" y="517"/>
                    <a:pt x="465" y="518"/>
                    <a:pt x="465" y="518"/>
                  </a:cubicBezTo>
                  <a:close/>
                  <a:moveTo>
                    <a:pt x="702" y="385"/>
                  </a:moveTo>
                  <a:cubicBezTo>
                    <a:pt x="702" y="385"/>
                    <a:pt x="702" y="385"/>
                    <a:pt x="702" y="385"/>
                  </a:cubicBezTo>
                  <a:cubicBezTo>
                    <a:pt x="702" y="385"/>
                    <a:pt x="702" y="385"/>
                    <a:pt x="702" y="385"/>
                  </a:cubicBezTo>
                  <a:cubicBezTo>
                    <a:pt x="702" y="385"/>
                    <a:pt x="702" y="385"/>
                    <a:pt x="702" y="385"/>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6" name="Freeform 11"/>
            <p:cNvSpPr>
              <a:spLocks noEditPoints="1"/>
            </p:cNvSpPr>
            <p:nvPr/>
          </p:nvSpPr>
          <p:spPr bwMode="auto">
            <a:xfrm>
              <a:off x="6598260" y="4706928"/>
              <a:ext cx="41728" cy="90013"/>
            </a:xfrm>
            <a:custGeom>
              <a:avLst/>
              <a:gdLst>
                <a:gd name="T0" fmla="*/ 79 w 155"/>
                <a:gd name="T1" fmla="*/ 328 h 368"/>
                <a:gd name="T2" fmla="*/ 114 w 155"/>
                <a:gd name="T3" fmla="*/ 293 h 368"/>
                <a:gd name="T4" fmla="*/ 113 w 155"/>
                <a:gd name="T5" fmla="*/ 74 h 368"/>
                <a:gd name="T6" fmla="*/ 154 w 155"/>
                <a:gd name="T7" fmla="*/ 116 h 368"/>
                <a:gd name="T8" fmla="*/ 154 w 155"/>
                <a:gd name="T9" fmla="*/ 0 h 368"/>
                <a:gd name="T10" fmla="*/ 38 w 155"/>
                <a:gd name="T11" fmla="*/ 0 h 368"/>
                <a:gd name="T12" fmla="*/ 78 w 155"/>
                <a:gd name="T13" fmla="*/ 40 h 368"/>
                <a:gd name="T14" fmla="*/ 79 w 155"/>
                <a:gd name="T15" fmla="*/ 328 h 368"/>
                <a:gd name="T16" fmla="*/ 39 w 155"/>
                <a:gd name="T17" fmla="*/ 368 h 368"/>
                <a:gd name="T18" fmla="*/ 155 w 155"/>
                <a:gd name="T19" fmla="*/ 368 h 368"/>
                <a:gd name="T20" fmla="*/ 155 w 155"/>
                <a:gd name="T21" fmla="*/ 253 h 368"/>
                <a:gd name="T22" fmla="*/ 39 w 155"/>
                <a:gd name="T23"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9" y="328"/>
                  </a:moveTo>
                  <a:cubicBezTo>
                    <a:pt x="114" y="293"/>
                    <a:pt x="114" y="293"/>
                    <a:pt x="114" y="293"/>
                  </a:cubicBezTo>
                  <a:cubicBezTo>
                    <a:pt x="54" y="233"/>
                    <a:pt x="53" y="135"/>
                    <a:pt x="113" y="74"/>
                  </a:cubicBezTo>
                  <a:cubicBezTo>
                    <a:pt x="154" y="116"/>
                    <a:pt x="154" y="116"/>
                    <a:pt x="154" y="116"/>
                  </a:cubicBezTo>
                  <a:cubicBezTo>
                    <a:pt x="154" y="0"/>
                    <a:pt x="154" y="0"/>
                    <a:pt x="154" y="0"/>
                  </a:cubicBezTo>
                  <a:cubicBezTo>
                    <a:pt x="38" y="0"/>
                    <a:pt x="38" y="0"/>
                    <a:pt x="38" y="0"/>
                  </a:cubicBezTo>
                  <a:cubicBezTo>
                    <a:pt x="78" y="40"/>
                    <a:pt x="78" y="40"/>
                    <a:pt x="78" y="40"/>
                  </a:cubicBezTo>
                  <a:cubicBezTo>
                    <a:pt x="0" y="120"/>
                    <a:pt x="0" y="248"/>
                    <a:pt x="79" y="328"/>
                  </a:cubicBezTo>
                  <a:close/>
                  <a:moveTo>
                    <a:pt x="39" y="368"/>
                  </a:moveTo>
                  <a:cubicBezTo>
                    <a:pt x="155" y="368"/>
                    <a:pt x="155" y="368"/>
                    <a:pt x="155" y="368"/>
                  </a:cubicBezTo>
                  <a:cubicBezTo>
                    <a:pt x="155" y="253"/>
                    <a:pt x="155" y="253"/>
                    <a:pt x="155" y="253"/>
                  </a:cubicBezTo>
                  <a:lnTo>
                    <a:pt x="39" y="368"/>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7" name="Freeform 12"/>
            <p:cNvSpPr>
              <a:spLocks/>
            </p:cNvSpPr>
            <p:nvPr/>
          </p:nvSpPr>
          <p:spPr bwMode="auto">
            <a:xfrm>
              <a:off x="6673181" y="4822906"/>
              <a:ext cx="35564" cy="6059"/>
            </a:xfrm>
            <a:custGeom>
              <a:avLst/>
              <a:gdLst>
                <a:gd name="T0" fmla="*/ 120 w 132"/>
                <a:gd name="T1" fmla="*/ 0 h 25"/>
                <a:gd name="T2" fmla="*/ 12 w 132"/>
                <a:gd name="T3" fmla="*/ 0 h 25"/>
                <a:gd name="T4" fmla="*/ 0 w 132"/>
                <a:gd name="T5" fmla="*/ 13 h 25"/>
                <a:gd name="T6" fmla="*/ 12 w 132"/>
                <a:gd name="T7" fmla="*/ 25 h 25"/>
                <a:gd name="T8" fmla="*/ 120 w 132"/>
                <a:gd name="T9" fmla="*/ 25 h 25"/>
                <a:gd name="T10" fmla="*/ 132 w 132"/>
                <a:gd name="T11" fmla="*/ 13 h 25"/>
                <a:gd name="T12" fmla="*/ 120 w 1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2" h="25">
                  <a:moveTo>
                    <a:pt x="120" y="0"/>
                  </a:moveTo>
                  <a:cubicBezTo>
                    <a:pt x="12" y="0"/>
                    <a:pt x="12" y="0"/>
                    <a:pt x="12" y="0"/>
                  </a:cubicBezTo>
                  <a:cubicBezTo>
                    <a:pt x="5" y="0"/>
                    <a:pt x="0" y="6"/>
                    <a:pt x="0" y="13"/>
                  </a:cubicBezTo>
                  <a:cubicBezTo>
                    <a:pt x="0" y="20"/>
                    <a:pt x="5" y="25"/>
                    <a:pt x="12" y="25"/>
                  </a:cubicBezTo>
                  <a:cubicBezTo>
                    <a:pt x="120" y="25"/>
                    <a:pt x="120" y="25"/>
                    <a:pt x="120" y="25"/>
                  </a:cubicBezTo>
                  <a:cubicBezTo>
                    <a:pt x="127" y="25"/>
                    <a:pt x="132" y="20"/>
                    <a:pt x="132" y="13"/>
                  </a:cubicBezTo>
                  <a:cubicBezTo>
                    <a:pt x="132"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8" name="Freeform 13"/>
            <p:cNvSpPr>
              <a:spLocks/>
            </p:cNvSpPr>
            <p:nvPr/>
          </p:nvSpPr>
          <p:spPr bwMode="auto">
            <a:xfrm>
              <a:off x="6649946" y="4836754"/>
              <a:ext cx="58799" cy="6491"/>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9" name="Freeform 14"/>
            <p:cNvSpPr>
              <a:spLocks/>
            </p:cNvSpPr>
            <p:nvPr/>
          </p:nvSpPr>
          <p:spPr bwMode="auto">
            <a:xfrm>
              <a:off x="6649946" y="4851035"/>
              <a:ext cx="58799" cy="6491"/>
            </a:xfrm>
            <a:custGeom>
              <a:avLst/>
              <a:gdLst>
                <a:gd name="T0" fmla="*/ 206 w 218"/>
                <a:gd name="T1" fmla="*/ 0 h 25"/>
                <a:gd name="T2" fmla="*/ 13 w 218"/>
                <a:gd name="T3" fmla="*/ 0 h 25"/>
                <a:gd name="T4" fmla="*/ 0 w 218"/>
                <a:gd name="T5" fmla="*/ 12 h 25"/>
                <a:gd name="T6" fmla="*/ 13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5"/>
                    <a:pt x="0" y="12"/>
                  </a:cubicBezTo>
                  <a:cubicBezTo>
                    <a:pt x="0" y="19"/>
                    <a:pt x="6" y="25"/>
                    <a:pt x="13" y="25"/>
                  </a:cubicBezTo>
                  <a:cubicBezTo>
                    <a:pt x="206" y="25"/>
                    <a:pt x="206" y="25"/>
                    <a:pt x="206" y="25"/>
                  </a:cubicBezTo>
                  <a:cubicBezTo>
                    <a:pt x="213" y="25"/>
                    <a:pt x="218" y="19"/>
                    <a:pt x="218" y="12"/>
                  </a:cubicBezTo>
                  <a:cubicBezTo>
                    <a:pt x="218" y="5"/>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0" name="Freeform 15"/>
            <p:cNvSpPr>
              <a:spLocks/>
            </p:cNvSpPr>
            <p:nvPr/>
          </p:nvSpPr>
          <p:spPr bwMode="auto">
            <a:xfrm>
              <a:off x="6649946" y="4865316"/>
              <a:ext cx="58799" cy="6059"/>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1" name="Freeform 16"/>
            <p:cNvSpPr>
              <a:spLocks noEditPoints="1"/>
            </p:cNvSpPr>
            <p:nvPr/>
          </p:nvSpPr>
          <p:spPr bwMode="auto">
            <a:xfrm>
              <a:off x="6631927" y="4795210"/>
              <a:ext cx="95785" cy="99966"/>
            </a:xfrm>
            <a:custGeom>
              <a:avLst/>
              <a:gdLst>
                <a:gd name="T0" fmla="*/ 332 w 357"/>
                <a:gd name="T1" fmla="*/ 407 h 407"/>
                <a:gd name="T2" fmla="*/ 357 w 357"/>
                <a:gd name="T3" fmla="*/ 407 h 407"/>
                <a:gd name="T4" fmla="*/ 357 w 357"/>
                <a:gd name="T5" fmla="*/ 39 h 407"/>
                <a:gd name="T6" fmla="*/ 315 w 357"/>
                <a:gd name="T7" fmla="*/ 0 h 407"/>
                <a:gd name="T8" fmla="*/ 115 w 357"/>
                <a:gd name="T9" fmla="*/ 0 h 407"/>
                <a:gd name="T10" fmla="*/ 0 w 357"/>
                <a:gd name="T11" fmla="*/ 103 h 407"/>
                <a:gd name="T12" fmla="*/ 0 w 357"/>
                <a:gd name="T13" fmla="*/ 367 h 407"/>
                <a:gd name="T14" fmla="*/ 40 w 357"/>
                <a:gd name="T15" fmla="*/ 407 h 407"/>
                <a:gd name="T16" fmla="*/ 332 w 357"/>
                <a:gd name="T17" fmla="*/ 407 h 407"/>
                <a:gd name="T18" fmla="*/ 52 w 357"/>
                <a:gd name="T19" fmla="*/ 384 h 407"/>
                <a:gd name="T20" fmla="*/ 24 w 357"/>
                <a:gd name="T21" fmla="*/ 356 h 407"/>
                <a:gd name="T22" fmla="*/ 24 w 357"/>
                <a:gd name="T23" fmla="*/ 118 h 407"/>
                <a:gd name="T24" fmla="*/ 95 w 357"/>
                <a:gd name="T25" fmla="*/ 118 h 407"/>
                <a:gd name="T26" fmla="*/ 119 w 357"/>
                <a:gd name="T27" fmla="*/ 113 h 407"/>
                <a:gd name="T28" fmla="*/ 128 w 357"/>
                <a:gd name="T29" fmla="*/ 92 h 407"/>
                <a:gd name="T30" fmla="*/ 128 w 357"/>
                <a:gd name="T31" fmla="*/ 25 h 407"/>
                <a:gd name="T32" fmla="*/ 305 w 357"/>
                <a:gd name="T33" fmla="*/ 25 h 407"/>
                <a:gd name="T34" fmla="*/ 332 w 357"/>
                <a:gd name="T35" fmla="*/ 53 h 407"/>
                <a:gd name="T36" fmla="*/ 332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2" y="407"/>
                  </a:moveTo>
                  <a:cubicBezTo>
                    <a:pt x="357" y="407"/>
                    <a:pt x="357" y="407"/>
                    <a:pt x="357" y="407"/>
                  </a:cubicBezTo>
                  <a:cubicBezTo>
                    <a:pt x="357" y="39"/>
                    <a:pt x="357" y="39"/>
                    <a:pt x="357" y="39"/>
                  </a:cubicBezTo>
                  <a:cubicBezTo>
                    <a:pt x="357" y="16"/>
                    <a:pt x="334" y="0"/>
                    <a:pt x="315" y="0"/>
                  </a:cubicBezTo>
                  <a:cubicBezTo>
                    <a:pt x="115" y="0"/>
                    <a:pt x="115" y="0"/>
                    <a:pt x="115" y="0"/>
                  </a:cubicBezTo>
                  <a:cubicBezTo>
                    <a:pt x="85" y="26"/>
                    <a:pt x="46" y="64"/>
                    <a:pt x="0" y="103"/>
                  </a:cubicBezTo>
                  <a:cubicBezTo>
                    <a:pt x="0" y="367"/>
                    <a:pt x="0" y="367"/>
                    <a:pt x="0" y="367"/>
                  </a:cubicBezTo>
                  <a:cubicBezTo>
                    <a:pt x="0" y="392"/>
                    <a:pt x="21" y="407"/>
                    <a:pt x="40" y="407"/>
                  </a:cubicBezTo>
                  <a:cubicBezTo>
                    <a:pt x="332" y="407"/>
                    <a:pt x="332" y="407"/>
                    <a:pt x="332" y="407"/>
                  </a:cubicBezTo>
                  <a:close/>
                  <a:moveTo>
                    <a:pt x="52" y="384"/>
                  </a:moveTo>
                  <a:cubicBezTo>
                    <a:pt x="37" y="384"/>
                    <a:pt x="24" y="372"/>
                    <a:pt x="24" y="356"/>
                  </a:cubicBezTo>
                  <a:cubicBezTo>
                    <a:pt x="24" y="118"/>
                    <a:pt x="24" y="118"/>
                    <a:pt x="24" y="118"/>
                  </a:cubicBezTo>
                  <a:cubicBezTo>
                    <a:pt x="95" y="118"/>
                    <a:pt x="95" y="118"/>
                    <a:pt x="95" y="118"/>
                  </a:cubicBezTo>
                  <a:cubicBezTo>
                    <a:pt x="95" y="118"/>
                    <a:pt x="111" y="117"/>
                    <a:pt x="119" y="113"/>
                  </a:cubicBezTo>
                  <a:cubicBezTo>
                    <a:pt x="129" y="106"/>
                    <a:pt x="128" y="92"/>
                    <a:pt x="128" y="92"/>
                  </a:cubicBezTo>
                  <a:cubicBezTo>
                    <a:pt x="128" y="25"/>
                    <a:pt x="128" y="25"/>
                    <a:pt x="128" y="25"/>
                  </a:cubicBezTo>
                  <a:cubicBezTo>
                    <a:pt x="305" y="25"/>
                    <a:pt x="305" y="25"/>
                    <a:pt x="305" y="25"/>
                  </a:cubicBezTo>
                  <a:cubicBezTo>
                    <a:pt x="320" y="25"/>
                    <a:pt x="332" y="37"/>
                    <a:pt x="332" y="53"/>
                  </a:cubicBezTo>
                  <a:cubicBezTo>
                    <a:pt x="332" y="384"/>
                    <a:pt x="332" y="384"/>
                    <a:pt x="332"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2" name="Freeform 17"/>
            <p:cNvSpPr>
              <a:spLocks/>
            </p:cNvSpPr>
            <p:nvPr/>
          </p:nvSpPr>
          <p:spPr bwMode="auto">
            <a:xfrm>
              <a:off x="6839619" y="4822906"/>
              <a:ext cx="36038" cy="6059"/>
            </a:xfrm>
            <a:custGeom>
              <a:avLst/>
              <a:gdLst>
                <a:gd name="T0" fmla="*/ 120 w 133"/>
                <a:gd name="T1" fmla="*/ 0 h 25"/>
                <a:gd name="T2" fmla="*/ 12 w 133"/>
                <a:gd name="T3" fmla="*/ 0 h 25"/>
                <a:gd name="T4" fmla="*/ 0 w 133"/>
                <a:gd name="T5" fmla="*/ 13 h 25"/>
                <a:gd name="T6" fmla="*/ 12 w 133"/>
                <a:gd name="T7" fmla="*/ 25 h 25"/>
                <a:gd name="T8" fmla="*/ 120 w 133"/>
                <a:gd name="T9" fmla="*/ 25 h 25"/>
                <a:gd name="T10" fmla="*/ 133 w 133"/>
                <a:gd name="T11" fmla="*/ 13 h 25"/>
                <a:gd name="T12" fmla="*/ 120 w 133"/>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3" h="25">
                  <a:moveTo>
                    <a:pt x="120" y="0"/>
                  </a:moveTo>
                  <a:cubicBezTo>
                    <a:pt x="12" y="0"/>
                    <a:pt x="12" y="0"/>
                    <a:pt x="12" y="0"/>
                  </a:cubicBezTo>
                  <a:cubicBezTo>
                    <a:pt x="6" y="0"/>
                    <a:pt x="0" y="6"/>
                    <a:pt x="0" y="13"/>
                  </a:cubicBezTo>
                  <a:cubicBezTo>
                    <a:pt x="0" y="20"/>
                    <a:pt x="6" y="25"/>
                    <a:pt x="12" y="25"/>
                  </a:cubicBezTo>
                  <a:cubicBezTo>
                    <a:pt x="120" y="25"/>
                    <a:pt x="120" y="25"/>
                    <a:pt x="120" y="25"/>
                  </a:cubicBezTo>
                  <a:cubicBezTo>
                    <a:pt x="127" y="25"/>
                    <a:pt x="133" y="20"/>
                    <a:pt x="133" y="13"/>
                  </a:cubicBezTo>
                  <a:cubicBezTo>
                    <a:pt x="133"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3" name="Freeform 18"/>
            <p:cNvSpPr>
              <a:spLocks/>
            </p:cNvSpPr>
            <p:nvPr/>
          </p:nvSpPr>
          <p:spPr bwMode="auto">
            <a:xfrm>
              <a:off x="6816858" y="4836754"/>
              <a:ext cx="58799" cy="6491"/>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4" name="Freeform 19"/>
            <p:cNvSpPr>
              <a:spLocks/>
            </p:cNvSpPr>
            <p:nvPr/>
          </p:nvSpPr>
          <p:spPr bwMode="auto">
            <a:xfrm>
              <a:off x="6816858" y="4851035"/>
              <a:ext cx="58799" cy="6491"/>
            </a:xfrm>
            <a:custGeom>
              <a:avLst/>
              <a:gdLst>
                <a:gd name="T0" fmla="*/ 205 w 218"/>
                <a:gd name="T1" fmla="*/ 0 h 25"/>
                <a:gd name="T2" fmla="*/ 12 w 218"/>
                <a:gd name="T3" fmla="*/ 0 h 25"/>
                <a:gd name="T4" fmla="*/ 0 w 218"/>
                <a:gd name="T5" fmla="*/ 12 h 25"/>
                <a:gd name="T6" fmla="*/ 12 w 218"/>
                <a:gd name="T7" fmla="*/ 25 h 25"/>
                <a:gd name="T8" fmla="*/ 205 w 218"/>
                <a:gd name="T9" fmla="*/ 25 h 25"/>
                <a:gd name="T10" fmla="*/ 218 w 218"/>
                <a:gd name="T11" fmla="*/ 12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5"/>
                    <a:pt x="0" y="12"/>
                  </a:cubicBezTo>
                  <a:cubicBezTo>
                    <a:pt x="0" y="19"/>
                    <a:pt x="5" y="25"/>
                    <a:pt x="12" y="25"/>
                  </a:cubicBezTo>
                  <a:cubicBezTo>
                    <a:pt x="205" y="25"/>
                    <a:pt x="205" y="25"/>
                    <a:pt x="205" y="25"/>
                  </a:cubicBezTo>
                  <a:cubicBezTo>
                    <a:pt x="212" y="25"/>
                    <a:pt x="218" y="19"/>
                    <a:pt x="218" y="12"/>
                  </a:cubicBezTo>
                  <a:cubicBezTo>
                    <a:pt x="218" y="5"/>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5" name="Freeform 20"/>
            <p:cNvSpPr>
              <a:spLocks/>
            </p:cNvSpPr>
            <p:nvPr/>
          </p:nvSpPr>
          <p:spPr bwMode="auto">
            <a:xfrm>
              <a:off x="6816858" y="4865316"/>
              <a:ext cx="58799" cy="6059"/>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6" name="Freeform 21"/>
            <p:cNvSpPr>
              <a:spLocks noEditPoints="1"/>
            </p:cNvSpPr>
            <p:nvPr/>
          </p:nvSpPr>
          <p:spPr bwMode="auto">
            <a:xfrm>
              <a:off x="6798366" y="4795210"/>
              <a:ext cx="95785" cy="99966"/>
            </a:xfrm>
            <a:custGeom>
              <a:avLst/>
              <a:gdLst>
                <a:gd name="T0" fmla="*/ 333 w 357"/>
                <a:gd name="T1" fmla="*/ 407 h 407"/>
                <a:gd name="T2" fmla="*/ 357 w 357"/>
                <a:gd name="T3" fmla="*/ 407 h 407"/>
                <a:gd name="T4" fmla="*/ 357 w 357"/>
                <a:gd name="T5" fmla="*/ 39 h 407"/>
                <a:gd name="T6" fmla="*/ 316 w 357"/>
                <a:gd name="T7" fmla="*/ 0 h 407"/>
                <a:gd name="T8" fmla="*/ 116 w 357"/>
                <a:gd name="T9" fmla="*/ 0 h 407"/>
                <a:gd name="T10" fmla="*/ 0 w 357"/>
                <a:gd name="T11" fmla="*/ 103 h 407"/>
                <a:gd name="T12" fmla="*/ 0 w 357"/>
                <a:gd name="T13" fmla="*/ 367 h 407"/>
                <a:gd name="T14" fmla="*/ 41 w 357"/>
                <a:gd name="T15" fmla="*/ 407 h 407"/>
                <a:gd name="T16" fmla="*/ 333 w 357"/>
                <a:gd name="T17" fmla="*/ 407 h 407"/>
                <a:gd name="T18" fmla="*/ 52 w 357"/>
                <a:gd name="T19" fmla="*/ 384 h 407"/>
                <a:gd name="T20" fmla="*/ 25 w 357"/>
                <a:gd name="T21" fmla="*/ 356 h 407"/>
                <a:gd name="T22" fmla="*/ 25 w 357"/>
                <a:gd name="T23" fmla="*/ 118 h 407"/>
                <a:gd name="T24" fmla="*/ 96 w 357"/>
                <a:gd name="T25" fmla="*/ 118 h 407"/>
                <a:gd name="T26" fmla="*/ 119 w 357"/>
                <a:gd name="T27" fmla="*/ 113 h 407"/>
                <a:gd name="T28" fmla="*/ 129 w 357"/>
                <a:gd name="T29" fmla="*/ 92 h 407"/>
                <a:gd name="T30" fmla="*/ 129 w 357"/>
                <a:gd name="T31" fmla="*/ 25 h 407"/>
                <a:gd name="T32" fmla="*/ 305 w 357"/>
                <a:gd name="T33" fmla="*/ 25 h 407"/>
                <a:gd name="T34" fmla="*/ 333 w 357"/>
                <a:gd name="T35" fmla="*/ 53 h 407"/>
                <a:gd name="T36" fmla="*/ 333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3" y="407"/>
                  </a:moveTo>
                  <a:cubicBezTo>
                    <a:pt x="357" y="407"/>
                    <a:pt x="357" y="407"/>
                    <a:pt x="357" y="407"/>
                  </a:cubicBezTo>
                  <a:cubicBezTo>
                    <a:pt x="357" y="39"/>
                    <a:pt x="357" y="39"/>
                    <a:pt x="357" y="39"/>
                  </a:cubicBezTo>
                  <a:cubicBezTo>
                    <a:pt x="357" y="16"/>
                    <a:pt x="334" y="0"/>
                    <a:pt x="316" y="0"/>
                  </a:cubicBezTo>
                  <a:cubicBezTo>
                    <a:pt x="116" y="0"/>
                    <a:pt x="116" y="0"/>
                    <a:pt x="116" y="0"/>
                  </a:cubicBezTo>
                  <a:cubicBezTo>
                    <a:pt x="86" y="26"/>
                    <a:pt x="47" y="64"/>
                    <a:pt x="0" y="103"/>
                  </a:cubicBezTo>
                  <a:cubicBezTo>
                    <a:pt x="0" y="367"/>
                    <a:pt x="0" y="367"/>
                    <a:pt x="0" y="367"/>
                  </a:cubicBezTo>
                  <a:cubicBezTo>
                    <a:pt x="0" y="392"/>
                    <a:pt x="22" y="407"/>
                    <a:pt x="41" y="407"/>
                  </a:cubicBezTo>
                  <a:cubicBezTo>
                    <a:pt x="333" y="407"/>
                    <a:pt x="333" y="407"/>
                    <a:pt x="333" y="407"/>
                  </a:cubicBezTo>
                  <a:close/>
                  <a:moveTo>
                    <a:pt x="52" y="384"/>
                  </a:moveTo>
                  <a:cubicBezTo>
                    <a:pt x="37" y="384"/>
                    <a:pt x="25" y="372"/>
                    <a:pt x="25" y="356"/>
                  </a:cubicBezTo>
                  <a:cubicBezTo>
                    <a:pt x="25" y="118"/>
                    <a:pt x="25" y="118"/>
                    <a:pt x="25" y="118"/>
                  </a:cubicBezTo>
                  <a:cubicBezTo>
                    <a:pt x="96" y="118"/>
                    <a:pt x="96" y="118"/>
                    <a:pt x="96" y="118"/>
                  </a:cubicBezTo>
                  <a:cubicBezTo>
                    <a:pt x="96" y="118"/>
                    <a:pt x="112" y="117"/>
                    <a:pt x="119" y="113"/>
                  </a:cubicBezTo>
                  <a:cubicBezTo>
                    <a:pt x="130" y="106"/>
                    <a:pt x="129" y="92"/>
                    <a:pt x="129" y="92"/>
                  </a:cubicBezTo>
                  <a:cubicBezTo>
                    <a:pt x="129" y="25"/>
                    <a:pt x="129" y="25"/>
                    <a:pt x="129" y="25"/>
                  </a:cubicBezTo>
                  <a:cubicBezTo>
                    <a:pt x="305" y="25"/>
                    <a:pt x="305" y="25"/>
                    <a:pt x="305" y="25"/>
                  </a:cubicBezTo>
                  <a:cubicBezTo>
                    <a:pt x="320" y="25"/>
                    <a:pt x="333" y="37"/>
                    <a:pt x="333" y="53"/>
                  </a:cubicBezTo>
                  <a:cubicBezTo>
                    <a:pt x="333" y="384"/>
                    <a:pt x="333" y="384"/>
                    <a:pt x="333"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7" name="Freeform 22"/>
            <p:cNvSpPr>
              <a:spLocks/>
            </p:cNvSpPr>
            <p:nvPr/>
          </p:nvSpPr>
          <p:spPr bwMode="auto">
            <a:xfrm>
              <a:off x="6735299" y="4827666"/>
              <a:ext cx="21812" cy="40679"/>
            </a:xfrm>
            <a:custGeom>
              <a:avLst/>
              <a:gdLst>
                <a:gd name="T0" fmla="*/ 46 w 46"/>
                <a:gd name="T1" fmla="*/ 0 h 94"/>
                <a:gd name="T2" fmla="*/ 0 w 46"/>
                <a:gd name="T3" fmla="*/ 47 h 94"/>
                <a:gd name="T4" fmla="*/ 46 w 46"/>
                <a:gd name="T5" fmla="*/ 94 h 94"/>
                <a:gd name="T6" fmla="*/ 46 w 46"/>
                <a:gd name="T7" fmla="*/ 0 h 94"/>
              </a:gdLst>
              <a:ahLst/>
              <a:cxnLst>
                <a:cxn ang="0">
                  <a:pos x="T0" y="T1"/>
                </a:cxn>
                <a:cxn ang="0">
                  <a:pos x="T2" y="T3"/>
                </a:cxn>
                <a:cxn ang="0">
                  <a:pos x="T4" y="T5"/>
                </a:cxn>
                <a:cxn ang="0">
                  <a:pos x="T6" y="T7"/>
                </a:cxn>
              </a:cxnLst>
              <a:rect l="0" t="0" r="r" b="b"/>
              <a:pathLst>
                <a:path w="46" h="94">
                  <a:moveTo>
                    <a:pt x="46" y="0"/>
                  </a:moveTo>
                  <a:lnTo>
                    <a:pt x="0" y="47"/>
                  </a:lnTo>
                  <a:lnTo>
                    <a:pt x="46" y="94"/>
                  </a:lnTo>
                  <a:lnTo>
                    <a:pt x="4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8" name="Freeform 23"/>
            <p:cNvSpPr>
              <a:spLocks/>
            </p:cNvSpPr>
            <p:nvPr/>
          </p:nvSpPr>
          <p:spPr bwMode="auto">
            <a:xfrm>
              <a:off x="6768018" y="4827666"/>
              <a:ext cx="21812" cy="40679"/>
            </a:xfrm>
            <a:custGeom>
              <a:avLst/>
              <a:gdLst>
                <a:gd name="T0" fmla="*/ 0 w 46"/>
                <a:gd name="T1" fmla="*/ 94 h 94"/>
                <a:gd name="T2" fmla="*/ 46 w 46"/>
                <a:gd name="T3" fmla="*/ 47 h 94"/>
                <a:gd name="T4" fmla="*/ 0 w 46"/>
                <a:gd name="T5" fmla="*/ 0 h 94"/>
                <a:gd name="T6" fmla="*/ 0 w 46"/>
                <a:gd name="T7" fmla="*/ 94 h 94"/>
              </a:gdLst>
              <a:ahLst/>
              <a:cxnLst>
                <a:cxn ang="0">
                  <a:pos x="T0" y="T1"/>
                </a:cxn>
                <a:cxn ang="0">
                  <a:pos x="T2" y="T3"/>
                </a:cxn>
                <a:cxn ang="0">
                  <a:pos x="T4" y="T5"/>
                </a:cxn>
                <a:cxn ang="0">
                  <a:pos x="T6" y="T7"/>
                </a:cxn>
              </a:cxnLst>
              <a:rect l="0" t="0" r="r" b="b"/>
              <a:pathLst>
                <a:path w="46" h="94">
                  <a:moveTo>
                    <a:pt x="0" y="94"/>
                  </a:moveTo>
                  <a:lnTo>
                    <a:pt x="46" y="47"/>
                  </a:lnTo>
                  <a:lnTo>
                    <a:pt x="0" y="0"/>
                  </a:lnTo>
                  <a:lnTo>
                    <a:pt x="0" y="9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59" name="Freeform 24"/>
            <p:cNvSpPr>
              <a:spLocks noEditPoints="1"/>
            </p:cNvSpPr>
            <p:nvPr/>
          </p:nvSpPr>
          <p:spPr bwMode="auto">
            <a:xfrm>
              <a:off x="6906005" y="4706928"/>
              <a:ext cx="41728" cy="90013"/>
            </a:xfrm>
            <a:custGeom>
              <a:avLst/>
              <a:gdLst>
                <a:gd name="T0" fmla="*/ 76 w 155"/>
                <a:gd name="T1" fmla="*/ 41 h 368"/>
                <a:gd name="T2" fmla="*/ 41 w 155"/>
                <a:gd name="T3" fmla="*/ 75 h 368"/>
                <a:gd name="T4" fmla="*/ 42 w 155"/>
                <a:gd name="T5" fmla="*/ 294 h 368"/>
                <a:gd name="T6" fmla="*/ 1 w 155"/>
                <a:gd name="T7" fmla="*/ 253 h 368"/>
                <a:gd name="T8" fmla="*/ 1 w 155"/>
                <a:gd name="T9" fmla="*/ 368 h 368"/>
                <a:gd name="T10" fmla="*/ 117 w 155"/>
                <a:gd name="T11" fmla="*/ 368 h 368"/>
                <a:gd name="T12" fmla="*/ 77 w 155"/>
                <a:gd name="T13" fmla="*/ 329 h 368"/>
                <a:gd name="T14" fmla="*/ 76 w 155"/>
                <a:gd name="T15" fmla="*/ 41 h 368"/>
                <a:gd name="T16" fmla="*/ 116 w 155"/>
                <a:gd name="T17" fmla="*/ 0 h 368"/>
                <a:gd name="T18" fmla="*/ 0 w 155"/>
                <a:gd name="T19" fmla="*/ 0 h 368"/>
                <a:gd name="T20" fmla="*/ 0 w 155"/>
                <a:gd name="T21" fmla="*/ 116 h 368"/>
                <a:gd name="T22" fmla="*/ 116 w 155"/>
                <a:gd name="T23" fmla="*/ 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6" y="41"/>
                  </a:moveTo>
                  <a:cubicBezTo>
                    <a:pt x="41" y="75"/>
                    <a:pt x="41" y="75"/>
                    <a:pt x="41" y="75"/>
                  </a:cubicBezTo>
                  <a:cubicBezTo>
                    <a:pt x="101" y="136"/>
                    <a:pt x="102" y="233"/>
                    <a:pt x="42" y="294"/>
                  </a:cubicBezTo>
                  <a:cubicBezTo>
                    <a:pt x="1" y="253"/>
                    <a:pt x="1" y="253"/>
                    <a:pt x="1" y="253"/>
                  </a:cubicBezTo>
                  <a:cubicBezTo>
                    <a:pt x="1" y="368"/>
                    <a:pt x="1" y="368"/>
                    <a:pt x="1" y="368"/>
                  </a:cubicBezTo>
                  <a:cubicBezTo>
                    <a:pt x="117" y="368"/>
                    <a:pt x="117" y="368"/>
                    <a:pt x="117" y="368"/>
                  </a:cubicBezTo>
                  <a:cubicBezTo>
                    <a:pt x="77" y="329"/>
                    <a:pt x="77" y="329"/>
                    <a:pt x="77" y="329"/>
                  </a:cubicBezTo>
                  <a:cubicBezTo>
                    <a:pt x="155" y="249"/>
                    <a:pt x="155" y="120"/>
                    <a:pt x="76" y="41"/>
                  </a:cubicBezTo>
                  <a:close/>
                  <a:moveTo>
                    <a:pt x="116" y="0"/>
                  </a:moveTo>
                  <a:cubicBezTo>
                    <a:pt x="0" y="0"/>
                    <a:pt x="0" y="0"/>
                    <a:pt x="0" y="0"/>
                  </a:cubicBezTo>
                  <a:cubicBezTo>
                    <a:pt x="0" y="116"/>
                    <a:pt x="0" y="116"/>
                    <a:pt x="0" y="116"/>
                  </a:cubicBezTo>
                  <a:lnTo>
                    <a:pt x="11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grpSp>
    </p:spTree>
    <p:extLst>
      <p:ext uri="{BB962C8B-B14F-4D97-AF65-F5344CB8AC3E}">
        <p14:creationId xmlns:p14="http://schemas.microsoft.com/office/powerpoint/2010/main" val="38418080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25"/>
                                        </p:tgtEl>
                                      </p:cBhvr>
                                    </p:animEffect>
                                    <p:set>
                                      <p:cBhvr>
                                        <p:cTn id="36" dur="1" fill="hold">
                                          <p:stCondLst>
                                            <p:cond delay="499"/>
                                          </p:stCondLst>
                                        </p:cTn>
                                        <p:tgtEl>
                                          <p:spTgt spid="25"/>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36" presetClass="path" presetSubtype="0" accel="50000" decel="50000" fill="hold" grpId="1" nodeType="clickEffect">
                                  <p:stCondLst>
                                    <p:cond delay="0"/>
                                  </p:stCondLst>
                                  <p:childTnLst>
                                    <p:animMotion origin="layout" path="M -4.07605E-6 7.40741E-7 L -4.07605E-6 0.12569 C -4.07605E-6 0.18218 0.08361 0.25301 0.15172 0.25301 L 0.30369 0.25301 " pathEditMode="relative" rAng="0" ptsTypes="FfFF">
                                      <p:cBhvr>
                                        <p:cTn id="43" dur="2000" fill="hold"/>
                                        <p:tgtEl>
                                          <p:spTgt spid="17"/>
                                        </p:tgtEl>
                                        <p:attrNameLst>
                                          <p:attrName>ppt_x</p:attrName>
                                          <p:attrName>ppt_y</p:attrName>
                                        </p:attrNameLst>
                                      </p:cBhvr>
                                      <p:rCtr x="15184" y="12639"/>
                                    </p:animMotion>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xit" presetSubtype="0" fill="hold" grpId="1" nodeType="clickEffect">
                                  <p:stCondLst>
                                    <p:cond delay="0"/>
                                  </p:stCondLst>
                                  <p:childTnLst>
                                    <p:animEffect transition="out" filter="fade">
                                      <p:cBhvr>
                                        <p:cTn id="55" dur="500"/>
                                        <p:tgtEl>
                                          <p:spTgt spid="27"/>
                                        </p:tgtEl>
                                      </p:cBhvr>
                                    </p:animEffect>
                                    <p:set>
                                      <p:cBhvr>
                                        <p:cTn id="56" dur="1" fill="hold">
                                          <p:stCondLst>
                                            <p:cond delay="499"/>
                                          </p:stCondLst>
                                        </p:cTn>
                                        <p:tgtEl>
                                          <p:spTgt spid="27"/>
                                        </p:tgtEl>
                                        <p:attrNameLst>
                                          <p:attrName>style.visibility</p:attrName>
                                        </p:attrNameLst>
                                      </p:cBhvr>
                                      <p:to>
                                        <p:strVal val="hidden"/>
                                      </p:to>
                                    </p:set>
                                  </p:childTnLst>
                                </p:cTn>
                              </p:par>
                              <p:par>
                                <p:cTn id="57" presetID="10" presetClass="exit" presetSubtype="0" fill="hold" nodeType="withEffect">
                                  <p:stCondLst>
                                    <p:cond delay="0"/>
                                  </p:stCondLst>
                                  <p:childTnLst>
                                    <p:animEffect transition="out" filter="fade">
                                      <p:cBhvr>
                                        <p:cTn id="58" dur="500"/>
                                        <p:tgtEl>
                                          <p:spTgt spid="29"/>
                                        </p:tgtEl>
                                      </p:cBhvr>
                                    </p:animEffect>
                                    <p:set>
                                      <p:cBhvr>
                                        <p:cTn id="59" dur="1" fill="hold">
                                          <p:stCondLst>
                                            <p:cond delay="499"/>
                                          </p:stCondLst>
                                        </p:cTn>
                                        <p:tgtEl>
                                          <p:spTgt spid="29"/>
                                        </p:tgtEl>
                                        <p:attrNameLst>
                                          <p:attrName>style.visibility</p:attrName>
                                        </p:attrNameLst>
                                      </p:cBhvr>
                                      <p:to>
                                        <p:strVal val="hidden"/>
                                      </p:to>
                                    </p:se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500"/>
                                        <p:tgtEl>
                                          <p:spTgt spid="28"/>
                                        </p:tgtEl>
                                      </p:cBhvr>
                                    </p:animEffect>
                                  </p:childTnLst>
                                </p:cTn>
                              </p:par>
                            </p:childTnLst>
                          </p:cTn>
                        </p:par>
                        <p:par>
                          <p:cTn id="63" fill="hold">
                            <p:stCondLst>
                              <p:cond delay="500"/>
                            </p:stCondLst>
                            <p:childTnLst>
                              <p:par>
                                <p:cTn id="64" presetID="36" presetClass="path" presetSubtype="0" accel="50000" decel="50000" fill="hold" grpId="1" nodeType="afterEffect">
                                  <p:stCondLst>
                                    <p:cond delay="0"/>
                                  </p:stCondLst>
                                  <p:childTnLst>
                                    <p:animMotion origin="layout" path="M 9.33959E-7 3.7037E-6 L 9.33959E-7 -0.03218 C 9.33959E-7 -0.04653 0.0831 -0.06436 0.15097 -0.06436 L 0.30272 -0.06436 " pathEditMode="relative" rAng="0" ptsTypes="FfFF">
                                      <p:cBhvr>
                                        <p:cTn id="65" dur="2000" fill="hold"/>
                                        <p:tgtEl>
                                          <p:spTgt spid="28"/>
                                        </p:tgtEl>
                                        <p:attrNameLst>
                                          <p:attrName>ppt_x</p:attrName>
                                          <p:attrName>ppt_y</p:attrName>
                                        </p:attrNameLst>
                                      </p:cBhvr>
                                      <p:rCtr x="15136" y="-3218"/>
                                    </p:animMotion>
                                  </p:childTnLst>
                                </p:cTn>
                              </p:par>
                              <p:par>
                                <p:cTn id="66" presetID="63" presetClass="path" presetSubtype="0" accel="50000" decel="50000" fill="hold" grpId="2" nodeType="withEffect">
                                  <p:stCondLst>
                                    <p:cond delay="1000"/>
                                  </p:stCondLst>
                                  <p:childTnLst>
                                    <p:animMotion origin="layout" path="M 0.30369 0.25301 L 0.36476 0.25301 " pathEditMode="relative" rAng="0" ptsTypes="AA">
                                      <p:cBhvr>
                                        <p:cTn id="67" dur="1000" fill="hold"/>
                                        <p:tgtEl>
                                          <p:spTgt spid="17"/>
                                        </p:tgtEl>
                                        <p:attrNameLst>
                                          <p:attrName>ppt_x</p:attrName>
                                          <p:attrName>ppt_y</p:attrName>
                                        </p:attrNameLst>
                                      </p:cBhvr>
                                      <p:rCtr x="3047" y="0"/>
                                    </p:animMotion>
                                  </p:childTnLst>
                                </p:cTn>
                              </p:par>
                            </p:childTnLst>
                          </p:cTn>
                        </p:par>
                      </p:childTnLst>
                    </p:cTn>
                  </p:par>
                  <p:par>
                    <p:cTn id="68" fill="hold">
                      <p:stCondLst>
                        <p:cond delay="indefinite"/>
                      </p:stCondLst>
                      <p:childTnLst>
                        <p:par>
                          <p:cTn id="69" fill="hold">
                            <p:stCondLst>
                              <p:cond delay="0"/>
                            </p:stCondLst>
                            <p:childTnLst>
                              <p:par>
                                <p:cTn id="70" presetID="43" presetClass="path" presetSubtype="0" accel="50000" decel="50000" fill="hold" grpId="3" nodeType="clickEffect">
                                  <p:stCondLst>
                                    <p:cond delay="0"/>
                                  </p:stCondLst>
                                  <p:childTnLst>
                                    <p:animMotion origin="layout" path="M 0.36449 0.25324 L 0.50664 0.25277 C 0.52669 0.17847 0.76907 0.17546 0.76907 0.11296 L 0.76907 -0.02639 " pathEditMode="relative" rAng="0" ptsTypes="FfFF">
                                      <p:cBhvr>
                                        <p:cTn id="71" dur="2000" fill="hold"/>
                                        <p:tgtEl>
                                          <p:spTgt spid="17"/>
                                        </p:tgtEl>
                                        <p:attrNameLst>
                                          <p:attrName>ppt_x</p:attrName>
                                          <p:attrName>ppt_y</p:attrName>
                                        </p:attrNameLst>
                                      </p:cBhvr>
                                      <p:rCtr x="20229" y="-13981"/>
                                    </p:animMotion>
                                  </p:childTnLst>
                                </p:cTn>
                              </p:par>
                            </p:childTnLst>
                          </p:cTn>
                        </p:par>
                        <p:par>
                          <p:cTn id="72" fill="hold">
                            <p:stCondLst>
                              <p:cond delay="2000"/>
                            </p:stCondLst>
                            <p:childTnLst>
                              <p:par>
                                <p:cTn id="73" presetID="10" presetClass="exit" presetSubtype="0" fill="hold" grpId="4" nodeType="afterEffect">
                                  <p:stCondLst>
                                    <p:cond delay="0"/>
                                  </p:stCondLst>
                                  <p:childTnLst>
                                    <p:animEffect transition="out" filter="fade">
                                      <p:cBhvr>
                                        <p:cTn id="74" dur="1000"/>
                                        <p:tgtEl>
                                          <p:spTgt spid="17"/>
                                        </p:tgtEl>
                                      </p:cBhvr>
                                    </p:animEffect>
                                    <p:set>
                                      <p:cBhvr>
                                        <p:cTn id="75" dur="1" fill="hold">
                                          <p:stCondLst>
                                            <p:cond delay="999"/>
                                          </p:stCondLst>
                                        </p:cTn>
                                        <p:tgtEl>
                                          <p:spTgt spid="17"/>
                                        </p:tgtEl>
                                        <p:attrNameLst>
                                          <p:attrName>style.visibility</p:attrName>
                                        </p:attrNameLst>
                                      </p:cBhvr>
                                      <p:to>
                                        <p:strVal val="hidden"/>
                                      </p:to>
                                    </p:set>
                                  </p:childTnLst>
                                </p:cTn>
                              </p:par>
                            </p:childTnLst>
                          </p:cTn>
                        </p:par>
                        <p:par>
                          <p:cTn id="76" fill="hold">
                            <p:stCondLst>
                              <p:cond delay="3000"/>
                            </p:stCondLst>
                            <p:childTnLst>
                              <p:par>
                                <p:cTn id="77" presetID="10" presetClass="entr" presetSubtype="0" fill="hold" nodeType="after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10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1"/>
                                        </p:tgtEl>
                                        <p:attrNameLst>
                                          <p:attrName>style.visibility</p:attrName>
                                        </p:attrNameLst>
                                      </p:cBhvr>
                                      <p:to>
                                        <p:strVal val="visible"/>
                                      </p:to>
                                    </p:set>
                                    <p:animEffect transition="in" filter="fade">
                                      <p:cBhvr>
                                        <p:cTn id="82" dur="1000"/>
                                        <p:tgtEl>
                                          <p:spTgt spid="31"/>
                                        </p:tgtEl>
                                      </p:cBhvr>
                                    </p:animEffect>
                                  </p:childTnLst>
                                </p:cTn>
                              </p:par>
                            </p:childTnLst>
                          </p:cTn>
                        </p:par>
                        <p:par>
                          <p:cTn id="83" fill="hold">
                            <p:stCondLst>
                              <p:cond delay="4000"/>
                            </p:stCondLst>
                            <p:childTnLst>
                              <p:par>
                                <p:cTn id="84" presetID="10" presetClass="exit" presetSubtype="0" fill="hold" nodeType="afterEffect">
                                  <p:stCondLst>
                                    <p:cond delay="0"/>
                                  </p:stCondLst>
                                  <p:childTnLst>
                                    <p:animEffect transition="out" filter="fade">
                                      <p:cBhvr>
                                        <p:cTn id="85" dur="1000"/>
                                        <p:tgtEl>
                                          <p:spTgt spid="33"/>
                                        </p:tgtEl>
                                      </p:cBhvr>
                                    </p:animEffect>
                                    <p:set>
                                      <p:cBhvr>
                                        <p:cTn id="86" dur="1" fill="hold">
                                          <p:stCondLst>
                                            <p:cond delay="999"/>
                                          </p:stCondLst>
                                        </p:cTn>
                                        <p:tgtEl>
                                          <p:spTgt spid="33"/>
                                        </p:tgtEl>
                                        <p:attrNameLst>
                                          <p:attrName>style.visibility</p:attrName>
                                        </p:attrNameLst>
                                      </p:cBhvr>
                                      <p:to>
                                        <p:strVal val="hidden"/>
                                      </p:to>
                                    </p:set>
                                  </p:childTnLst>
                                </p:cTn>
                              </p:par>
                            </p:childTnLst>
                          </p:cTn>
                        </p:par>
                        <p:par>
                          <p:cTn id="87" fill="hold">
                            <p:stCondLst>
                              <p:cond delay="5000"/>
                            </p:stCondLst>
                            <p:childTnLst>
                              <p:par>
                                <p:cTn id="88" presetID="63" presetClass="path" presetSubtype="0" accel="50000" decel="50000" fill="hold" grpId="1" nodeType="afterEffect">
                                  <p:stCondLst>
                                    <p:cond delay="0"/>
                                  </p:stCondLst>
                                  <p:childTnLst>
                                    <p:animMotion origin="layout" path="M 4.48033E-7 -1.85185E-6 L 0.21985 -0.15301 " pathEditMode="relative" rAng="0" ptsTypes="AA">
                                      <p:cBhvr>
                                        <p:cTn id="89" dur="1000" fill="hold"/>
                                        <p:tgtEl>
                                          <p:spTgt spid="31"/>
                                        </p:tgtEl>
                                        <p:attrNameLst>
                                          <p:attrName>ppt_x</p:attrName>
                                          <p:attrName>ppt_y</p:attrName>
                                        </p:attrNameLst>
                                      </p:cBhvr>
                                      <p:rCtr x="10992" y="-7662"/>
                                    </p:animMotion>
                                  </p:childTnLst>
                                </p:cTn>
                              </p:par>
                            </p:childTnLst>
                          </p:cTn>
                        </p:par>
                      </p:childTnLst>
                    </p:cTn>
                  </p:par>
                  <p:par>
                    <p:cTn id="90" fill="hold">
                      <p:stCondLst>
                        <p:cond delay="indefinite"/>
                      </p:stCondLst>
                      <p:childTnLst>
                        <p:par>
                          <p:cTn id="91" fill="hold">
                            <p:stCondLst>
                              <p:cond delay="0"/>
                            </p:stCondLst>
                            <p:childTnLst>
                              <p:par>
                                <p:cTn id="92" presetID="43" presetClass="path" presetSubtype="0" accel="50000" decel="50000" fill="hold" grpId="2" nodeType="clickEffect">
                                  <p:stCondLst>
                                    <p:cond delay="0"/>
                                  </p:stCondLst>
                                  <p:childTnLst>
                                    <p:animMotion origin="layout" path="M 0.30344 -0.0618 L 0.50573 -0.06227 C 0.54413 -0.14606 0.77167 -0.13657 0.77167 -0.19653 L 0.77167 -0.33055 " pathEditMode="relative" rAng="0" ptsTypes="FfFF">
                                      <p:cBhvr>
                                        <p:cTn id="93" dur="2000" fill="hold"/>
                                        <p:tgtEl>
                                          <p:spTgt spid="28"/>
                                        </p:tgtEl>
                                        <p:attrNameLst>
                                          <p:attrName>ppt_x</p:attrName>
                                          <p:attrName>ppt_y</p:attrName>
                                        </p:attrNameLst>
                                      </p:cBhvr>
                                      <p:rCtr x="23405" y="-13449"/>
                                    </p:animMotion>
                                  </p:childTnLst>
                                </p:cTn>
                              </p:par>
                            </p:childTnLst>
                          </p:cTn>
                        </p:par>
                        <p:par>
                          <p:cTn id="94" fill="hold">
                            <p:stCondLst>
                              <p:cond delay="2000"/>
                            </p:stCondLst>
                            <p:childTnLst>
                              <p:par>
                                <p:cTn id="95" presetID="10" presetClass="exit" presetSubtype="0" fill="hold" grpId="3" nodeType="afterEffect">
                                  <p:stCondLst>
                                    <p:cond delay="0"/>
                                  </p:stCondLst>
                                  <p:childTnLst>
                                    <p:animEffect transition="out" filter="fade">
                                      <p:cBhvr>
                                        <p:cTn id="96" dur="1000"/>
                                        <p:tgtEl>
                                          <p:spTgt spid="28"/>
                                        </p:tgtEl>
                                      </p:cBhvr>
                                    </p:animEffect>
                                    <p:set>
                                      <p:cBhvr>
                                        <p:cTn id="97" dur="1" fill="hold">
                                          <p:stCondLst>
                                            <p:cond delay="999"/>
                                          </p:stCondLst>
                                        </p:cTn>
                                        <p:tgtEl>
                                          <p:spTgt spid="28"/>
                                        </p:tgtEl>
                                        <p:attrNameLst>
                                          <p:attrName>style.visibility</p:attrName>
                                        </p:attrNameLst>
                                      </p:cBhvr>
                                      <p:to>
                                        <p:strVal val="hidden"/>
                                      </p:to>
                                    </p:set>
                                  </p:childTnLst>
                                </p:cTn>
                              </p:par>
                              <p:par>
                                <p:cTn id="98" presetID="10" presetClass="entr" presetSubtype="0" fill="hold" grpId="0" nodeType="with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1000"/>
                                        <p:tgtEl>
                                          <p:spTgt spid="40"/>
                                        </p:tgtEl>
                                      </p:cBhvr>
                                    </p:animEffect>
                                  </p:childTnLst>
                                </p:cTn>
                              </p:par>
                              <p:par>
                                <p:cTn id="101" presetID="10" presetClass="entr" presetSubtype="0" fill="hold" nodeType="withEffect">
                                  <p:stCondLst>
                                    <p:cond delay="0"/>
                                  </p:stCondLst>
                                  <p:childTnLst>
                                    <p:set>
                                      <p:cBhvr>
                                        <p:cTn id="102" dur="1" fill="hold">
                                          <p:stCondLst>
                                            <p:cond delay="0"/>
                                          </p:stCondLst>
                                        </p:cTn>
                                        <p:tgtEl>
                                          <p:spTgt spid="33"/>
                                        </p:tgtEl>
                                        <p:attrNameLst>
                                          <p:attrName>style.visibility</p:attrName>
                                        </p:attrNameLst>
                                      </p:cBhvr>
                                      <p:to>
                                        <p:strVal val="visible"/>
                                      </p:to>
                                    </p:set>
                                    <p:animEffect transition="in" filter="fade">
                                      <p:cBhvr>
                                        <p:cTn id="103" dur="1000"/>
                                        <p:tgtEl>
                                          <p:spTgt spid="33"/>
                                        </p:tgtEl>
                                      </p:cBhvr>
                                    </p:animEffect>
                                  </p:childTnLst>
                                </p:cTn>
                              </p:par>
                            </p:childTnLst>
                          </p:cTn>
                        </p:par>
                        <p:par>
                          <p:cTn id="104" fill="hold">
                            <p:stCondLst>
                              <p:cond delay="3000"/>
                            </p:stCondLst>
                            <p:childTnLst>
                              <p:par>
                                <p:cTn id="105" presetID="10" presetClass="exit" presetSubtype="0" fill="hold" nodeType="afterEffect">
                                  <p:stCondLst>
                                    <p:cond delay="0"/>
                                  </p:stCondLst>
                                  <p:childTnLst>
                                    <p:animEffect transition="out" filter="fade">
                                      <p:cBhvr>
                                        <p:cTn id="106" dur="1000"/>
                                        <p:tgtEl>
                                          <p:spTgt spid="33"/>
                                        </p:tgtEl>
                                      </p:cBhvr>
                                    </p:animEffect>
                                    <p:set>
                                      <p:cBhvr>
                                        <p:cTn id="107" dur="1" fill="hold">
                                          <p:stCondLst>
                                            <p:cond delay="999"/>
                                          </p:stCondLst>
                                        </p:cTn>
                                        <p:tgtEl>
                                          <p:spTgt spid="33"/>
                                        </p:tgtEl>
                                        <p:attrNameLst>
                                          <p:attrName>style.visibility</p:attrName>
                                        </p:attrNameLst>
                                      </p:cBhvr>
                                      <p:to>
                                        <p:strVal val="hidden"/>
                                      </p:to>
                                    </p:set>
                                  </p:childTnLst>
                                </p:cTn>
                              </p:par>
                            </p:childTnLst>
                          </p:cTn>
                        </p:par>
                        <p:par>
                          <p:cTn id="108" fill="hold">
                            <p:stCondLst>
                              <p:cond delay="4000"/>
                            </p:stCondLst>
                            <p:childTnLst>
                              <p:par>
                                <p:cTn id="109" presetID="63" presetClass="path" presetSubtype="0" accel="50000" decel="50000" fill="hold" grpId="1" nodeType="afterEffect">
                                  <p:stCondLst>
                                    <p:cond delay="0"/>
                                  </p:stCondLst>
                                  <p:childTnLst>
                                    <p:animMotion origin="layout" path="M 1.34931E-6 3.33333E-6 L 0.23391 0.18935 " pathEditMode="relative" rAng="0" ptsTypes="AA">
                                      <p:cBhvr>
                                        <p:cTn id="110" dur="1000" fill="hold"/>
                                        <p:tgtEl>
                                          <p:spTgt spid="40"/>
                                        </p:tgtEl>
                                        <p:attrNameLst>
                                          <p:attrName>ppt_x</p:attrName>
                                          <p:attrName>ppt_y</p:attrName>
                                        </p:attrNameLst>
                                      </p:cBhvr>
                                      <p:rCtr x="11696" y="94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6" grpId="1" animBg="1"/>
      <p:bldP spid="26" grpId="0" animBg="1"/>
      <p:bldP spid="27" grpId="0" animBg="1"/>
      <p:bldP spid="27" grpId="1" animBg="1"/>
      <p:bldP spid="30" grpId="0" animBg="1"/>
      <p:bldP spid="31" grpId="0" animBg="1"/>
      <p:bldP spid="31" grpId="1" animBg="1"/>
      <p:bldP spid="40" grpId="0" animBg="1"/>
      <p:bldP spid="40" grpId="1" animBg="1"/>
      <p:bldP spid="28" grpId="0" animBg="1"/>
      <p:bldP spid="28" grpId="1" animBg="1"/>
      <p:bldP spid="28" grpId="2" animBg="1"/>
      <p:bldP spid="28" grpId="3" animBg="1"/>
      <p:bldP spid="17" grpId="0" animBg="1"/>
      <p:bldP spid="17" grpId="1" animBg="1"/>
      <p:bldP spid="17" grpId="2" animBg="1"/>
      <p:bldP spid="17" grpId="3" animBg="1"/>
      <p:bldP spid="17" grpId="4" animBg="1"/>
    </p:bldLst>
  </p:timing>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3" cstate="print">
            <a:extLst>
              <a:ext uri="{28A0092B-C50C-407E-A947-70E740481C1C}">
                <a14:useLocalDpi xmlns:a14="http://schemas.microsoft.com/office/drawing/2010/main" val="0"/>
              </a:ext>
            </a:extLst>
          </a:blip>
          <a:srcRect l="3724" r="-11138"/>
          <a:stretch/>
        </p:blipFill>
        <p:spPr>
          <a:xfrm>
            <a:off x="592501" y="2920209"/>
            <a:ext cx="2984150" cy="2056832"/>
          </a:xfrm>
          <a:prstGeom prst="rect">
            <a:avLst/>
          </a:prstGeom>
        </p:spPr>
      </p:pic>
      <p:sp>
        <p:nvSpPr>
          <p:cNvPr id="2" name="Title 1"/>
          <p:cNvSpPr>
            <a:spLocks noGrp="1"/>
          </p:cNvSpPr>
          <p:nvPr>
            <p:ph type="title"/>
          </p:nvPr>
        </p:nvSpPr>
        <p:spPr/>
        <p:txBody>
          <a:bodyPr/>
          <a:lstStyle/>
          <a:p>
            <a:r>
              <a:rPr lang="en-GB" sz="3967" dirty="0"/>
              <a:t>Service Bus</a:t>
            </a:r>
          </a:p>
        </p:txBody>
      </p:sp>
      <p:sp>
        <p:nvSpPr>
          <p:cNvPr id="14" name="Rectangle 13"/>
          <p:cNvSpPr>
            <a:spLocks/>
          </p:cNvSpPr>
          <p:nvPr/>
        </p:nvSpPr>
        <p:spPr bwMode="auto">
          <a:xfrm>
            <a:off x="3255264" y="2920209"/>
            <a:ext cx="2674620" cy="206100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30" tIns="107544" rIns="137130" bIns="107544" numCol="1" spcCol="0" rtlCol="0" fromWordArt="0" anchor="t"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685414" fontAlgn="base">
              <a:lnSpc>
                <a:spcPct val="90000"/>
              </a:lnSpc>
              <a:spcBef>
                <a:spcPct val="0"/>
              </a:spcBef>
              <a:spcAft>
                <a:spcPct val="0"/>
              </a:spcAft>
            </a:pPr>
            <a:r>
              <a:rPr lang="en-US" dirty="0">
                <a:gradFill>
                  <a:gsLst>
                    <a:gs pos="0">
                      <a:schemeClr val="bg1"/>
                    </a:gs>
                    <a:gs pos="100000">
                      <a:schemeClr val="bg1"/>
                    </a:gs>
                  </a:gsLst>
                  <a:lin ang="5400000" scaled="0"/>
                </a:gradFill>
                <a:ea typeface="Segoe UI" pitchFamily="34" charset="0"/>
                <a:cs typeface="Segoe UI" pitchFamily="34" charset="0"/>
              </a:rPr>
              <a:t>Connect to on-premises applications	</a:t>
            </a:r>
          </a:p>
        </p:txBody>
      </p:sp>
      <p:sp>
        <p:nvSpPr>
          <p:cNvPr id="18" name="Rectangle 17"/>
          <p:cNvSpPr/>
          <p:nvPr/>
        </p:nvSpPr>
        <p:spPr bwMode="auto">
          <a:xfrm>
            <a:off x="598700" y="2400300"/>
            <a:ext cx="7990049" cy="485061"/>
          </a:xfrm>
          <a:prstGeom prst="rect">
            <a:avLst/>
          </a:prstGeom>
          <a:solidFill>
            <a:schemeClr val="accent3"/>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4337" tIns="107470" rIns="134337" bIns="67169" numCol="1" spcCol="0" rtlCol="0" fromWordArt="0" anchor="ctr" anchorCtr="0" forceAA="0" compatLnSpc="1">
            <a:prstTxWarp prst="textNoShape">
              <a:avLst/>
            </a:prstTxWarp>
            <a:noAutofit/>
          </a:bodyPr>
          <a:lstStyle/>
          <a:p>
            <a:pPr algn="ctr"/>
            <a:r>
              <a:rPr lang="en-GB" sz="1800" dirty="0"/>
              <a:t>Reliable messaging services to enable asynchronous messaging for distributed applications</a:t>
            </a:r>
            <a:endParaRPr lang="en-US" sz="1800" dirty="0"/>
          </a:p>
        </p:txBody>
      </p:sp>
      <p:pic>
        <p:nvPicPr>
          <p:cNvPr id="20" name="Picture 19"/>
          <p:cNvPicPr>
            <a:picLocks noChangeAspect="1"/>
          </p:cNvPicPr>
          <p:nvPr/>
        </p:nvPicPr>
        <p:blipFill rotWithShape="1">
          <a:blip r:embed="rId4" cstate="print">
            <a:extLst>
              <a:ext uri="{28A0092B-C50C-407E-A947-70E740481C1C}">
                <a14:useLocalDpi xmlns:a14="http://schemas.microsoft.com/office/drawing/2010/main" val="0"/>
              </a:ext>
            </a:extLst>
          </a:blip>
          <a:srcRect/>
          <a:stretch/>
        </p:blipFill>
        <p:spPr>
          <a:xfrm>
            <a:off x="5927224" y="2921648"/>
            <a:ext cx="2672155" cy="2055394"/>
          </a:xfrm>
          <a:prstGeom prst="rect">
            <a:avLst/>
          </a:prstGeom>
        </p:spPr>
      </p:pic>
      <p:grpSp>
        <p:nvGrpSpPr>
          <p:cNvPr id="3" name="Group 2"/>
          <p:cNvGrpSpPr/>
          <p:nvPr/>
        </p:nvGrpSpPr>
        <p:grpSpPr>
          <a:xfrm>
            <a:off x="598700" y="2920209"/>
            <a:ext cx="7990049" cy="2406297"/>
            <a:chOff x="816963" y="2273935"/>
            <a:chExt cx="10653399" cy="3208397"/>
          </a:xfrm>
        </p:grpSpPr>
        <p:sp>
          <p:nvSpPr>
            <p:cNvPr id="10" name="Rectangle 9"/>
            <p:cNvSpPr>
              <a:spLocks noChangeAspect="1"/>
            </p:cNvSpPr>
            <p:nvPr/>
          </p:nvSpPr>
          <p:spPr bwMode="auto">
            <a:xfrm>
              <a:off x="7912736" y="2273935"/>
              <a:ext cx="3557626" cy="3208397"/>
            </a:xfrm>
            <a:prstGeom prst="rect">
              <a:avLst/>
            </a:prstGeom>
            <a:gradFill>
              <a:gsLst>
                <a:gs pos="13000">
                  <a:srgbClr val="000000">
                    <a:alpha val="68000"/>
                  </a:srgbClr>
                </a:gs>
                <a:gs pos="38000">
                  <a:srgbClr val="000000">
                    <a:alpha val="0"/>
                  </a:srgb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30" tIns="107544" rIns="137130" bIns="107544" numCol="1" spcCol="0" rtlCol="0" fromWordArt="0" anchor="t"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699330"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Queues &amp; Topics</a:t>
              </a:r>
            </a:p>
          </p:txBody>
        </p:sp>
        <p:sp>
          <p:nvSpPr>
            <p:cNvPr id="17" name="Rectangle 16"/>
            <p:cNvSpPr>
              <a:spLocks noChangeAspect="1"/>
            </p:cNvSpPr>
            <p:nvPr/>
          </p:nvSpPr>
          <p:spPr bwMode="auto">
            <a:xfrm>
              <a:off x="816963" y="2273935"/>
              <a:ext cx="3567712" cy="3208397"/>
            </a:xfrm>
            <a:prstGeom prst="rect">
              <a:avLst/>
            </a:prstGeom>
            <a:gradFill>
              <a:gsLst>
                <a:gs pos="9000">
                  <a:srgbClr val="000000">
                    <a:alpha val="49000"/>
                  </a:srgbClr>
                </a:gs>
                <a:gs pos="32000">
                  <a:srgbClr val="000000">
                    <a:alpha val="0"/>
                  </a:srgbClr>
                </a:gs>
              </a:gsLst>
              <a:lin ang="54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7130" tIns="107544" rIns="137130" bIns="107544" numCol="1" spcCol="0" rtlCol="0" fromWordArt="0" anchor="t" anchorCtr="0" forceAA="0" compatLnSpc="1">
              <a:prstTxWarp prst="textNoShape">
                <a:avLst/>
              </a:prstTxWarp>
              <a:noAutofit/>
            </a:bodyPr>
            <a:lstStyle>
              <a:defPPr>
                <a:defRPr lang="en-US"/>
              </a:defPPr>
              <a:lvl1pPr marL="0" algn="l" defTabSz="914363" rtl="0" eaLnBrk="1" latinLnBrk="0" hangingPunct="1">
                <a:defRPr sz="1800" kern="1200">
                  <a:solidFill>
                    <a:schemeClr val="lt1"/>
                  </a:solidFill>
                  <a:latin typeface="+mn-lt"/>
                  <a:ea typeface="+mn-ea"/>
                  <a:cs typeface="+mn-cs"/>
                </a:defRPr>
              </a:lvl1pPr>
              <a:lvl2pPr marL="457182" algn="l" defTabSz="914363" rtl="0" eaLnBrk="1" latinLnBrk="0" hangingPunct="1">
                <a:defRPr sz="1800" kern="1200">
                  <a:solidFill>
                    <a:schemeClr val="lt1"/>
                  </a:solidFill>
                  <a:latin typeface="+mn-lt"/>
                  <a:ea typeface="+mn-ea"/>
                  <a:cs typeface="+mn-cs"/>
                </a:defRPr>
              </a:lvl2pPr>
              <a:lvl3pPr marL="914363" algn="l" defTabSz="914363" rtl="0" eaLnBrk="1" latinLnBrk="0" hangingPunct="1">
                <a:defRPr sz="1800" kern="1200">
                  <a:solidFill>
                    <a:schemeClr val="lt1"/>
                  </a:solidFill>
                  <a:latin typeface="+mn-lt"/>
                  <a:ea typeface="+mn-ea"/>
                  <a:cs typeface="+mn-cs"/>
                </a:defRPr>
              </a:lvl3pPr>
              <a:lvl4pPr marL="1371545" algn="l" defTabSz="914363" rtl="0" eaLnBrk="1" latinLnBrk="0" hangingPunct="1">
                <a:defRPr sz="1800" kern="1200">
                  <a:solidFill>
                    <a:schemeClr val="lt1"/>
                  </a:solidFill>
                  <a:latin typeface="+mn-lt"/>
                  <a:ea typeface="+mn-ea"/>
                  <a:cs typeface="+mn-cs"/>
                </a:defRPr>
              </a:lvl4pPr>
              <a:lvl5pPr marL="1828727" algn="l" defTabSz="914363" rtl="0" eaLnBrk="1" latinLnBrk="0" hangingPunct="1">
                <a:defRPr sz="1800" kern="1200">
                  <a:solidFill>
                    <a:schemeClr val="lt1"/>
                  </a:solidFill>
                  <a:latin typeface="+mn-lt"/>
                  <a:ea typeface="+mn-ea"/>
                  <a:cs typeface="+mn-cs"/>
                </a:defRPr>
              </a:lvl5pPr>
              <a:lvl6pPr marL="2285909" algn="l" defTabSz="914363" rtl="0" eaLnBrk="1" latinLnBrk="0" hangingPunct="1">
                <a:defRPr sz="1800" kern="1200">
                  <a:solidFill>
                    <a:schemeClr val="lt1"/>
                  </a:solidFill>
                  <a:latin typeface="+mn-lt"/>
                  <a:ea typeface="+mn-ea"/>
                  <a:cs typeface="+mn-cs"/>
                </a:defRPr>
              </a:lvl6pPr>
              <a:lvl7pPr marL="2743090" algn="l" defTabSz="914363" rtl="0" eaLnBrk="1" latinLnBrk="0" hangingPunct="1">
                <a:defRPr sz="1800" kern="1200">
                  <a:solidFill>
                    <a:schemeClr val="lt1"/>
                  </a:solidFill>
                  <a:latin typeface="+mn-lt"/>
                  <a:ea typeface="+mn-ea"/>
                  <a:cs typeface="+mn-cs"/>
                </a:defRPr>
              </a:lvl7pPr>
              <a:lvl8pPr marL="3200272" algn="l" defTabSz="914363" rtl="0" eaLnBrk="1" latinLnBrk="0" hangingPunct="1">
                <a:defRPr sz="1800" kern="1200">
                  <a:solidFill>
                    <a:schemeClr val="lt1"/>
                  </a:solidFill>
                  <a:latin typeface="+mn-lt"/>
                  <a:ea typeface="+mn-ea"/>
                  <a:cs typeface="+mn-cs"/>
                </a:defRPr>
              </a:lvl8pPr>
              <a:lvl9pPr marL="3657454" algn="l" defTabSz="914363" rtl="0" eaLnBrk="1" latinLnBrk="0" hangingPunct="1">
                <a:defRPr sz="1800" kern="1200">
                  <a:solidFill>
                    <a:schemeClr val="lt1"/>
                  </a:solidFill>
                  <a:latin typeface="+mn-lt"/>
                  <a:ea typeface="+mn-ea"/>
                  <a:cs typeface="+mn-cs"/>
                </a:defRPr>
              </a:lvl9pPr>
            </a:lstStyle>
            <a:p>
              <a:pPr defTabSz="685414"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Reliable Message Delivery</a:t>
              </a:r>
            </a:p>
          </p:txBody>
        </p:sp>
      </p:grpSp>
      <p:grpSp>
        <p:nvGrpSpPr>
          <p:cNvPr id="22" name="Group 21"/>
          <p:cNvGrpSpPr/>
          <p:nvPr/>
        </p:nvGrpSpPr>
        <p:grpSpPr>
          <a:xfrm>
            <a:off x="7951619" y="1175584"/>
            <a:ext cx="677582" cy="599305"/>
            <a:chOff x="6598260" y="4590950"/>
            <a:chExt cx="349473" cy="304226"/>
          </a:xfrm>
          <a:solidFill>
            <a:schemeClr val="accent1"/>
          </a:solidFill>
        </p:grpSpPr>
        <p:sp>
          <p:nvSpPr>
            <p:cNvPr id="23" name="Freeform 5"/>
            <p:cNvSpPr>
              <a:spLocks/>
            </p:cNvSpPr>
            <p:nvPr/>
          </p:nvSpPr>
          <p:spPr bwMode="auto">
            <a:xfrm>
              <a:off x="6691674" y="4700437"/>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4" name="Freeform 6"/>
            <p:cNvSpPr>
              <a:spLocks/>
            </p:cNvSpPr>
            <p:nvPr/>
          </p:nvSpPr>
          <p:spPr bwMode="auto">
            <a:xfrm>
              <a:off x="6691674" y="469654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5" name="Freeform 7"/>
            <p:cNvSpPr>
              <a:spLocks/>
            </p:cNvSpPr>
            <p:nvPr/>
          </p:nvSpPr>
          <p:spPr bwMode="auto">
            <a:xfrm>
              <a:off x="6833929" y="468529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7" name="Freeform 8"/>
            <p:cNvSpPr>
              <a:spLocks/>
            </p:cNvSpPr>
            <p:nvPr/>
          </p:nvSpPr>
          <p:spPr bwMode="auto">
            <a:xfrm>
              <a:off x="6738144" y="4641582"/>
              <a:ext cx="0" cy="433"/>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1"/>
                    <a:pt x="0" y="1"/>
                    <a:pt x="0" y="0"/>
                  </a:cubicBezTo>
                  <a:cubicBezTo>
                    <a:pt x="0" y="0"/>
                    <a:pt x="0" y="0"/>
                    <a:pt x="0" y="0"/>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0" name="Freeform 9"/>
            <p:cNvSpPr>
              <a:spLocks/>
            </p:cNvSpPr>
            <p:nvPr/>
          </p:nvSpPr>
          <p:spPr bwMode="auto">
            <a:xfrm>
              <a:off x="6770389" y="4717747"/>
              <a:ext cx="0" cy="433"/>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1"/>
                    <a:pt x="0" y="0"/>
                    <a:pt x="0" y="0"/>
                  </a:cubicBezTo>
                  <a:cubicBezTo>
                    <a:pt x="0" y="1"/>
                    <a:pt x="0" y="1"/>
                    <a:pt x="0" y="1"/>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1" name="Freeform 10"/>
            <p:cNvSpPr>
              <a:spLocks noEditPoints="1"/>
            </p:cNvSpPr>
            <p:nvPr/>
          </p:nvSpPr>
          <p:spPr bwMode="auto">
            <a:xfrm>
              <a:off x="6645204" y="4590950"/>
              <a:ext cx="245627" cy="152329"/>
            </a:xfrm>
            <a:custGeom>
              <a:avLst/>
              <a:gdLst>
                <a:gd name="T0" fmla="*/ 804 w 913"/>
                <a:gd name="T1" fmla="*/ 236 h 620"/>
                <a:gd name="T2" fmla="*/ 765 w 913"/>
                <a:gd name="T3" fmla="*/ 243 h 620"/>
                <a:gd name="T4" fmla="*/ 763 w 913"/>
                <a:gd name="T5" fmla="*/ 193 h 620"/>
                <a:gd name="T6" fmla="*/ 522 w 913"/>
                <a:gd name="T7" fmla="*/ 18 h 620"/>
                <a:gd name="T8" fmla="*/ 368 w 913"/>
                <a:gd name="T9" fmla="*/ 129 h 620"/>
                <a:gd name="T10" fmla="*/ 368 w 913"/>
                <a:gd name="T11" fmla="*/ 129 h 620"/>
                <a:gd name="T12" fmla="*/ 276 w 913"/>
                <a:gd name="T13" fmla="*/ 82 h 620"/>
                <a:gd name="T14" fmla="*/ 130 w 913"/>
                <a:gd name="T15" fmla="*/ 206 h 620"/>
                <a:gd name="T16" fmla="*/ 138 w 913"/>
                <a:gd name="T17" fmla="*/ 262 h 620"/>
                <a:gd name="T18" fmla="*/ 138 w 913"/>
                <a:gd name="T19" fmla="*/ 262 h 620"/>
                <a:gd name="T20" fmla="*/ 22 w 913"/>
                <a:gd name="T21" fmla="*/ 333 h 620"/>
                <a:gd name="T22" fmla="*/ 86 w 913"/>
                <a:gd name="T23" fmla="*/ 476 h 620"/>
                <a:gd name="T24" fmla="*/ 174 w 913"/>
                <a:gd name="T25" fmla="*/ 472 h 620"/>
                <a:gd name="T26" fmla="*/ 174 w 913"/>
                <a:gd name="T27" fmla="*/ 472 h 620"/>
                <a:gd name="T28" fmla="*/ 188 w 913"/>
                <a:gd name="T29" fmla="*/ 512 h 620"/>
                <a:gd name="T30" fmla="*/ 398 w 913"/>
                <a:gd name="T31" fmla="*/ 582 h 620"/>
                <a:gd name="T32" fmla="*/ 452 w 913"/>
                <a:gd name="T33" fmla="*/ 538 h 620"/>
                <a:gd name="T34" fmla="*/ 567 w 913"/>
                <a:gd name="T35" fmla="*/ 576 h 620"/>
                <a:gd name="T36" fmla="*/ 637 w 913"/>
                <a:gd name="T37" fmla="*/ 500 h 620"/>
                <a:gd name="T38" fmla="*/ 731 w 913"/>
                <a:gd name="T39" fmla="*/ 506 h 620"/>
                <a:gd name="T40" fmla="*/ 768 w 913"/>
                <a:gd name="T41" fmla="*/ 448 h 620"/>
                <a:gd name="T42" fmla="*/ 804 w 913"/>
                <a:gd name="T43" fmla="*/ 454 h 620"/>
                <a:gd name="T44" fmla="*/ 913 w 913"/>
                <a:gd name="T45" fmla="*/ 346 h 620"/>
                <a:gd name="T46" fmla="*/ 804 w 913"/>
                <a:gd name="T47" fmla="*/ 236 h 620"/>
                <a:gd name="T48" fmla="*/ 172 w 913"/>
                <a:gd name="T49" fmla="*/ 446 h 620"/>
                <a:gd name="T50" fmla="*/ 172 w 913"/>
                <a:gd name="T51" fmla="*/ 446 h 620"/>
                <a:gd name="T52" fmla="*/ 172 w 913"/>
                <a:gd name="T53" fmla="*/ 446 h 620"/>
                <a:gd name="T54" fmla="*/ 172 w 913"/>
                <a:gd name="T55" fmla="*/ 446 h 620"/>
                <a:gd name="T56" fmla="*/ 172 w 913"/>
                <a:gd name="T57" fmla="*/ 431 h 620"/>
                <a:gd name="T58" fmla="*/ 172 w 913"/>
                <a:gd name="T59" fmla="*/ 431 h 620"/>
                <a:gd name="T60" fmla="*/ 172 w 913"/>
                <a:gd name="T61" fmla="*/ 431 h 620"/>
                <a:gd name="T62" fmla="*/ 172 w 913"/>
                <a:gd name="T63" fmla="*/ 431 h 620"/>
                <a:gd name="T64" fmla="*/ 345 w 913"/>
                <a:gd name="T65" fmla="*/ 208 h 620"/>
                <a:gd name="T66" fmla="*/ 345 w 913"/>
                <a:gd name="T67" fmla="*/ 207 h 620"/>
                <a:gd name="T68" fmla="*/ 345 w 913"/>
                <a:gd name="T69" fmla="*/ 207 h 620"/>
                <a:gd name="T70" fmla="*/ 345 w 913"/>
                <a:gd name="T71" fmla="*/ 208 h 620"/>
                <a:gd name="T72" fmla="*/ 465 w 913"/>
                <a:gd name="T73" fmla="*/ 518 h 620"/>
                <a:gd name="T74" fmla="*/ 465 w 913"/>
                <a:gd name="T75" fmla="*/ 518 h 620"/>
                <a:gd name="T76" fmla="*/ 465 w 913"/>
                <a:gd name="T77" fmla="*/ 517 h 620"/>
                <a:gd name="T78" fmla="*/ 465 w 913"/>
                <a:gd name="T79" fmla="*/ 518 h 620"/>
                <a:gd name="T80" fmla="*/ 702 w 913"/>
                <a:gd name="T81" fmla="*/ 385 h 620"/>
                <a:gd name="T82" fmla="*/ 702 w 913"/>
                <a:gd name="T83" fmla="*/ 385 h 620"/>
                <a:gd name="T84" fmla="*/ 702 w 913"/>
                <a:gd name="T85" fmla="*/ 385 h 620"/>
                <a:gd name="T86" fmla="*/ 702 w 913"/>
                <a:gd name="T87" fmla="*/ 385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3" h="620">
                  <a:moveTo>
                    <a:pt x="804" y="236"/>
                  </a:moveTo>
                  <a:cubicBezTo>
                    <a:pt x="791" y="236"/>
                    <a:pt x="778" y="239"/>
                    <a:pt x="765" y="243"/>
                  </a:cubicBezTo>
                  <a:cubicBezTo>
                    <a:pt x="767" y="227"/>
                    <a:pt x="766" y="210"/>
                    <a:pt x="763" y="193"/>
                  </a:cubicBezTo>
                  <a:cubicBezTo>
                    <a:pt x="745" y="78"/>
                    <a:pt x="637" y="0"/>
                    <a:pt x="522" y="18"/>
                  </a:cubicBezTo>
                  <a:cubicBezTo>
                    <a:pt x="453" y="29"/>
                    <a:pt x="398" y="72"/>
                    <a:pt x="368" y="129"/>
                  </a:cubicBezTo>
                  <a:cubicBezTo>
                    <a:pt x="368" y="129"/>
                    <a:pt x="368" y="129"/>
                    <a:pt x="368" y="129"/>
                  </a:cubicBezTo>
                  <a:cubicBezTo>
                    <a:pt x="346" y="102"/>
                    <a:pt x="314" y="85"/>
                    <a:pt x="276" y="82"/>
                  </a:cubicBezTo>
                  <a:cubicBezTo>
                    <a:pt x="202" y="75"/>
                    <a:pt x="136" y="131"/>
                    <a:pt x="130" y="206"/>
                  </a:cubicBezTo>
                  <a:cubicBezTo>
                    <a:pt x="128" y="225"/>
                    <a:pt x="131" y="245"/>
                    <a:pt x="138" y="262"/>
                  </a:cubicBezTo>
                  <a:cubicBezTo>
                    <a:pt x="138" y="262"/>
                    <a:pt x="138" y="262"/>
                    <a:pt x="138" y="262"/>
                  </a:cubicBezTo>
                  <a:cubicBezTo>
                    <a:pt x="89" y="257"/>
                    <a:pt x="41" y="285"/>
                    <a:pt x="22" y="333"/>
                  </a:cubicBezTo>
                  <a:cubicBezTo>
                    <a:pt x="0" y="390"/>
                    <a:pt x="29" y="454"/>
                    <a:pt x="86" y="476"/>
                  </a:cubicBezTo>
                  <a:cubicBezTo>
                    <a:pt x="116" y="488"/>
                    <a:pt x="148" y="485"/>
                    <a:pt x="174" y="472"/>
                  </a:cubicBezTo>
                  <a:cubicBezTo>
                    <a:pt x="174" y="472"/>
                    <a:pt x="174" y="472"/>
                    <a:pt x="174" y="472"/>
                  </a:cubicBezTo>
                  <a:cubicBezTo>
                    <a:pt x="177" y="485"/>
                    <a:pt x="182" y="499"/>
                    <a:pt x="188" y="512"/>
                  </a:cubicBezTo>
                  <a:cubicBezTo>
                    <a:pt x="227" y="589"/>
                    <a:pt x="321" y="620"/>
                    <a:pt x="398" y="582"/>
                  </a:cubicBezTo>
                  <a:cubicBezTo>
                    <a:pt x="420" y="571"/>
                    <a:pt x="438" y="556"/>
                    <a:pt x="452" y="538"/>
                  </a:cubicBezTo>
                  <a:cubicBezTo>
                    <a:pt x="477" y="573"/>
                    <a:pt x="523" y="590"/>
                    <a:pt x="567" y="576"/>
                  </a:cubicBezTo>
                  <a:cubicBezTo>
                    <a:pt x="604" y="565"/>
                    <a:pt x="629" y="535"/>
                    <a:pt x="637" y="500"/>
                  </a:cubicBezTo>
                  <a:cubicBezTo>
                    <a:pt x="663" y="521"/>
                    <a:pt x="701" y="525"/>
                    <a:pt x="731" y="506"/>
                  </a:cubicBezTo>
                  <a:cubicBezTo>
                    <a:pt x="752" y="493"/>
                    <a:pt x="765" y="471"/>
                    <a:pt x="768" y="448"/>
                  </a:cubicBezTo>
                  <a:cubicBezTo>
                    <a:pt x="779" y="452"/>
                    <a:pt x="791" y="454"/>
                    <a:pt x="804" y="454"/>
                  </a:cubicBezTo>
                  <a:cubicBezTo>
                    <a:pt x="864" y="455"/>
                    <a:pt x="913" y="406"/>
                    <a:pt x="913" y="346"/>
                  </a:cubicBezTo>
                  <a:cubicBezTo>
                    <a:pt x="913" y="285"/>
                    <a:pt x="864" y="236"/>
                    <a:pt x="804" y="236"/>
                  </a:cubicBezTo>
                  <a:close/>
                  <a:moveTo>
                    <a:pt x="172" y="446"/>
                  </a:moveTo>
                  <a:cubicBezTo>
                    <a:pt x="172" y="446"/>
                    <a:pt x="172" y="446"/>
                    <a:pt x="172" y="446"/>
                  </a:cubicBezTo>
                  <a:cubicBezTo>
                    <a:pt x="172" y="446"/>
                    <a:pt x="172" y="446"/>
                    <a:pt x="172" y="446"/>
                  </a:cubicBezTo>
                  <a:cubicBezTo>
                    <a:pt x="172" y="446"/>
                    <a:pt x="172" y="446"/>
                    <a:pt x="172" y="446"/>
                  </a:cubicBezTo>
                  <a:close/>
                  <a:moveTo>
                    <a:pt x="172" y="431"/>
                  </a:moveTo>
                  <a:cubicBezTo>
                    <a:pt x="172" y="431"/>
                    <a:pt x="172" y="431"/>
                    <a:pt x="172" y="431"/>
                  </a:cubicBezTo>
                  <a:cubicBezTo>
                    <a:pt x="172" y="431"/>
                    <a:pt x="172" y="431"/>
                    <a:pt x="172" y="431"/>
                  </a:cubicBezTo>
                  <a:cubicBezTo>
                    <a:pt x="172" y="431"/>
                    <a:pt x="172" y="431"/>
                    <a:pt x="172" y="431"/>
                  </a:cubicBezTo>
                  <a:close/>
                  <a:moveTo>
                    <a:pt x="345" y="208"/>
                  </a:moveTo>
                  <a:cubicBezTo>
                    <a:pt x="345" y="208"/>
                    <a:pt x="345" y="208"/>
                    <a:pt x="345" y="207"/>
                  </a:cubicBezTo>
                  <a:cubicBezTo>
                    <a:pt x="345" y="207"/>
                    <a:pt x="345" y="207"/>
                    <a:pt x="345" y="207"/>
                  </a:cubicBezTo>
                  <a:cubicBezTo>
                    <a:pt x="345" y="208"/>
                    <a:pt x="345" y="208"/>
                    <a:pt x="345" y="208"/>
                  </a:cubicBezTo>
                  <a:close/>
                  <a:moveTo>
                    <a:pt x="465" y="518"/>
                  </a:moveTo>
                  <a:cubicBezTo>
                    <a:pt x="465" y="518"/>
                    <a:pt x="465" y="518"/>
                    <a:pt x="465" y="518"/>
                  </a:cubicBezTo>
                  <a:cubicBezTo>
                    <a:pt x="465" y="518"/>
                    <a:pt x="465" y="518"/>
                    <a:pt x="465" y="517"/>
                  </a:cubicBezTo>
                  <a:cubicBezTo>
                    <a:pt x="465" y="517"/>
                    <a:pt x="465" y="518"/>
                    <a:pt x="465" y="518"/>
                  </a:cubicBezTo>
                  <a:close/>
                  <a:moveTo>
                    <a:pt x="702" y="385"/>
                  </a:moveTo>
                  <a:cubicBezTo>
                    <a:pt x="702" y="385"/>
                    <a:pt x="702" y="385"/>
                    <a:pt x="702" y="385"/>
                  </a:cubicBezTo>
                  <a:cubicBezTo>
                    <a:pt x="702" y="385"/>
                    <a:pt x="702" y="385"/>
                    <a:pt x="702" y="385"/>
                  </a:cubicBezTo>
                  <a:cubicBezTo>
                    <a:pt x="702" y="385"/>
                    <a:pt x="702" y="385"/>
                    <a:pt x="702" y="385"/>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2" name="Freeform 11"/>
            <p:cNvSpPr>
              <a:spLocks noEditPoints="1"/>
            </p:cNvSpPr>
            <p:nvPr/>
          </p:nvSpPr>
          <p:spPr bwMode="auto">
            <a:xfrm>
              <a:off x="6598260" y="4706928"/>
              <a:ext cx="41728" cy="90013"/>
            </a:xfrm>
            <a:custGeom>
              <a:avLst/>
              <a:gdLst>
                <a:gd name="T0" fmla="*/ 79 w 155"/>
                <a:gd name="T1" fmla="*/ 328 h 368"/>
                <a:gd name="T2" fmla="*/ 114 w 155"/>
                <a:gd name="T3" fmla="*/ 293 h 368"/>
                <a:gd name="T4" fmla="*/ 113 w 155"/>
                <a:gd name="T5" fmla="*/ 74 h 368"/>
                <a:gd name="T6" fmla="*/ 154 w 155"/>
                <a:gd name="T7" fmla="*/ 116 h 368"/>
                <a:gd name="T8" fmla="*/ 154 w 155"/>
                <a:gd name="T9" fmla="*/ 0 h 368"/>
                <a:gd name="T10" fmla="*/ 38 w 155"/>
                <a:gd name="T11" fmla="*/ 0 h 368"/>
                <a:gd name="T12" fmla="*/ 78 w 155"/>
                <a:gd name="T13" fmla="*/ 40 h 368"/>
                <a:gd name="T14" fmla="*/ 79 w 155"/>
                <a:gd name="T15" fmla="*/ 328 h 368"/>
                <a:gd name="T16" fmla="*/ 39 w 155"/>
                <a:gd name="T17" fmla="*/ 368 h 368"/>
                <a:gd name="T18" fmla="*/ 155 w 155"/>
                <a:gd name="T19" fmla="*/ 368 h 368"/>
                <a:gd name="T20" fmla="*/ 155 w 155"/>
                <a:gd name="T21" fmla="*/ 253 h 368"/>
                <a:gd name="T22" fmla="*/ 39 w 155"/>
                <a:gd name="T23"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9" y="328"/>
                  </a:moveTo>
                  <a:cubicBezTo>
                    <a:pt x="114" y="293"/>
                    <a:pt x="114" y="293"/>
                    <a:pt x="114" y="293"/>
                  </a:cubicBezTo>
                  <a:cubicBezTo>
                    <a:pt x="54" y="233"/>
                    <a:pt x="53" y="135"/>
                    <a:pt x="113" y="74"/>
                  </a:cubicBezTo>
                  <a:cubicBezTo>
                    <a:pt x="154" y="116"/>
                    <a:pt x="154" y="116"/>
                    <a:pt x="154" y="116"/>
                  </a:cubicBezTo>
                  <a:cubicBezTo>
                    <a:pt x="154" y="0"/>
                    <a:pt x="154" y="0"/>
                    <a:pt x="154" y="0"/>
                  </a:cubicBezTo>
                  <a:cubicBezTo>
                    <a:pt x="38" y="0"/>
                    <a:pt x="38" y="0"/>
                    <a:pt x="38" y="0"/>
                  </a:cubicBezTo>
                  <a:cubicBezTo>
                    <a:pt x="78" y="40"/>
                    <a:pt x="78" y="40"/>
                    <a:pt x="78" y="40"/>
                  </a:cubicBezTo>
                  <a:cubicBezTo>
                    <a:pt x="0" y="120"/>
                    <a:pt x="0" y="248"/>
                    <a:pt x="79" y="328"/>
                  </a:cubicBezTo>
                  <a:close/>
                  <a:moveTo>
                    <a:pt x="39" y="368"/>
                  </a:moveTo>
                  <a:cubicBezTo>
                    <a:pt x="155" y="368"/>
                    <a:pt x="155" y="368"/>
                    <a:pt x="155" y="368"/>
                  </a:cubicBezTo>
                  <a:cubicBezTo>
                    <a:pt x="155" y="253"/>
                    <a:pt x="155" y="253"/>
                    <a:pt x="155" y="253"/>
                  </a:cubicBezTo>
                  <a:lnTo>
                    <a:pt x="39" y="368"/>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3" name="Freeform 12"/>
            <p:cNvSpPr>
              <a:spLocks/>
            </p:cNvSpPr>
            <p:nvPr/>
          </p:nvSpPr>
          <p:spPr bwMode="auto">
            <a:xfrm>
              <a:off x="6673181" y="4822906"/>
              <a:ext cx="35564" cy="6059"/>
            </a:xfrm>
            <a:custGeom>
              <a:avLst/>
              <a:gdLst>
                <a:gd name="T0" fmla="*/ 120 w 132"/>
                <a:gd name="T1" fmla="*/ 0 h 25"/>
                <a:gd name="T2" fmla="*/ 12 w 132"/>
                <a:gd name="T3" fmla="*/ 0 h 25"/>
                <a:gd name="T4" fmla="*/ 0 w 132"/>
                <a:gd name="T5" fmla="*/ 13 h 25"/>
                <a:gd name="T6" fmla="*/ 12 w 132"/>
                <a:gd name="T7" fmla="*/ 25 h 25"/>
                <a:gd name="T8" fmla="*/ 120 w 132"/>
                <a:gd name="T9" fmla="*/ 25 h 25"/>
                <a:gd name="T10" fmla="*/ 132 w 132"/>
                <a:gd name="T11" fmla="*/ 13 h 25"/>
                <a:gd name="T12" fmla="*/ 120 w 1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2" h="25">
                  <a:moveTo>
                    <a:pt x="120" y="0"/>
                  </a:moveTo>
                  <a:cubicBezTo>
                    <a:pt x="12" y="0"/>
                    <a:pt x="12" y="0"/>
                    <a:pt x="12" y="0"/>
                  </a:cubicBezTo>
                  <a:cubicBezTo>
                    <a:pt x="5" y="0"/>
                    <a:pt x="0" y="6"/>
                    <a:pt x="0" y="13"/>
                  </a:cubicBezTo>
                  <a:cubicBezTo>
                    <a:pt x="0" y="20"/>
                    <a:pt x="5" y="25"/>
                    <a:pt x="12" y="25"/>
                  </a:cubicBezTo>
                  <a:cubicBezTo>
                    <a:pt x="120" y="25"/>
                    <a:pt x="120" y="25"/>
                    <a:pt x="120" y="25"/>
                  </a:cubicBezTo>
                  <a:cubicBezTo>
                    <a:pt x="127" y="25"/>
                    <a:pt x="132" y="20"/>
                    <a:pt x="132" y="13"/>
                  </a:cubicBezTo>
                  <a:cubicBezTo>
                    <a:pt x="132"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4" name="Freeform 13"/>
            <p:cNvSpPr>
              <a:spLocks/>
            </p:cNvSpPr>
            <p:nvPr/>
          </p:nvSpPr>
          <p:spPr bwMode="auto">
            <a:xfrm>
              <a:off x="6649946" y="4836754"/>
              <a:ext cx="58799" cy="6491"/>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5" name="Freeform 14"/>
            <p:cNvSpPr>
              <a:spLocks/>
            </p:cNvSpPr>
            <p:nvPr/>
          </p:nvSpPr>
          <p:spPr bwMode="auto">
            <a:xfrm>
              <a:off x="6649946" y="4851035"/>
              <a:ext cx="58799" cy="6491"/>
            </a:xfrm>
            <a:custGeom>
              <a:avLst/>
              <a:gdLst>
                <a:gd name="T0" fmla="*/ 206 w 218"/>
                <a:gd name="T1" fmla="*/ 0 h 25"/>
                <a:gd name="T2" fmla="*/ 13 w 218"/>
                <a:gd name="T3" fmla="*/ 0 h 25"/>
                <a:gd name="T4" fmla="*/ 0 w 218"/>
                <a:gd name="T5" fmla="*/ 12 h 25"/>
                <a:gd name="T6" fmla="*/ 13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5"/>
                    <a:pt x="0" y="12"/>
                  </a:cubicBezTo>
                  <a:cubicBezTo>
                    <a:pt x="0" y="19"/>
                    <a:pt x="6" y="25"/>
                    <a:pt x="13" y="25"/>
                  </a:cubicBezTo>
                  <a:cubicBezTo>
                    <a:pt x="206" y="25"/>
                    <a:pt x="206" y="25"/>
                    <a:pt x="206" y="25"/>
                  </a:cubicBezTo>
                  <a:cubicBezTo>
                    <a:pt x="213" y="25"/>
                    <a:pt x="218" y="19"/>
                    <a:pt x="218" y="12"/>
                  </a:cubicBezTo>
                  <a:cubicBezTo>
                    <a:pt x="218" y="5"/>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6" name="Freeform 15"/>
            <p:cNvSpPr>
              <a:spLocks/>
            </p:cNvSpPr>
            <p:nvPr/>
          </p:nvSpPr>
          <p:spPr bwMode="auto">
            <a:xfrm>
              <a:off x="6649946" y="4865316"/>
              <a:ext cx="58799" cy="6059"/>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7" name="Freeform 16"/>
            <p:cNvSpPr>
              <a:spLocks noEditPoints="1"/>
            </p:cNvSpPr>
            <p:nvPr/>
          </p:nvSpPr>
          <p:spPr bwMode="auto">
            <a:xfrm>
              <a:off x="6631927" y="4795210"/>
              <a:ext cx="95785" cy="99966"/>
            </a:xfrm>
            <a:custGeom>
              <a:avLst/>
              <a:gdLst>
                <a:gd name="T0" fmla="*/ 332 w 357"/>
                <a:gd name="T1" fmla="*/ 407 h 407"/>
                <a:gd name="T2" fmla="*/ 357 w 357"/>
                <a:gd name="T3" fmla="*/ 407 h 407"/>
                <a:gd name="T4" fmla="*/ 357 w 357"/>
                <a:gd name="T5" fmla="*/ 39 h 407"/>
                <a:gd name="T6" fmla="*/ 315 w 357"/>
                <a:gd name="T7" fmla="*/ 0 h 407"/>
                <a:gd name="T8" fmla="*/ 115 w 357"/>
                <a:gd name="T9" fmla="*/ 0 h 407"/>
                <a:gd name="T10" fmla="*/ 0 w 357"/>
                <a:gd name="T11" fmla="*/ 103 h 407"/>
                <a:gd name="T12" fmla="*/ 0 w 357"/>
                <a:gd name="T13" fmla="*/ 367 h 407"/>
                <a:gd name="T14" fmla="*/ 40 w 357"/>
                <a:gd name="T15" fmla="*/ 407 h 407"/>
                <a:gd name="T16" fmla="*/ 332 w 357"/>
                <a:gd name="T17" fmla="*/ 407 h 407"/>
                <a:gd name="T18" fmla="*/ 52 w 357"/>
                <a:gd name="T19" fmla="*/ 384 h 407"/>
                <a:gd name="T20" fmla="*/ 24 w 357"/>
                <a:gd name="T21" fmla="*/ 356 h 407"/>
                <a:gd name="T22" fmla="*/ 24 w 357"/>
                <a:gd name="T23" fmla="*/ 118 h 407"/>
                <a:gd name="T24" fmla="*/ 95 w 357"/>
                <a:gd name="T25" fmla="*/ 118 h 407"/>
                <a:gd name="T26" fmla="*/ 119 w 357"/>
                <a:gd name="T27" fmla="*/ 113 h 407"/>
                <a:gd name="T28" fmla="*/ 128 w 357"/>
                <a:gd name="T29" fmla="*/ 92 h 407"/>
                <a:gd name="T30" fmla="*/ 128 w 357"/>
                <a:gd name="T31" fmla="*/ 25 h 407"/>
                <a:gd name="T32" fmla="*/ 305 w 357"/>
                <a:gd name="T33" fmla="*/ 25 h 407"/>
                <a:gd name="T34" fmla="*/ 332 w 357"/>
                <a:gd name="T35" fmla="*/ 53 h 407"/>
                <a:gd name="T36" fmla="*/ 332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2" y="407"/>
                  </a:moveTo>
                  <a:cubicBezTo>
                    <a:pt x="357" y="407"/>
                    <a:pt x="357" y="407"/>
                    <a:pt x="357" y="407"/>
                  </a:cubicBezTo>
                  <a:cubicBezTo>
                    <a:pt x="357" y="39"/>
                    <a:pt x="357" y="39"/>
                    <a:pt x="357" y="39"/>
                  </a:cubicBezTo>
                  <a:cubicBezTo>
                    <a:pt x="357" y="16"/>
                    <a:pt x="334" y="0"/>
                    <a:pt x="315" y="0"/>
                  </a:cubicBezTo>
                  <a:cubicBezTo>
                    <a:pt x="115" y="0"/>
                    <a:pt x="115" y="0"/>
                    <a:pt x="115" y="0"/>
                  </a:cubicBezTo>
                  <a:cubicBezTo>
                    <a:pt x="85" y="26"/>
                    <a:pt x="46" y="64"/>
                    <a:pt x="0" y="103"/>
                  </a:cubicBezTo>
                  <a:cubicBezTo>
                    <a:pt x="0" y="367"/>
                    <a:pt x="0" y="367"/>
                    <a:pt x="0" y="367"/>
                  </a:cubicBezTo>
                  <a:cubicBezTo>
                    <a:pt x="0" y="392"/>
                    <a:pt x="21" y="407"/>
                    <a:pt x="40" y="407"/>
                  </a:cubicBezTo>
                  <a:cubicBezTo>
                    <a:pt x="332" y="407"/>
                    <a:pt x="332" y="407"/>
                    <a:pt x="332" y="407"/>
                  </a:cubicBezTo>
                  <a:close/>
                  <a:moveTo>
                    <a:pt x="52" y="384"/>
                  </a:moveTo>
                  <a:cubicBezTo>
                    <a:pt x="37" y="384"/>
                    <a:pt x="24" y="372"/>
                    <a:pt x="24" y="356"/>
                  </a:cubicBezTo>
                  <a:cubicBezTo>
                    <a:pt x="24" y="118"/>
                    <a:pt x="24" y="118"/>
                    <a:pt x="24" y="118"/>
                  </a:cubicBezTo>
                  <a:cubicBezTo>
                    <a:pt x="95" y="118"/>
                    <a:pt x="95" y="118"/>
                    <a:pt x="95" y="118"/>
                  </a:cubicBezTo>
                  <a:cubicBezTo>
                    <a:pt x="95" y="118"/>
                    <a:pt x="111" y="117"/>
                    <a:pt x="119" y="113"/>
                  </a:cubicBezTo>
                  <a:cubicBezTo>
                    <a:pt x="129" y="106"/>
                    <a:pt x="128" y="92"/>
                    <a:pt x="128" y="92"/>
                  </a:cubicBezTo>
                  <a:cubicBezTo>
                    <a:pt x="128" y="25"/>
                    <a:pt x="128" y="25"/>
                    <a:pt x="128" y="25"/>
                  </a:cubicBezTo>
                  <a:cubicBezTo>
                    <a:pt x="305" y="25"/>
                    <a:pt x="305" y="25"/>
                    <a:pt x="305" y="25"/>
                  </a:cubicBezTo>
                  <a:cubicBezTo>
                    <a:pt x="320" y="25"/>
                    <a:pt x="332" y="37"/>
                    <a:pt x="332" y="53"/>
                  </a:cubicBezTo>
                  <a:cubicBezTo>
                    <a:pt x="332" y="384"/>
                    <a:pt x="332" y="384"/>
                    <a:pt x="332"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8" name="Freeform 17"/>
            <p:cNvSpPr>
              <a:spLocks/>
            </p:cNvSpPr>
            <p:nvPr/>
          </p:nvSpPr>
          <p:spPr bwMode="auto">
            <a:xfrm>
              <a:off x="6839619" y="4822906"/>
              <a:ext cx="36038" cy="6059"/>
            </a:xfrm>
            <a:custGeom>
              <a:avLst/>
              <a:gdLst>
                <a:gd name="T0" fmla="*/ 120 w 133"/>
                <a:gd name="T1" fmla="*/ 0 h 25"/>
                <a:gd name="T2" fmla="*/ 12 w 133"/>
                <a:gd name="T3" fmla="*/ 0 h 25"/>
                <a:gd name="T4" fmla="*/ 0 w 133"/>
                <a:gd name="T5" fmla="*/ 13 h 25"/>
                <a:gd name="T6" fmla="*/ 12 w 133"/>
                <a:gd name="T7" fmla="*/ 25 h 25"/>
                <a:gd name="T8" fmla="*/ 120 w 133"/>
                <a:gd name="T9" fmla="*/ 25 h 25"/>
                <a:gd name="T10" fmla="*/ 133 w 133"/>
                <a:gd name="T11" fmla="*/ 13 h 25"/>
                <a:gd name="T12" fmla="*/ 120 w 133"/>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3" h="25">
                  <a:moveTo>
                    <a:pt x="120" y="0"/>
                  </a:moveTo>
                  <a:cubicBezTo>
                    <a:pt x="12" y="0"/>
                    <a:pt x="12" y="0"/>
                    <a:pt x="12" y="0"/>
                  </a:cubicBezTo>
                  <a:cubicBezTo>
                    <a:pt x="6" y="0"/>
                    <a:pt x="0" y="6"/>
                    <a:pt x="0" y="13"/>
                  </a:cubicBezTo>
                  <a:cubicBezTo>
                    <a:pt x="0" y="20"/>
                    <a:pt x="6" y="25"/>
                    <a:pt x="12" y="25"/>
                  </a:cubicBezTo>
                  <a:cubicBezTo>
                    <a:pt x="120" y="25"/>
                    <a:pt x="120" y="25"/>
                    <a:pt x="120" y="25"/>
                  </a:cubicBezTo>
                  <a:cubicBezTo>
                    <a:pt x="127" y="25"/>
                    <a:pt x="133" y="20"/>
                    <a:pt x="133" y="13"/>
                  </a:cubicBezTo>
                  <a:cubicBezTo>
                    <a:pt x="133"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39" name="Freeform 18"/>
            <p:cNvSpPr>
              <a:spLocks/>
            </p:cNvSpPr>
            <p:nvPr/>
          </p:nvSpPr>
          <p:spPr bwMode="auto">
            <a:xfrm>
              <a:off x="6816858" y="4836754"/>
              <a:ext cx="58799" cy="6491"/>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0" name="Freeform 19"/>
            <p:cNvSpPr>
              <a:spLocks/>
            </p:cNvSpPr>
            <p:nvPr/>
          </p:nvSpPr>
          <p:spPr bwMode="auto">
            <a:xfrm>
              <a:off x="6816858" y="4851035"/>
              <a:ext cx="58799" cy="6491"/>
            </a:xfrm>
            <a:custGeom>
              <a:avLst/>
              <a:gdLst>
                <a:gd name="T0" fmla="*/ 205 w 218"/>
                <a:gd name="T1" fmla="*/ 0 h 25"/>
                <a:gd name="T2" fmla="*/ 12 w 218"/>
                <a:gd name="T3" fmla="*/ 0 h 25"/>
                <a:gd name="T4" fmla="*/ 0 w 218"/>
                <a:gd name="T5" fmla="*/ 12 h 25"/>
                <a:gd name="T6" fmla="*/ 12 w 218"/>
                <a:gd name="T7" fmla="*/ 25 h 25"/>
                <a:gd name="T8" fmla="*/ 205 w 218"/>
                <a:gd name="T9" fmla="*/ 25 h 25"/>
                <a:gd name="T10" fmla="*/ 218 w 218"/>
                <a:gd name="T11" fmla="*/ 12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5"/>
                    <a:pt x="0" y="12"/>
                  </a:cubicBezTo>
                  <a:cubicBezTo>
                    <a:pt x="0" y="19"/>
                    <a:pt x="5" y="25"/>
                    <a:pt x="12" y="25"/>
                  </a:cubicBezTo>
                  <a:cubicBezTo>
                    <a:pt x="205" y="25"/>
                    <a:pt x="205" y="25"/>
                    <a:pt x="205" y="25"/>
                  </a:cubicBezTo>
                  <a:cubicBezTo>
                    <a:pt x="212" y="25"/>
                    <a:pt x="218" y="19"/>
                    <a:pt x="218" y="12"/>
                  </a:cubicBezTo>
                  <a:cubicBezTo>
                    <a:pt x="218" y="5"/>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1" name="Freeform 20"/>
            <p:cNvSpPr>
              <a:spLocks/>
            </p:cNvSpPr>
            <p:nvPr/>
          </p:nvSpPr>
          <p:spPr bwMode="auto">
            <a:xfrm>
              <a:off x="6816858" y="4865316"/>
              <a:ext cx="58799" cy="6059"/>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2" name="Freeform 21"/>
            <p:cNvSpPr>
              <a:spLocks noEditPoints="1"/>
            </p:cNvSpPr>
            <p:nvPr/>
          </p:nvSpPr>
          <p:spPr bwMode="auto">
            <a:xfrm>
              <a:off x="6798366" y="4795210"/>
              <a:ext cx="95785" cy="99966"/>
            </a:xfrm>
            <a:custGeom>
              <a:avLst/>
              <a:gdLst>
                <a:gd name="T0" fmla="*/ 333 w 357"/>
                <a:gd name="T1" fmla="*/ 407 h 407"/>
                <a:gd name="T2" fmla="*/ 357 w 357"/>
                <a:gd name="T3" fmla="*/ 407 h 407"/>
                <a:gd name="T4" fmla="*/ 357 w 357"/>
                <a:gd name="T5" fmla="*/ 39 h 407"/>
                <a:gd name="T6" fmla="*/ 316 w 357"/>
                <a:gd name="T7" fmla="*/ 0 h 407"/>
                <a:gd name="T8" fmla="*/ 116 w 357"/>
                <a:gd name="T9" fmla="*/ 0 h 407"/>
                <a:gd name="T10" fmla="*/ 0 w 357"/>
                <a:gd name="T11" fmla="*/ 103 h 407"/>
                <a:gd name="T12" fmla="*/ 0 w 357"/>
                <a:gd name="T13" fmla="*/ 367 h 407"/>
                <a:gd name="T14" fmla="*/ 41 w 357"/>
                <a:gd name="T15" fmla="*/ 407 h 407"/>
                <a:gd name="T16" fmla="*/ 333 w 357"/>
                <a:gd name="T17" fmla="*/ 407 h 407"/>
                <a:gd name="T18" fmla="*/ 52 w 357"/>
                <a:gd name="T19" fmla="*/ 384 h 407"/>
                <a:gd name="T20" fmla="*/ 25 w 357"/>
                <a:gd name="T21" fmla="*/ 356 h 407"/>
                <a:gd name="T22" fmla="*/ 25 w 357"/>
                <a:gd name="T23" fmla="*/ 118 h 407"/>
                <a:gd name="T24" fmla="*/ 96 w 357"/>
                <a:gd name="T25" fmla="*/ 118 h 407"/>
                <a:gd name="T26" fmla="*/ 119 w 357"/>
                <a:gd name="T27" fmla="*/ 113 h 407"/>
                <a:gd name="T28" fmla="*/ 129 w 357"/>
                <a:gd name="T29" fmla="*/ 92 h 407"/>
                <a:gd name="T30" fmla="*/ 129 w 357"/>
                <a:gd name="T31" fmla="*/ 25 h 407"/>
                <a:gd name="T32" fmla="*/ 305 w 357"/>
                <a:gd name="T33" fmla="*/ 25 h 407"/>
                <a:gd name="T34" fmla="*/ 333 w 357"/>
                <a:gd name="T35" fmla="*/ 53 h 407"/>
                <a:gd name="T36" fmla="*/ 333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3" y="407"/>
                  </a:moveTo>
                  <a:cubicBezTo>
                    <a:pt x="357" y="407"/>
                    <a:pt x="357" y="407"/>
                    <a:pt x="357" y="407"/>
                  </a:cubicBezTo>
                  <a:cubicBezTo>
                    <a:pt x="357" y="39"/>
                    <a:pt x="357" y="39"/>
                    <a:pt x="357" y="39"/>
                  </a:cubicBezTo>
                  <a:cubicBezTo>
                    <a:pt x="357" y="16"/>
                    <a:pt x="334" y="0"/>
                    <a:pt x="316" y="0"/>
                  </a:cubicBezTo>
                  <a:cubicBezTo>
                    <a:pt x="116" y="0"/>
                    <a:pt x="116" y="0"/>
                    <a:pt x="116" y="0"/>
                  </a:cubicBezTo>
                  <a:cubicBezTo>
                    <a:pt x="86" y="26"/>
                    <a:pt x="47" y="64"/>
                    <a:pt x="0" y="103"/>
                  </a:cubicBezTo>
                  <a:cubicBezTo>
                    <a:pt x="0" y="367"/>
                    <a:pt x="0" y="367"/>
                    <a:pt x="0" y="367"/>
                  </a:cubicBezTo>
                  <a:cubicBezTo>
                    <a:pt x="0" y="392"/>
                    <a:pt x="22" y="407"/>
                    <a:pt x="41" y="407"/>
                  </a:cubicBezTo>
                  <a:cubicBezTo>
                    <a:pt x="333" y="407"/>
                    <a:pt x="333" y="407"/>
                    <a:pt x="333" y="407"/>
                  </a:cubicBezTo>
                  <a:close/>
                  <a:moveTo>
                    <a:pt x="52" y="384"/>
                  </a:moveTo>
                  <a:cubicBezTo>
                    <a:pt x="37" y="384"/>
                    <a:pt x="25" y="372"/>
                    <a:pt x="25" y="356"/>
                  </a:cubicBezTo>
                  <a:cubicBezTo>
                    <a:pt x="25" y="118"/>
                    <a:pt x="25" y="118"/>
                    <a:pt x="25" y="118"/>
                  </a:cubicBezTo>
                  <a:cubicBezTo>
                    <a:pt x="96" y="118"/>
                    <a:pt x="96" y="118"/>
                    <a:pt x="96" y="118"/>
                  </a:cubicBezTo>
                  <a:cubicBezTo>
                    <a:pt x="96" y="118"/>
                    <a:pt x="112" y="117"/>
                    <a:pt x="119" y="113"/>
                  </a:cubicBezTo>
                  <a:cubicBezTo>
                    <a:pt x="130" y="106"/>
                    <a:pt x="129" y="92"/>
                    <a:pt x="129" y="92"/>
                  </a:cubicBezTo>
                  <a:cubicBezTo>
                    <a:pt x="129" y="25"/>
                    <a:pt x="129" y="25"/>
                    <a:pt x="129" y="25"/>
                  </a:cubicBezTo>
                  <a:cubicBezTo>
                    <a:pt x="305" y="25"/>
                    <a:pt x="305" y="25"/>
                    <a:pt x="305" y="25"/>
                  </a:cubicBezTo>
                  <a:cubicBezTo>
                    <a:pt x="320" y="25"/>
                    <a:pt x="333" y="37"/>
                    <a:pt x="333" y="53"/>
                  </a:cubicBezTo>
                  <a:cubicBezTo>
                    <a:pt x="333" y="384"/>
                    <a:pt x="333" y="384"/>
                    <a:pt x="333"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3" name="Freeform 22"/>
            <p:cNvSpPr>
              <a:spLocks/>
            </p:cNvSpPr>
            <p:nvPr/>
          </p:nvSpPr>
          <p:spPr bwMode="auto">
            <a:xfrm>
              <a:off x="6735299" y="4827666"/>
              <a:ext cx="21812" cy="40679"/>
            </a:xfrm>
            <a:custGeom>
              <a:avLst/>
              <a:gdLst>
                <a:gd name="T0" fmla="*/ 46 w 46"/>
                <a:gd name="T1" fmla="*/ 0 h 94"/>
                <a:gd name="T2" fmla="*/ 0 w 46"/>
                <a:gd name="T3" fmla="*/ 47 h 94"/>
                <a:gd name="T4" fmla="*/ 46 w 46"/>
                <a:gd name="T5" fmla="*/ 94 h 94"/>
                <a:gd name="T6" fmla="*/ 46 w 46"/>
                <a:gd name="T7" fmla="*/ 0 h 94"/>
              </a:gdLst>
              <a:ahLst/>
              <a:cxnLst>
                <a:cxn ang="0">
                  <a:pos x="T0" y="T1"/>
                </a:cxn>
                <a:cxn ang="0">
                  <a:pos x="T2" y="T3"/>
                </a:cxn>
                <a:cxn ang="0">
                  <a:pos x="T4" y="T5"/>
                </a:cxn>
                <a:cxn ang="0">
                  <a:pos x="T6" y="T7"/>
                </a:cxn>
              </a:cxnLst>
              <a:rect l="0" t="0" r="r" b="b"/>
              <a:pathLst>
                <a:path w="46" h="94">
                  <a:moveTo>
                    <a:pt x="46" y="0"/>
                  </a:moveTo>
                  <a:lnTo>
                    <a:pt x="0" y="47"/>
                  </a:lnTo>
                  <a:lnTo>
                    <a:pt x="46" y="94"/>
                  </a:lnTo>
                  <a:lnTo>
                    <a:pt x="4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4" name="Freeform 23"/>
            <p:cNvSpPr>
              <a:spLocks/>
            </p:cNvSpPr>
            <p:nvPr/>
          </p:nvSpPr>
          <p:spPr bwMode="auto">
            <a:xfrm>
              <a:off x="6768018" y="4827666"/>
              <a:ext cx="21812" cy="40679"/>
            </a:xfrm>
            <a:custGeom>
              <a:avLst/>
              <a:gdLst>
                <a:gd name="T0" fmla="*/ 0 w 46"/>
                <a:gd name="T1" fmla="*/ 94 h 94"/>
                <a:gd name="T2" fmla="*/ 46 w 46"/>
                <a:gd name="T3" fmla="*/ 47 h 94"/>
                <a:gd name="T4" fmla="*/ 0 w 46"/>
                <a:gd name="T5" fmla="*/ 0 h 94"/>
                <a:gd name="T6" fmla="*/ 0 w 46"/>
                <a:gd name="T7" fmla="*/ 94 h 94"/>
              </a:gdLst>
              <a:ahLst/>
              <a:cxnLst>
                <a:cxn ang="0">
                  <a:pos x="T0" y="T1"/>
                </a:cxn>
                <a:cxn ang="0">
                  <a:pos x="T2" y="T3"/>
                </a:cxn>
                <a:cxn ang="0">
                  <a:pos x="T4" y="T5"/>
                </a:cxn>
                <a:cxn ang="0">
                  <a:pos x="T6" y="T7"/>
                </a:cxn>
              </a:cxnLst>
              <a:rect l="0" t="0" r="r" b="b"/>
              <a:pathLst>
                <a:path w="46" h="94">
                  <a:moveTo>
                    <a:pt x="0" y="94"/>
                  </a:moveTo>
                  <a:lnTo>
                    <a:pt x="46" y="47"/>
                  </a:lnTo>
                  <a:lnTo>
                    <a:pt x="0" y="0"/>
                  </a:lnTo>
                  <a:lnTo>
                    <a:pt x="0" y="9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45" name="Freeform 24"/>
            <p:cNvSpPr>
              <a:spLocks noEditPoints="1"/>
            </p:cNvSpPr>
            <p:nvPr/>
          </p:nvSpPr>
          <p:spPr bwMode="auto">
            <a:xfrm>
              <a:off x="6906005" y="4706928"/>
              <a:ext cx="41728" cy="90013"/>
            </a:xfrm>
            <a:custGeom>
              <a:avLst/>
              <a:gdLst>
                <a:gd name="T0" fmla="*/ 76 w 155"/>
                <a:gd name="T1" fmla="*/ 41 h 368"/>
                <a:gd name="T2" fmla="*/ 41 w 155"/>
                <a:gd name="T3" fmla="*/ 75 h 368"/>
                <a:gd name="T4" fmla="*/ 42 w 155"/>
                <a:gd name="T5" fmla="*/ 294 h 368"/>
                <a:gd name="T6" fmla="*/ 1 w 155"/>
                <a:gd name="T7" fmla="*/ 253 h 368"/>
                <a:gd name="T8" fmla="*/ 1 w 155"/>
                <a:gd name="T9" fmla="*/ 368 h 368"/>
                <a:gd name="T10" fmla="*/ 117 w 155"/>
                <a:gd name="T11" fmla="*/ 368 h 368"/>
                <a:gd name="T12" fmla="*/ 77 w 155"/>
                <a:gd name="T13" fmla="*/ 329 h 368"/>
                <a:gd name="T14" fmla="*/ 76 w 155"/>
                <a:gd name="T15" fmla="*/ 41 h 368"/>
                <a:gd name="T16" fmla="*/ 116 w 155"/>
                <a:gd name="T17" fmla="*/ 0 h 368"/>
                <a:gd name="T18" fmla="*/ 0 w 155"/>
                <a:gd name="T19" fmla="*/ 0 h 368"/>
                <a:gd name="T20" fmla="*/ 0 w 155"/>
                <a:gd name="T21" fmla="*/ 116 h 368"/>
                <a:gd name="T22" fmla="*/ 116 w 155"/>
                <a:gd name="T23" fmla="*/ 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6" y="41"/>
                  </a:moveTo>
                  <a:cubicBezTo>
                    <a:pt x="41" y="75"/>
                    <a:pt x="41" y="75"/>
                    <a:pt x="41" y="75"/>
                  </a:cubicBezTo>
                  <a:cubicBezTo>
                    <a:pt x="101" y="136"/>
                    <a:pt x="102" y="233"/>
                    <a:pt x="42" y="294"/>
                  </a:cubicBezTo>
                  <a:cubicBezTo>
                    <a:pt x="1" y="253"/>
                    <a:pt x="1" y="253"/>
                    <a:pt x="1" y="253"/>
                  </a:cubicBezTo>
                  <a:cubicBezTo>
                    <a:pt x="1" y="368"/>
                    <a:pt x="1" y="368"/>
                    <a:pt x="1" y="368"/>
                  </a:cubicBezTo>
                  <a:cubicBezTo>
                    <a:pt x="117" y="368"/>
                    <a:pt x="117" y="368"/>
                    <a:pt x="117" y="368"/>
                  </a:cubicBezTo>
                  <a:cubicBezTo>
                    <a:pt x="77" y="329"/>
                    <a:pt x="77" y="329"/>
                    <a:pt x="77" y="329"/>
                  </a:cubicBezTo>
                  <a:cubicBezTo>
                    <a:pt x="155" y="249"/>
                    <a:pt x="155" y="120"/>
                    <a:pt x="76" y="41"/>
                  </a:cubicBezTo>
                  <a:close/>
                  <a:moveTo>
                    <a:pt x="116" y="0"/>
                  </a:moveTo>
                  <a:cubicBezTo>
                    <a:pt x="0" y="0"/>
                    <a:pt x="0" y="0"/>
                    <a:pt x="0" y="0"/>
                  </a:cubicBezTo>
                  <a:cubicBezTo>
                    <a:pt x="0" y="116"/>
                    <a:pt x="0" y="116"/>
                    <a:pt x="0" y="116"/>
                  </a:cubicBezTo>
                  <a:lnTo>
                    <a:pt x="11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grpSp>
    </p:spTree>
    <p:extLst>
      <p:ext uri="{BB962C8B-B14F-4D97-AF65-F5344CB8AC3E}">
        <p14:creationId xmlns:p14="http://schemas.microsoft.com/office/powerpoint/2010/main" val="3619998824"/>
      </p:ext>
    </p:extLst>
  </p:cSld>
  <p:clrMapOvr>
    <a:masterClrMapping/>
  </p:clrMapOvr>
  <p:transition spd="slow">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3"/>
          <p:cNvSpPr>
            <a:spLocks noGrp="1"/>
          </p:cNvSpPr>
          <p:nvPr>
            <p:ph type="title"/>
          </p:nvPr>
        </p:nvSpPr>
        <p:spPr>
          <a:xfrm>
            <a:off x="201877" y="1072036"/>
            <a:ext cx="8361760" cy="1056636"/>
          </a:xfrm>
        </p:spPr>
        <p:txBody>
          <a:bodyPr/>
          <a:lstStyle/>
          <a:p>
            <a:r>
              <a:rPr lang="en-US" dirty="0" smtClean="0"/>
              <a:t>Service Bus topics and subscriptions</a:t>
            </a:r>
            <a:br>
              <a:rPr lang="en-US" dirty="0" smtClean="0"/>
            </a:br>
            <a:r>
              <a:rPr lang="en-US" sz="2325" dirty="0">
                <a:latin typeface="+mn-lt"/>
              </a:rPr>
              <a:t>Publish-subscribe one-to-many messaging.</a:t>
            </a:r>
            <a:endParaRPr lang="en-US" dirty="0">
              <a:latin typeface="+mn-lt"/>
            </a:endParaRPr>
          </a:p>
        </p:txBody>
      </p:sp>
      <p:pic>
        <p:nvPicPr>
          <p:cNvPr id="8" name="Picture 7"/>
          <p:cNvPicPr>
            <a:picLocks noChangeAspect="1"/>
          </p:cNvPicPr>
          <p:nvPr/>
        </p:nvPicPr>
        <p:blipFill rotWithShape="1">
          <a:blip r:embed="rId3" cstate="print">
            <a:extLst>
              <a:ext uri="{28A0092B-C50C-407E-A947-70E740481C1C}">
                <a14:useLocalDpi xmlns:a14="http://schemas.microsoft.com/office/drawing/2010/main" val="0"/>
              </a:ext>
            </a:extLst>
          </a:blip>
          <a:srcRect l="1695" t="5364" r="3173" b="4533"/>
          <a:stretch/>
        </p:blipFill>
        <p:spPr>
          <a:xfrm>
            <a:off x="1657350" y="2514601"/>
            <a:ext cx="5538464" cy="2398045"/>
          </a:xfrm>
          <a:prstGeom prst="rect">
            <a:avLst/>
          </a:prstGeom>
        </p:spPr>
      </p:pic>
      <p:grpSp>
        <p:nvGrpSpPr>
          <p:cNvPr id="5" name="Group 4"/>
          <p:cNvGrpSpPr/>
          <p:nvPr/>
        </p:nvGrpSpPr>
        <p:grpSpPr>
          <a:xfrm>
            <a:off x="7951619" y="1175584"/>
            <a:ext cx="677582" cy="599305"/>
            <a:chOff x="6598260" y="4590950"/>
            <a:chExt cx="349473" cy="304226"/>
          </a:xfrm>
          <a:solidFill>
            <a:schemeClr val="accent1"/>
          </a:solidFill>
        </p:grpSpPr>
        <p:sp>
          <p:nvSpPr>
            <p:cNvPr id="6" name="Freeform 5"/>
            <p:cNvSpPr>
              <a:spLocks/>
            </p:cNvSpPr>
            <p:nvPr/>
          </p:nvSpPr>
          <p:spPr bwMode="auto">
            <a:xfrm>
              <a:off x="6691674" y="4700437"/>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9" name="Freeform 6"/>
            <p:cNvSpPr>
              <a:spLocks/>
            </p:cNvSpPr>
            <p:nvPr/>
          </p:nvSpPr>
          <p:spPr bwMode="auto">
            <a:xfrm>
              <a:off x="6691674" y="469654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 name="Freeform 7"/>
            <p:cNvSpPr>
              <a:spLocks/>
            </p:cNvSpPr>
            <p:nvPr/>
          </p:nvSpPr>
          <p:spPr bwMode="auto">
            <a:xfrm>
              <a:off x="6833929" y="468529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 name="Freeform 8"/>
            <p:cNvSpPr>
              <a:spLocks/>
            </p:cNvSpPr>
            <p:nvPr/>
          </p:nvSpPr>
          <p:spPr bwMode="auto">
            <a:xfrm>
              <a:off x="6738144" y="4641582"/>
              <a:ext cx="0" cy="433"/>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1"/>
                    <a:pt x="0" y="1"/>
                    <a:pt x="0" y="0"/>
                  </a:cubicBezTo>
                  <a:cubicBezTo>
                    <a:pt x="0" y="0"/>
                    <a:pt x="0" y="0"/>
                    <a:pt x="0" y="0"/>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2" name="Freeform 9"/>
            <p:cNvSpPr>
              <a:spLocks/>
            </p:cNvSpPr>
            <p:nvPr/>
          </p:nvSpPr>
          <p:spPr bwMode="auto">
            <a:xfrm>
              <a:off x="6770389" y="4717747"/>
              <a:ext cx="0" cy="433"/>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1"/>
                    <a:pt x="0" y="0"/>
                    <a:pt x="0" y="0"/>
                  </a:cubicBezTo>
                  <a:cubicBezTo>
                    <a:pt x="0" y="1"/>
                    <a:pt x="0" y="1"/>
                    <a:pt x="0" y="1"/>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3" name="Freeform 10"/>
            <p:cNvSpPr>
              <a:spLocks noEditPoints="1"/>
            </p:cNvSpPr>
            <p:nvPr/>
          </p:nvSpPr>
          <p:spPr bwMode="auto">
            <a:xfrm>
              <a:off x="6645204" y="4590950"/>
              <a:ext cx="245627" cy="152329"/>
            </a:xfrm>
            <a:custGeom>
              <a:avLst/>
              <a:gdLst>
                <a:gd name="T0" fmla="*/ 804 w 913"/>
                <a:gd name="T1" fmla="*/ 236 h 620"/>
                <a:gd name="T2" fmla="*/ 765 w 913"/>
                <a:gd name="T3" fmla="*/ 243 h 620"/>
                <a:gd name="T4" fmla="*/ 763 w 913"/>
                <a:gd name="T5" fmla="*/ 193 h 620"/>
                <a:gd name="T6" fmla="*/ 522 w 913"/>
                <a:gd name="T7" fmla="*/ 18 h 620"/>
                <a:gd name="T8" fmla="*/ 368 w 913"/>
                <a:gd name="T9" fmla="*/ 129 h 620"/>
                <a:gd name="T10" fmla="*/ 368 w 913"/>
                <a:gd name="T11" fmla="*/ 129 h 620"/>
                <a:gd name="T12" fmla="*/ 276 w 913"/>
                <a:gd name="T13" fmla="*/ 82 h 620"/>
                <a:gd name="T14" fmla="*/ 130 w 913"/>
                <a:gd name="T15" fmla="*/ 206 h 620"/>
                <a:gd name="T16" fmla="*/ 138 w 913"/>
                <a:gd name="T17" fmla="*/ 262 h 620"/>
                <a:gd name="T18" fmla="*/ 138 w 913"/>
                <a:gd name="T19" fmla="*/ 262 h 620"/>
                <a:gd name="T20" fmla="*/ 22 w 913"/>
                <a:gd name="T21" fmla="*/ 333 h 620"/>
                <a:gd name="T22" fmla="*/ 86 w 913"/>
                <a:gd name="T23" fmla="*/ 476 h 620"/>
                <a:gd name="T24" fmla="*/ 174 w 913"/>
                <a:gd name="T25" fmla="*/ 472 h 620"/>
                <a:gd name="T26" fmla="*/ 174 w 913"/>
                <a:gd name="T27" fmla="*/ 472 h 620"/>
                <a:gd name="T28" fmla="*/ 188 w 913"/>
                <a:gd name="T29" fmla="*/ 512 h 620"/>
                <a:gd name="T30" fmla="*/ 398 w 913"/>
                <a:gd name="T31" fmla="*/ 582 h 620"/>
                <a:gd name="T32" fmla="*/ 452 w 913"/>
                <a:gd name="T33" fmla="*/ 538 h 620"/>
                <a:gd name="T34" fmla="*/ 567 w 913"/>
                <a:gd name="T35" fmla="*/ 576 h 620"/>
                <a:gd name="T36" fmla="*/ 637 w 913"/>
                <a:gd name="T37" fmla="*/ 500 h 620"/>
                <a:gd name="T38" fmla="*/ 731 w 913"/>
                <a:gd name="T39" fmla="*/ 506 h 620"/>
                <a:gd name="T40" fmla="*/ 768 w 913"/>
                <a:gd name="T41" fmla="*/ 448 h 620"/>
                <a:gd name="T42" fmla="*/ 804 w 913"/>
                <a:gd name="T43" fmla="*/ 454 h 620"/>
                <a:gd name="T44" fmla="*/ 913 w 913"/>
                <a:gd name="T45" fmla="*/ 346 h 620"/>
                <a:gd name="T46" fmla="*/ 804 w 913"/>
                <a:gd name="T47" fmla="*/ 236 h 620"/>
                <a:gd name="T48" fmla="*/ 172 w 913"/>
                <a:gd name="T49" fmla="*/ 446 h 620"/>
                <a:gd name="T50" fmla="*/ 172 w 913"/>
                <a:gd name="T51" fmla="*/ 446 h 620"/>
                <a:gd name="T52" fmla="*/ 172 w 913"/>
                <a:gd name="T53" fmla="*/ 446 h 620"/>
                <a:gd name="T54" fmla="*/ 172 w 913"/>
                <a:gd name="T55" fmla="*/ 446 h 620"/>
                <a:gd name="T56" fmla="*/ 172 w 913"/>
                <a:gd name="T57" fmla="*/ 431 h 620"/>
                <a:gd name="T58" fmla="*/ 172 w 913"/>
                <a:gd name="T59" fmla="*/ 431 h 620"/>
                <a:gd name="T60" fmla="*/ 172 w 913"/>
                <a:gd name="T61" fmla="*/ 431 h 620"/>
                <a:gd name="T62" fmla="*/ 172 w 913"/>
                <a:gd name="T63" fmla="*/ 431 h 620"/>
                <a:gd name="T64" fmla="*/ 345 w 913"/>
                <a:gd name="T65" fmla="*/ 208 h 620"/>
                <a:gd name="T66" fmla="*/ 345 w 913"/>
                <a:gd name="T67" fmla="*/ 207 h 620"/>
                <a:gd name="T68" fmla="*/ 345 w 913"/>
                <a:gd name="T69" fmla="*/ 207 h 620"/>
                <a:gd name="T70" fmla="*/ 345 w 913"/>
                <a:gd name="T71" fmla="*/ 208 h 620"/>
                <a:gd name="T72" fmla="*/ 465 w 913"/>
                <a:gd name="T73" fmla="*/ 518 h 620"/>
                <a:gd name="T74" fmla="*/ 465 w 913"/>
                <a:gd name="T75" fmla="*/ 518 h 620"/>
                <a:gd name="T76" fmla="*/ 465 w 913"/>
                <a:gd name="T77" fmla="*/ 517 h 620"/>
                <a:gd name="T78" fmla="*/ 465 w 913"/>
                <a:gd name="T79" fmla="*/ 518 h 620"/>
                <a:gd name="T80" fmla="*/ 702 w 913"/>
                <a:gd name="T81" fmla="*/ 385 h 620"/>
                <a:gd name="T82" fmla="*/ 702 w 913"/>
                <a:gd name="T83" fmla="*/ 385 h 620"/>
                <a:gd name="T84" fmla="*/ 702 w 913"/>
                <a:gd name="T85" fmla="*/ 385 h 620"/>
                <a:gd name="T86" fmla="*/ 702 w 913"/>
                <a:gd name="T87" fmla="*/ 385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3" h="620">
                  <a:moveTo>
                    <a:pt x="804" y="236"/>
                  </a:moveTo>
                  <a:cubicBezTo>
                    <a:pt x="791" y="236"/>
                    <a:pt x="778" y="239"/>
                    <a:pt x="765" y="243"/>
                  </a:cubicBezTo>
                  <a:cubicBezTo>
                    <a:pt x="767" y="227"/>
                    <a:pt x="766" y="210"/>
                    <a:pt x="763" y="193"/>
                  </a:cubicBezTo>
                  <a:cubicBezTo>
                    <a:pt x="745" y="78"/>
                    <a:pt x="637" y="0"/>
                    <a:pt x="522" y="18"/>
                  </a:cubicBezTo>
                  <a:cubicBezTo>
                    <a:pt x="453" y="29"/>
                    <a:pt x="398" y="72"/>
                    <a:pt x="368" y="129"/>
                  </a:cubicBezTo>
                  <a:cubicBezTo>
                    <a:pt x="368" y="129"/>
                    <a:pt x="368" y="129"/>
                    <a:pt x="368" y="129"/>
                  </a:cubicBezTo>
                  <a:cubicBezTo>
                    <a:pt x="346" y="102"/>
                    <a:pt x="314" y="85"/>
                    <a:pt x="276" y="82"/>
                  </a:cubicBezTo>
                  <a:cubicBezTo>
                    <a:pt x="202" y="75"/>
                    <a:pt x="136" y="131"/>
                    <a:pt x="130" y="206"/>
                  </a:cubicBezTo>
                  <a:cubicBezTo>
                    <a:pt x="128" y="225"/>
                    <a:pt x="131" y="245"/>
                    <a:pt x="138" y="262"/>
                  </a:cubicBezTo>
                  <a:cubicBezTo>
                    <a:pt x="138" y="262"/>
                    <a:pt x="138" y="262"/>
                    <a:pt x="138" y="262"/>
                  </a:cubicBezTo>
                  <a:cubicBezTo>
                    <a:pt x="89" y="257"/>
                    <a:pt x="41" y="285"/>
                    <a:pt x="22" y="333"/>
                  </a:cubicBezTo>
                  <a:cubicBezTo>
                    <a:pt x="0" y="390"/>
                    <a:pt x="29" y="454"/>
                    <a:pt x="86" y="476"/>
                  </a:cubicBezTo>
                  <a:cubicBezTo>
                    <a:pt x="116" y="488"/>
                    <a:pt x="148" y="485"/>
                    <a:pt x="174" y="472"/>
                  </a:cubicBezTo>
                  <a:cubicBezTo>
                    <a:pt x="174" y="472"/>
                    <a:pt x="174" y="472"/>
                    <a:pt x="174" y="472"/>
                  </a:cubicBezTo>
                  <a:cubicBezTo>
                    <a:pt x="177" y="485"/>
                    <a:pt x="182" y="499"/>
                    <a:pt x="188" y="512"/>
                  </a:cubicBezTo>
                  <a:cubicBezTo>
                    <a:pt x="227" y="589"/>
                    <a:pt x="321" y="620"/>
                    <a:pt x="398" y="582"/>
                  </a:cubicBezTo>
                  <a:cubicBezTo>
                    <a:pt x="420" y="571"/>
                    <a:pt x="438" y="556"/>
                    <a:pt x="452" y="538"/>
                  </a:cubicBezTo>
                  <a:cubicBezTo>
                    <a:pt x="477" y="573"/>
                    <a:pt x="523" y="590"/>
                    <a:pt x="567" y="576"/>
                  </a:cubicBezTo>
                  <a:cubicBezTo>
                    <a:pt x="604" y="565"/>
                    <a:pt x="629" y="535"/>
                    <a:pt x="637" y="500"/>
                  </a:cubicBezTo>
                  <a:cubicBezTo>
                    <a:pt x="663" y="521"/>
                    <a:pt x="701" y="525"/>
                    <a:pt x="731" y="506"/>
                  </a:cubicBezTo>
                  <a:cubicBezTo>
                    <a:pt x="752" y="493"/>
                    <a:pt x="765" y="471"/>
                    <a:pt x="768" y="448"/>
                  </a:cubicBezTo>
                  <a:cubicBezTo>
                    <a:pt x="779" y="452"/>
                    <a:pt x="791" y="454"/>
                    <a:pt x="804" y="454"/>
                  </a:cubicBezTo>
                  <a:cubicBezTo>
                    <a:pt x="864" y="455"/>
                    <a:pt x="913" y="406"/>
                    <a:pt x="913" y="346"/>
                  </a:cubicBezTo>
                  <a:cubicBezTo>
                    <a:pt x="913" y="285"/>
                    <a:pt x="864" y="236"/>
                    <a:pt x="804" y="236"/>
                  </a:cubicBezTo>
                  <a:close/>
                  <a:moveTo>
                    <a:pt x="172" y="446"/>
                  </a:moveTo>
                  <a:cubicBezTo>
                    <a:pt x="172" y="446"/>
                    <a:pt x="172" y="446"/>
                    <a:pt x="172" y="446"/>
                  </a:cubicBezTo>
                  <a:cubicBezTo>
                    <a:pt x="172" y="446"/>
                    <a:pt x="172" y="446"/>
                    <a:pt x="172" y="446"/>
                  </a:cubicBezTo>
                  <a:cubicBezTo>
                    <a:pt x="172" y="446"/>
                    <a:pt x="172" y="446"/>
                    <a:pt x="172" y="446"/>
                  </a:cubicBezTo>
                  <a:close/>
                  <a:moveTo>
                    <a:pt x="172" y="431"/>
                  </a:moveTo>
                  <a:cubicBezTo>
                    <a:pt x="172" y="431"/>
                    <a:pt x="172" y="431"/>
                    <a:pt x="172" y="431"/>
                  </a:cubicBezTo>
                  <a:cubicBezTo>
                    <a:pt x="172" y="431"/>
                    <a:pt x="172" y="431"/>
                    <a:pt x="172" y="431"/>
                  </a:cubicBezTo>
                  <a:cubicBezTo>
                    <a:pt x="172" y="431"/>
                    <a:pt x="172" y="431"/>
                    <a:pt x="172" y="431"/>
                  </a:cubicBezTo>
                  <a:close/>
                  <a:moveTo>
                    <a:pt x="345" y="208"/>
                  </a:moveTo>
                  <a:cubicBezTo>
                    <a:pt x="345" y="208"/>
                    <a:pt x="345" y="208"/>
                    <a:pt x="345" y="207"/>
                  </a:cubicBezTo>
                  <a:cubicBezTo>
                    <a:pt x="345" y="207"/>
                    <a:pt x="345" y="207"/>
                    <a:pt x="345" y="207"/>
                  </a:cubicBezTo>
                  <a:cubicBezTo>
                    <a:pt x="345" y="208"/>
                    <a:pt x="345" y="208"/>
                    <a:pt x="345" y="208"/>
                  </a:cubicBezTo>
                  <a:close/>
                  <a:moveTo>
                    <a:pt x="465" y="518"/>
                  </a:moveTo>
                  <a:cubicBezTo>
                    <a:pt x="465" y="518"/>
                    <a:pt x="465" y="518"/>
                    <a:pt x="465" y="518"/>
                  </a:cubicBezTo>
                  <a:cubicBezTo>
                    <a:pt x="465" y="518"/>
                    <a:pt x="465" y="518"/>
                    <a:pt x="465" y="517"/>
                  </a:cubicBezTo>
                  <a:cubicBezTo>
                    <a:pt x="465" y="517"/>
                    <a:pt x="465" y="518"/>
                    <a:pt x="465" y="518"/>
                  </a:cubicBezTo>
                  <a:close/>
                  <a:moveTo>
                    <a:pt x="702" y="385"/>
                  </a:moveTo>
                  <a:cubicBezTo>
                    <a:pt x="702" y="385"/>
                    <a:pt x="702" y="385"/>
                    <a:pt x="702" y="385"/>
                  </a:cubicBezTo>
                  <a:cubicBezTo>
                    <a:pt x="702" y="385"/>
                    <a:pt x="702" y="385"/>
                    <a:pt x="702" y="385"/>
                  </a:cubicBezTo>
                  <a:cubicBezTo>
                    <a:pt x="702" y="385"/>
                    <a:pt x="702" y="385"/>
                    <a:pt x="702" y="385"/>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4" name="Freeform 11"/>
            <p:cNvSpPr>
              <a:spLocks noEditPoints="1"/>
            </p:cNvSpPr>
            <p:nvPr/>
          </p:nvSpPr>
          <p:spPr bwMode="auto">
            <a:xfrm>
              <a:off x="6598260" y="4706928"/>
              <a:ext cx="41728" cy="90013"/>
            </a:xfrm>
            <a:custGeom>
              <a:avLst/>
              <a:gdLst>
                <a:gd name="T0" fmla="*/ 79 w 155"/>
                <a:gd name="T1" fmla="*/ 328 h 368"/>
                <a:gd name="T2" fmla="*/ 114 w 155"/>
                <a:gd name="T3" fmla="*/ 293 h 368"/>
                <a:gd name="T4" fmla="*/ 113 w 155"/>
                <a:gd name="T5" fmla="*/ 74 h 368"/>
                <a:gd name="T6" fmla="*/ 154 w 155"/>
                <a:gd name="T7" fmla="*/ 116 h 368"/>
                <a:gd name="T8" fmla="*/ 154 w 155"/>
                <a:gd name="T9" fmla="*/ 0 h 368"/>
                <a:gd name="T10" fmla="*/ 38 w 155"/>
                <a:gd name="T11" fmla="*/ 0 h 368"/>
                <a:gd name="T12" fmla="*/ 78 w 155"/>
                <a:gd name="T13" fmla="*/ 40 h 368"/>
                <a:gd name="T14" fmla="*/ 79 w 155"/>
                <a:gd name="T15" fmla="*/ 328 h 368"/>
                <a:gd name="T16" fmla="*/ 39 w 155"/>
                <a:gd name="T17" fmla="*/ 368 h 368"/>
                <a:gd name="T18" fmla="*/ 155 w 155"/>
                <a:gd name="T19" fmla="*/ 368 h 368"/>
                <a:gd name="T20" fmla="*/ 155 w 155"/>
                <a:gd name="T21" fmla="*/ 253 h 368"/>
                <a:gd name="T22" fmla="*/ 39 w 155"/>
                <a:gd name="T23"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9" y="328"/>
                  </a:moveTo>
                  <a:cubicBezTo>
                    <a:pt x="114" y="293"/>
                    <a:pt x="114" y="293"/>
                    <a:pt x="114" y="293"/>
                  </a:cubicBezTo>
                  <a:cubicBezTo>
                    <a:pt x="54" y="233"/>
                    <a:pt x="53" y="135"/>
                    <a:pt x="113" y="74"/>
                  </a:cubicBezTo>
                  <a:cubicBezTo>
                    <a:pt x="154" y="116"/>
                    <a:pt x="154" y="116"/>
                    <a:pt x="154" y="116"/>
                  </a:cubicBezTo>
                  <a:cubicBezTo>
                    <a:pt x="154" y="0"/>
                    <a:pt x="154" y="0"/>
                    <a:pt x="154" y="0"/>
                  </a:cubicBezTo>
                  <a:cubicBezTo>
                    <a:pt x="38" y="0"/>
                    <a:pt x="38" y="0"/>
                    <a:pt x="38" y="0"/>
                  </a:cubicBezTo>
                  <a:cubicBezTo>
                    <a:pt x="78" y="40"/>
                    <a:pt x="78" y="40"/>
                    <a:pt x="78" y="40"/>
                  </a:cubicBezTo>
                  <a:cubicBezTo>
                    <a:pt x="0" y="120"/>
                    <a:pt x="0" y="248"/>
                    <a:pt x="79" y="328"/>
                  </a:cubicBezTo>
                  <a:close/>
                  <a:moveTo>
                    <a:pt x="39" y="368"/>
                  </a:moveTo>
                  <a:cubicBezTo>
                    <a:pt x="155" y="368"/>
                    <a:pt x="155" y="368"/>
                    <a:pt x="155" y="368"/>
                  </a:cubicBezTo>
                  <a:cubicBezTo>
                    <a:pt x="155" y="253"/>
                    <a:pt x="155" y="253"/>
                    <a:pt x="155" y="253"/>
                  </a:cubicBezTo>
                  <a:lnTo>
                    <a:pt x="39" y="368"/>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5" name="Freeform 12"/>
            <p:cNvSpPr>
              <a:spLocks/>
            </p:cNvSpPr>
            <p:nvPr/>
          </p:nvSpPr>
          <p:spPr bwMode="auto">
            <a:xfrm>
              <a:off x="6673181" y="4822906"/>
              <a:ext cx="35564" cy="6059"/>
            </a:xfrm>
            <a:custGeom>
              <a:avLst/>
              <a:gdLst>
                <a:gd name="T0" fmla="*/ 120 w 132"/>
                <a:gd name="T1" fmla="*/ 0 h 25"/>
                <a:gd name="T2" fmla="*/ 12 w 132"/>
                <a:gd name="T3" fmla="*/ 0 h 25"/>
                <a:gd name="T4" fmla="*/ 0 w 132"/>
                <a:gd name="T5" fmla="*/ 13 h 25"/>
                <a:gd name="T6" fmla="*/ 12 w 132"/>
                <a:gd name="T7" fmla="*/ 25 h 25"/>
                <a:gd name="T8" fmla="*/ 120 w 132"/>
                <a:gd name="T9" fmla="*/ 25 h 25"/>
                <a:gd name="T10" fmla="*/ 132 w 132"/>
                <a:gd name="T11" fmla="*/ 13 h 25"/>
                <a:gd name="T12" fmla="*/ 120 w 1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2" h="25">
                  <a:moveTo>
                    <a:pt x="120" y="0"/>
                  </a:moveTo>
                  <a:cubicBezTo>
                    <a:pt x="12" y="0"/>
                    <a:pt x="12" y="0"/>
                    <a:pt x="12" y="0"/>
                  </a:cubicBezTo>
                  <a:cubicBezTo>
                    <a:pt x="5" y="0"/>
                    <a:pt x="0" y="6"/>
                    <a:pt x="0" y="13"/>
                  </a:cubicBezTo>
                  <a:cubicBezTo>
                    <a:pt x="0" y="20"/>
                    <a:pt x="5" y="25"/>
                    <a:pt x="12" y="25"/>
                  </a:cubicBezTo>
                  <a:cubicBezTo>
                    <a:pt x="120" y="25"/>
                    <a:pt x="120" y="25"/>
                    <a:pt x="120" y="25"/>
                  </a:cubicBezTo>
                  <a:cubicBezTo>
                    <a:pt x="127" y="25"/>
                    <a:pt x="132" y="20"/>
                    <a:pt x="132" y="13"/>
                  </a:cubicBezTo>
                  <a:cubicBezTo>
                    <a:pt x="132"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6" name="Freeform 13"/>
            <p:cNvSpPr>
              <a:spLocks/>
            </p:cNvSpPr>
            <p:nvPr/>
          </p:nvSpPr>
          <p:spPr bwMode="auto">
            <a:xfrm>
              <a:off x="6649946" y="4836754"/>
              <a:ext cx="58799" cy="6491"/>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7" name="Freeform 14"/>
            <p:cNvSpPr>
              <a:spLocks/>
            </p:cNvSpPr>
            <p:nvPr/>
          </p:nvSpPr>
          <p:spPr bwMode="auto">
            <a:xfrm>
              <a:off x="6649946" y="4851035"/>
              <a:ext cx="58799" cy="6491"/>
            </a:xfrm>
            <a:custGeom>
              <a:avLst/>
              <a:gdLst>
                <a:gd name="T0" fmla="*/ 206 w 218"/>
                <a:gd name="T1" fmla="*/ 0 h 25"/>
                <a:gd name="T2" fmla="*/ 13 w 218"/>
                <a:gd name="T3" fmla="*/ 0 h 25"/>
                <a:gd name="T4" fmla="*/ 0 w 218"/>
                <a:gd name="T5" fmla="*/ 12 h 25"/>
                <a:gd name="T6" fmla="*/ 13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5"/>
                    <a:pt x="0" y="12"/>
                  </a:cubicBezTo>
                  <a:cubicBezTo>
                    <a:pt x="0" y="19"/>
                    <a:pt x="6" y="25"/>
                    <a:pt x="13" y="25"/>
                  </a:cubicBezTo>
                  <a:cubicBezTo>
                    <a:pt x="206" y="25"/>
                    <a:pt x="206" y="25"/>
                    <a:pt x="206" y="25"/>
                  </a:cubicBezTo>
                  <a:cubicBezTo>
                    <a:pt x="213" y="25"/>
                    <a:pt x="218" y="19"/>
                    <a:pt x="218" y="12"/>
                  </a:cubicBezTo>
                  <a:cubicBezTo>
                    <a:pt x="218" y="5"/>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8" name="Freeform 15"/>
            <p:cNvSpPr>
              <a:spLocks/>
            </p:cNvSpPr>
            <p:nvPr/>
          </p:nvSpPr>
          <p:spPr bwMode="auto">
            <a:xfrm>
              <a:off x="6649946" y="4865316"/>
              <a:ext cx="58799" cy="6059"/>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9" name="Freeform 16"/>
            <p:cNvSpPr>
              <a:spLocks noEditPoints="1"/>
            </p:cNvSpPr>
            <p:nvPr/>
          </p:nvSpPr>
          <p:spPr bwMode="auto">
            <a:xfrm>
              <a:off x="6631927" y="4795210"/>
              <a:ext cx="95785" cy="99966"/>
            </a:xfrm>
            <a:custGeom>
              <a:avLst/>
              <a:gdLst>
                <a:gd name="T0" fmla="*/ 332 w 357"/>
                <a:gd name="T1" fmla="*/ 407 h 407"/>
                <a:gd name="T2" fmla="*/ 357 w 357"/>
                <a:gd name="T3" fmla="*/ 407 h 407"/>
                <a:gd name="T4" fmla="*/ 357 w 357"/>
                <a:gd name="T5" fmla="*/ 39 h 407"/>
                <a:gd name="T6" fmla="*/ 315 w 357"/>
                <a:gd name="T7" fmla="*/ 0 h 407"/>
                <a:gd name="T8" fmla="*/ 115 w 357"/>
                <a:gd name="T9" fmla="*/ 0 h 407"/>
                <a:gd name="T10" fmla="*/ 0 w 357"/>
                <a:gd name="T11" fmla="*/ 103 h 407"/>
                <a:gd name="T12" fmla="*/ 0 w 357"/>
                <a:gd name="T13" fmla="*/ 367 h 407"/>
                <a:gd name="T14" fmla="*/ 40 w 357"/>
                <a:gd name="T15" fmla="*/ 407 h 407"/>
                <a:gd name="T16" fmla="*/ 332 w 357"/>
                <a:gd name="T17" fmla="*/ 407 h 407"/>
                <a:gd name="T18" fmla="*/ 52 w 357"/>
                <a:gd name="T19" fmla="*/ 384 h 407"/>
                <a:gd name="T20" fmla="*/ 24 w 357"/>
                <a:gd name="T21" fmla="*/ 356 h 407"/>
                <a:gd name="T22" fmla="*/ 24 w 357"/>
                <a:gd name="T23" fmla="*/ 118 h 407"/>
                <a:gd name="T24" fmla="*/ 95 w 357"/>
                <a:gd name="T25" fmla="*/ 118 h 407"/>
                <a:gd name="T26" fmla="*/ 119 w 357"/>
                <a:gd name="T27" fmla="*/ 113 h 407"/>
                <a:gd name="T28" fmla="*/ 128 w 357"/>
                <a:gd name="T29" fmla="*/ 92 h 407"/>
                <a:gd name="T30" fmla="*/ 128 w 357"/>
                <a:gd name="T31" fmla="*/ 25 h 407"/>
                <a:gd name="T32" fmla="*/ 305 w 357"/>
                <a:gd name="T33" fmla="*/ 25 h 407"/>
                <a:gd name="T34" fmla="*/ 332 w 357"/>
                <a:gd name="T35" fmla="*/ 53 h 407"/>
                <a:gd name="T36" fmla="*/ 332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2" y="407"/>
                  </a:moveTo>
                  <a:cubicBezTo>
                    <a:pt x="357" y="407"/>
                    <a:pt x="357" y="407"/>
                    <a:pt x="357" y="407"/>
                  </a:cubicBezTo>
                  <a:cubicBezTo>
                    <a:pt x="357" y="39"/>
                    <a:pt x="357" y="39"/>
                    <a:pt x="357" y="39"/>
                  </a:cubicBezTo>
                  <a:cubicBezTo>
                    <a:pt x="357" y="16"/>
                    <a:pt x="334" y="0"/>
                    <a:pt x="315" y="0"/>
                  </a:cubicBezTo>
                  <a:cubicBezTo>
                    <a:pt x="115" y="0"/>
                    <a:pt x="115" y="0"/>
                    <a:pt x="115" y="0"/>
                  </a:cubicBezTo>
                  <a:cubicBezTo>
                    <a:pt x="85" y="26"/>
                    <a:pt x="46" y="64"/>
                    <a:pt x="0" y="103"/>
                  </a:cubicBezTo>
                  <a:cubicBezTo>
                    <a:pt x="0" y="367"/>
                    <a:pt x="0" y="367"/>
                    <a:pt x="0" y="367"/>
                  </a:cubicBezTo>
                  <a:cubicBezTo>
                    <a:pt x="0" y="392"/>
                    <a:pt x="21" y="407"/>
                    <a:pt x="40" y="407"/>
                  </a:cubicBezTo>
                  <a:cubicBezTo>
                    <a:pt x="332" y="407"/>
                    <a:pt x="332" y="407"/>
                    <a:pt x="332" y="407"/>
                  </a:cubicBezTo>
                  <a:close/>
                  <a:moveTo>
                    <a:pt x="52" y="384"/>
                  </a:moveTo>
                  <a:cubicBezTo>
                    <a:pt x="37" y="384"/>
                    <a:pt x="24" y="372"/>
                    <a:pt x="24" y="356"/>
                  </a:cubicBezTo>
                  <a:cubicBezTo>
                    <a:pt x="24" y="118"/>
                    <a:pt x="24" y="118"/>
                    <a:pt x="24" y="118"/>
                  </a:cubicBezTo>
                  <a:cubicBezTo>
                    <a:pt x="95" y="118"/>
                    <a:pt x="95" y="118"/>
                    <a:pt x="95" y="118"/>
                  </a:cubicBezTo>
                  <a:cubicBezTo>
                    <a:pt x="95" y="118"/>
                    <a:pt x="111" y="117"/>
                    <a:pt x="119" y="113"/>
                  </a:cubicBezTo>
                  <a:cubicBezTo>
                    <a:pt x="129" y="106"/>
                    <a:pt x="128" y="92"/>
                    <a:pt x="128" y="92"/>
                  </a:cubicBezTo>
                  <a:cubicBezTo>
                    <a:pt x="128" y="25"/>
                    <a:pt x="128" y="25"/>
                    <a:pt x="128" y="25"/>
                  </a:cubicBezTo>
                  <a:cubicBezTo>
                    <a:pt x="305" y="25"/>
                    <a:pt x="305" y="25"/>
                    <a:pt x="305" y="25"/>
                  </a:cubicBezTo>
                  <a:cubicBezTo>
                    <a:pt x="320" y="25"/>
                    <a:pt x="332" y="37"/>
                    <a:pt x="332" y="53"/>
                  </a:cubicBezTo>
                  <a:cubicBezTo>
                    <a:pt x="332" y="384"/>
                    <a:pt x="332" y="384"/>
                    <a:pt x="332"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0" name="Freeform 17"/>
            <p:cNvSpPr>
              <a:spLocks/>
            </p:cNvSpPr>
            <p:nvPr/>
          </p:nvSpPr>
          <p:spPr bwMode="auto">
            <a:xfrm>
              <a:off x="6839619" y="4822906"/>
              <a:ext cx="36038" cy="6059"/>
            </a:xfrm>
            <a:custGeom>
              <a:avLst/>
              <a:gdLst>
                <a:gd name="T0" fmla="*/ 120 w 133"/>
                <a:gd name="T1" fmla="*/ 0 h 25"/>
                <a:gd name="T2" fmla="*/ 12 w 133"/>
                <a:gd name="T3" fmla="*/ 0 h 25"/>
                <a:gd name="T4" fmla="*/ 0 w 133"/>
                <a:gd name="T5" fmla="*/ 13 h 25"/>
                <a:gd name="T6" fmla="*/ 12 w 133"/>
                <a:gd name="T7" fmla="*/ 25 h 25"/>
                <a:gd name="T8" fmla="*/ 120 w 133"/>
                <a:gd name="T9" fmla="*/ 25 h 25"/>
                <a:gd name="T10" fmla="*/ 133 w 133"/>
                <a:gd name="T11" fmla="*/ 13 h 25"/>
                <a:gd name="T12" fmla="*/ 120 w 133"/>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3" h="25">
                  <a:moveTo>
                    <a:pt x="120" y="0"/>
                  </a:moveTo>
                  <a:cubicBezTo>
                    <a:pt x="12" y="0"/>
                    <a:pt x="12" y="0"/>
                    <a:pt x="12" y="0"/>
                  </a:cubicBezTo>
                  <a:cubicBezTo>
                    <a:pt x="6" y="0"/>
                    <a:pt x="0" y="6"/>
                    <a:pt x="0" y="13"/>
                  </a:cubicBezTo>
                  <a:cubicBezTo>
                    <a:pt x="0" y="20"/>
                    <a:pt x="6" y="25"/>
                    <a:pt x="12" y="25"/>
                  </a:cubicBezTo>
                  <a:cubicBezTo>
                    <a:pt x="120" y="25"/>
                    <a:pt x="120" y="25"/>
                    <a:pt x="120" y="25"/>
                  </a:cubicBezTo>
                  <a:cubicBezTo>
                    <a:pt x="127" y="25"/>
                    <a:pt x="133" y="20"/>
                    <a:pt x="133" y="13"/>
                  </a:cubicBezTo>
                  <a:cubicBezTo>
                    <a:pt x="133"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1" name="Freeform 18"/>
            <p:cNvSpPr>
              <a:spLocks/>
            </p:cNvSpPr>
            <p:nvPr/>
          </p:nvSpPr>
          <p:spPr bwMode="auto">
            <a:xfrm>
              <a:off x="6816858" y="4836754"/>
              <a:ext cx="58799" cy="6491"/>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2" name="Freeform 19"/>
            <p:cNvSpPr>
              <a:spLocks/>
            </p:cNvSpPr>
            <p:nvPr/>
          </p:nvSpPr>
          <p:spPr bwMode="auto">
            <a:xfrm>
              <a:off x="6816858" y="4851035"/>
              <a:ext cx="58799" cy="6491"/>
            </a:xfrm>
            <a:custGeom>
              <a:avLst/>
              <a:gdLst>
                <a:gd name="T0" fmla="*/ 205 w 218"/>
                <a:gd name="T1" fmla="*/ 0 h 25"/>
                <a:gd name="T2" fmla="*/ 12 w 218"/>
                <a:gd name="T3" fmla="*/ 0 h 25"/>
                <a:gd name="T4" fmla="*/ 0 w 218"/>
                <a:gd name="T5" fmla="*/ 12 h 25"/>
                <a:gd name="T6" fmla="*/ 12 w 218"/>
                <a:gd name="T7" fmla="*/ 25 h 25"/>
                <a:gd name="T8" fmla="*/ 205 w 218"/>
                <a:gd name="T9" fmla="*/ 25 h 25"/>
                <a:gd name="T10" fmla="*/ 218 w 218"/>
                <a:gd name="T11" fmla="*/ 12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5"/>
                    <a:pt x="0" y="12"/>
                  </a:cubicBezTo>
                  <a:cubicBezTo>
                    <a:pt x="0" y="19"/>
                    <a:pt x="5" y="25"/>
                    <a:pt x="12" y="25"/>
                  </a:cubicBezTo>
                  <a:cubicBezTo>
                    <a:pt x="205" y="25"/>
                    <a:pt x="205" y="25"/>
                    <a:pt x="205" y="25"/>
                  </a:cubicBezTo>
                  <a:cubicBezTo>
                    <a:pt x="212" y="25"/>
                    <a:pt x="218" y="19"/>
                    <a:pt x="218" y="12"/>
                  </a:cubicBezTo>
                  <a:cubicBezTo>
                    <a:pt x="218" y="5"/>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3" name="Freeform 20"/>
            <p:cNvSpPr>
              <a:spLocks/>
            </p:cNvSpPr>
            <p:nvPr/>
          </p:nvSpPr>
          <p:spPr bwMode="auto">
            <a:xfrm>
              <a:off x="6816858" y="4865316"/>
              <a:ext cx="58799" cy="6059"/>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4" name="Freeform 21"/>
            <p:cNvSpPr>
              <a:spLocks noEditPoints="1"/>
            </p:cNvSpPr>
            <p:nvPr/>
          </p:nvSpPr>
          <p:spPr bwMode="auto">
            <a:xfrm>
              <a:off x="6798366" y="4795210"/>
              <a:ext cx="95785" cy="99966"/>
            </a:xfrm>
            <a:custGeom>
              <a:avLst/>
              <a:gdLst>
                <a:gd name="T0" fmla="*/ 333 w 357"/>
                <a:gd name="T1" fmla="*/ 407 h 407"/>
                <a:gd name="T2" fmla="*/ 357 w 357"/>
                <a:gd name="T3" fmla="*/ 407 h 407"/>
                <a:gd name="T4" fmla="*/ 357 w 357"/>
                <a:gd name="T5" fmla="*/ 39 h 407"/>
                <a:gd name="T6" fmla="*/ 316 w 357"/>
                <a:gd name="T7" fmla="*/ 0 h 407"/>
                <a:gd name="T8" fmla="*/ 116 w 357"/>
                <a:gd name="T9" fmla="*/ 0 h 407"/>
                <a:gd name="T10" fmla="*/ 0 w 357"/>
                <a:gd name="T11" fmla="*/ 103 h 407"/>
                <a:gd name="T12" fmla="*/ 0 w 357"/>
                <a:gd name="T13" fmla="*/ 367 h 407"/>
                <a:gd name="T14" fmla="*/ 41 w 357"/>
                <a:gd name="T15" fmla="*/ 407 h 407"/>
                <a:gd name="T16" fmla="*/ 333 w 357"/>
                <a:gd name="T17" fmla="*/ 407 h 407"/>
                <a:gd name="T18" fmla="*/ 52 w 357"/>
                <a:gd name="T19" fmla="*/ 384 h 407"/>
                <a:gd name="T20" fmla="*/ 25 w 357"/>
                <a:gd name="T21" fmla="*/ 356 h 407"/>
                <a:gd name="T22" fmla="*/ 25 w 357"/>
                <a:gd name="T23" fmla="*/ 118 h 407"/>
                <a:gd name="T24" fmla="*/ 96 w 357"/>
                <a:gd name="T25" fmla="*/ 118 h 407"/>
                <a:gd name="T26" fmla="*/ 119 w 357"/>
                <a:gd name="T27" fmla="*/ 113 h 407"/>
                <a:gd name="T28" fmla="*/ 129 w 357"/>
                <a:gd name="T29" fmla="*/ 92 h 407"/>
                <a:gd name="T30" fmla="*/ 129 w 357"/>
                <a:gd name="T31" fmla="*/ 25 h 407"/>
                <a:gd name="T32" fmla="*/ 305 w 357"/>
                <a:gd name="T33" fmla="*/ 25 h 407"/>
                <a:gd name="T34" fmla="*/ 333 w 357"/>
                <a:gd name="T35" fmla="*/ 53 h 407"/>
                <a:gd name="T36" fmla="*/ 333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3" y="407"/>
                  </a:moveTo>
                  <a:cubicBezTo>
                    <a:pt x="357" y="407"/>
                    <a:pt x="357" y="407"/>
                    <a:pt x="357" y="407"/>
                  </a:cubicBezTo>
                  <a:cubicBezTo>
                    <a:pt x="357" y="39"/>
                    <a:pt x="357" y="39"/>
                    <a:pt x="357" y="39"/>
                  </a:cubicBezTo>
                  <a:cubicBezTo>
                    <a:pt x="357" y="16"/>
                    <a:pt x="334" y="0"/>
                    <a:pt x="316" y="0"/>
                  </a:cubicBezTo>
                  <a:cubicBezTo>
                    <a:pt x="116" y="0"/>
                    <a:pt x="116" y="0"/>
                    <a:pt x="116" y="0"/>
                  </a:cubicBezTo>
                  <a:cubicBezTo>
                    <a:pt x="86" y="26"/>
                    <a:pt x="47" y="64"/>
                    <a:pt x="0" y="103"/>
                  </a:cubicBezTo>
                  <a:cubicBezTo>
                    <a:pt x="0" y="367"/>
                    <a:pt x="0" y="367"/>
                    <a:pt x="0" y="367"/>
                  </a:cubicBezTo>
                  <a:cubicBezTo>
                    <a:pt x="0" y="392"/>
                    <a:pt x="22" y="407"/>
                    <a:pt x="41" y="407"/>
                  </a:cubicBezTo>
                  <a:cubicBezTo>
                    <a:pt x="333" y="407"/>
                    <a:pt x="333" y="407"/>
                    <a:pt x="333" y="407"/>
                  </a:cubicBezTo>
                  <a:close/>
                  <a:moveTo>
                    <a:pt x="52" y="384"/>
                  </a:moveTo>
                  <a:cubicBezTo>
                    <a:pt x="37" y="384"/>
                    <a:pt x="25" y="372"/>
                    <a:pt x="25" y="356"/>
                  </a:cubicBezTo>
                  <a:cubicBezTo>
                    <a:pt x="25" y="118"/>
                    <a:pt x="25" y="118"/>
                    <a:pt x="25" y="118"/>
                  </a:cubicBezTo>
                  <a:cubicBezTo>
                    <a:pt x="96" y="118"/>
                    <a:pt x="96" y="118"/>
                    <a:pt x="96" y="118"/>
                  </a:cubicBezTo>
                  <a:cubicBezTo>
                    <a:pt x="96" y="118"/>
                    <a:pt x="112" y="117"/>
                    <a:pt x="119" y="113"/>
                  </a:cubicBezTo>
                  <a:cubicBezTo>
                    <a:pt x="130" y="106"/>
                    <a:pt x="129" y="92"/>
                    <a:pt x="129" y="92"/>
                  </a:cubicBezTo>
                  <a:cubicBezTo>
                    <a:pt x="129" y="25"/>
                    <a:pt x="129" y="25"/>
                    <a:pt x="129" y="25"/>
                  </a:cubicBezTo>
                  <a:cubicBezTo>
                    <a:pt x="305" y="25"/>
                    <a:pt x="305" y="25"/>
                    <a:pt x="305" y="25"/>
                  </a:cubicBezTo>
                  <a:cubicBezTo>
                    <a:pt x="320" y="25"/>
                    <a:pt x="333" y="37"/>
                    <a:pt x="333" y="53"/>
                  </a:cubicBezTo>
                  <a:cubicBezTo>
                    <a:pt x="333" y="384"/>
                    <a:pt x="333" y="384"/>
                    <a:pt x="333"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5" name="Freeform 22"/>
            <p:cNvSpPr>
              <a:spLocks/>
            </p:cNvSpPr>
            <p:nvPr/>
          </p:nvSpPr>
          <p:spPr bwMode="auto">
            <a:xfrm>
              <a:off x="6735299" y="4827666"/>
              <a:ext cx="21812" cy="40679"/>
            </a:xfrm>
            <a:custGeom>
              <a:avLst/>
              <a:gdLst>
                <a:gd name="T0" fmla="*/ 46 w 46"/>
                <a:gd name="T1" fmla="*/ 0 h 94"/>
                <a:gd name="T2" fmla="*/ 0 w 46"/>
                <a:gd name="T3" fmla="*/ 47 h 94"/>
                <a:gd name="T4" fmla="*/ 46 w 46"/>
                <a:gd name="T5" fmla="*/ 94 h 94"/>
                <a:gd name="T6" fmla="*/ 46 w 46"/>
                <a:gd name="T7" fmla="*/ 0 h 94"/>
              </a:gdLst>
              <a:ahLst/>
              <a:cxnLst>
                <a:cxn ang="0">
                  <a:pos x="T0" y="T1"/>
                </a:cxn>
                <a:cxn ang="0">
                  <a:pos x="T2" y="T3"/>
                </a:cxn>
                <a:cxn ang="0">
                  <a:pos x="T4" y="T5"/>
                </a:cxn>
                <a:cxn ang="0">
                  <a:pos x="T6" y="T7"/>
                </a:cxn>
              </a:cxnLst>
              <a:rect l="0" t="0" r="r" b="b"/>
              <a:pathLst>
                <a:path w="46" h="94">
                  <a:moveTo>
                    <a:pt x="46" y="0"/>
                  </a:moveTo>
                  <a:lnTo>
                    <a:pt x="0" y="47"/>
                  </a:lnTo>
                  <a:lnTo>
                    <a:pt x="46" y="94"/>
                  </a:lnTo>
                  <a:lnTo>
                    <a:pt x="4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6" name="Freeform 23"/>
            <p:cNvSpPr>
              <a:spLocks/>
            </p:cNvSpPr>
            <p:nvPr/>
          </p:nvSpPr>
          <p:spPr bwMode="auto">
            <a:xfrm>
              <a:off x="6768018" y="4827666"/>
              <a:ext cx="21812" cy="40679"/>
            </a:xfrm>
            <a:custGeom>
              <a:avLst/>
              <a:gdLst>
                <a:gd name="T0" fmla="*/ 0 w 46"/>
                <a:gd name="T1" fmla="*/ 94 h 94"/>
                <a:gd name="T2" fmla="*/ 46 w 46"/>
                <a:gd name="T3" fmla="*/ 47 h 94"/>
                <a:gd name="T4" fmla="*/ 0 w 46"/>
                <a:gd name="T5" fmla="*/ 0 h 94"/>
                <a:gd name="T6" fmla="*/ 0 w 46"/>
                <a:gd name="T7" fmla="*/ 94 h 94"/>
              </a:gdLst>
              <a:ahLst/>
              <a:cxnLst>
                <a:cxn ang="0">
                  <a:pos x="T0" y="T1"/>
                </a:cxn>
                <a:cxn ang="0">
                  <a:pos x="T2" y="T3"/>
                </a:cxn>
                <a:cxn ang="0">
                  <a:pos x="T4" y="T5"/>
                </a:cxn>
                <a:cxn ang="0">
                  <a:pos x="T6" y="T7"/>
                </a:cxn>
              </a:cxnLst>
              <a:rect l="0" t="0" r="r" b="b"/>
              <a:pathLst>
                <a:path w="46" h="94">
                  <a:moveTo>
                    <a:pt x="0" y="94"/>
                  </a:moveTo>
                  <a:lnTo>
                    <a:pt x="46" y="47"/>
                  </a:lnTo>
                  <a:lnTo>
                    <a:pt x="0" y="0"/>
                  </a:lnTo>
                  <a:lnTo>
                    <a:pt x="0" y="9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27" name="Freeform 24"/>
            <p:cNvSpPr>
              <a:spLocks noEditPoints="1"/>
            </p:cNvSpPr>
            <p:nvPr/>
          </p:nvSpPr>
          <p:spPr bwMode="auto">
            <a:xfrm>
              <a:off x="6906005" y="4706928"/>
              <a:ext cx="41728" cy="90013"/>
            </a:xfrm>
            <a:custGeom>
              <a:avLst/>
              <a:gdLst>
                <a:gd name="T0" fmla="*/ 76 w 155"/>
                <a:gd name="T1" fmla="*/ 41 h 368"/>
                <a:gd name="T2" fmla="*/ 41 w 155"/>
                <a:gd name="T3" fmla="*/ 75 h 368"/>
                <a:gd name="T4" fmla="*/ 42 w 155"/>
                <a:gd name="T5" fmla="*/ 294 h 368"/>
                <a:gd name="T6" fmla="*/ 1 w 155"/>
                <a:gd name="T7" fmla="*/ 253 h 368"/>
                <a:gd name="T8" fmla="*/ 1 w 155"/>
                <a:gd name="T9" fmla="*/ 368 h 368"/>
                <a:gd name="T10" fmla="*/ 117 w 155"/>
                <a:gd name="T11" fmla="*/ 368 h 368"/>
                <a:gd name="T12" fmla="*/ 77 w 155"/>
                <a:gd name="T13" fmla="*/ 329 h 368"/>
                <a:gd name="T14" fmla="*/ 76 w 155"/>
                <a:gd name="T15" fmla="*/ 41 h 368"/>
                <a:gd name="T16" fmla="*/ 116 w 155"/>
                <a:gd name="T17" fmla="*/ 0 h 368"/>
                <a:gd name="T18" fmla="*/ 0 w 155"/>
                <a:gd name="T19" fmla="*/ 0 h 368"/>
                <a:gd name="T20" fmla="*/ 0 w 155"/>
                <a:gd name="T21" fmla="*/ 116 h 368"/>
                <a:gd name="T22" fmla="*/ 116 w 155"/>
                <a:gd name="T23" fmla="*/ 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6" y="41"/>
                  </a:moveTo>
                  <a:cubicBezTo>
                    <a:pt x="41" y="75"/>
                    <a:pt x="41" y="75"/>
                    <a:pt x="41" y="75"/>
                  </a:cubicBezTo>
                  <a:cubicBezTo>
                    <a:pt x="101" y="136"/>
                    <a:pt x="102" y="233"/>
                    <a:pt x="42" y="294"/>
                  </a:cubicBezTo>
                  <a:cubicBezTo>
                    <a:pt x="1" y="253"/>
                    <a:pt x="1" y="253"/>
                    <a:pt x="1" y="253"/>
                  </a:cubicBezTo>
                  <a:cubicBezTo>
                    <a:pt x="1" y="368"/>
                    <a:pt x="1" y="368"/>
                    <a:pt x="1" y="368"/>
                  </a:cubicBezTo>
                  <a:cubicBezTo>
                    <a:pt x="117" y="368"/>
                    <a:pt x="117" y="368"/>
                    <a:pt x="117" y="368"/>
                  </a:cubicBezTo>
                  <a:cubicBezTo>
                    <a:pt x="77" y="329"/>
                    <a:pt x="77" y="329"/>
                    <a:pt x="77" y="329"/>
                  </a:cubicBezTo>
                  <a:cubicBezTo>
                    <a:pt x="155" y="249"/>
                    <a:pt x="155" y="120"/>
                    <a:pt x="76" y="41"/>
                  </a:cubicBezTo>
                  <a:close/>
                  <a:moveTo>
                    <a:pt x="116" y="0"/>
                  </a:moveTo>
                  <a:cubicBezTo>
                    <a:pt x="0" y="0"/>
                    <a:pt x="0" y="0"/>
                    <a:pt x="0" y="0"/>
                  </a:cubicBezTo>
                  <a:cubicBezTo>
                    <a:pt x="0" y="116"/>
                    <a:pt x="0" y="116"/>
                    <a:pt x="0" y="116"/>
                  </a:cubicBezTo>
                  <a:lnTo>
                    <a:pt x="11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grpSp>
    </p:spTree>
    <p:extLst>
      <p:ext uri="{BB962C8B-B14F-4D97-AF65-F5344CB8AC3E}">
        <p14:creationId xmlns:p14="http://schemas.microsoft.com/office/powerpoint/2010/main" val="4067624124"/>
      </p:ext>
    </p:extLst>
  </p:cSld>
  <p:clrMapOvr>
    <a:masterClrMapping/>
  </p:clrMapOvr>
  <p:transition spd="slow">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err="1" smtClean="0"/>
              <a:t>Service</a:t>
            </a:r>
            <a:r>
              <a:rPr lang="lv-LV" dirty="0" smtClean="0"/>
              <a:t> </a:t>
            </a:r>
            <a:r>
              <a:rPr lang="lv-LV" dirty="0" err="1" smtClean="0"/>
              <a:t>Bus</a:t>
            </a:r>
            <a:r>
              <a:rPr lang="lv-LV" dirty="0" smtClean="0"/>
              <a:t> … </a:t>
            </a:r>
            <a:r>
              <a:rPr lang="lv-LV" dirty="0" err="1" smtClean="0"/>
              <a:t>rela</a:t>
            </a:r>
            <a:r>
              <a:rPr lang="lv-LV" dirty="0" err="1"/>
              <a:t>y</a:t>
            </a:r>
            <a:endParaRPr lang="lv-LV" dirty="0"/>
          </a:p>
        </p:txBody>
      </p:sp>
    </p:spTree>
    <p:extLst>
      <p:ext uri="{BB962C8B-B14F-4D97-AF65-F5344CB8AC3E}">
        <p14:creationId xmlns:p14="http://schemas.microsoft.com/office/powerpoint/2010/main" val="71424818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9" name="Straight Arrow Connector 38"/>
          <p:cNvCxnSpPr/>
          <p:nvPr/>
        </p:nvCxnSpPr>
        <p:spPr>
          <a:xfrm flipH="1" flipV="1">
            <a:off x="7097548" y="4495430"/>
            <a:ext cx="581606" cy="212653"/>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6" name="Straight Arrow Connector 35"/>
          <p:cNvCxnSpPr/>
          <p:nvPr/>
        </p:nvCxnSpPr>
        <p:spPr>
          <a:xfrm flipH="1" flipV="1">
            <a:off x="7097545" y="3220439"/>
            <a:ext cx="807999" cy="261658"/>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3" name="Straight Arrow Connector 32"/>
          <p:cNvCxnSpPr/>
          <p:nvPr/>
        </p:nvCxnSpPr>
        <p:spPr>
          <a:xfrm flipH="1">
            <a:off x="7097549" y="2503111"/>
            <a:ext cx="704863" cy="233699"/>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1" name="Straight Arrow Connector 20"/>
          <p:cNvCxnSpPr/>
          <p:nvPr/>
        </p:nvCxnSpPr>
        <p:spPr>
          <a:xfrm flipV="1">
            <a:off x="1334373" y="3737609"/>
            <a:ext cx="729951" cy="242756"/>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4" name="Straight Arrow Connector 23"/>
          <p:cNvCxnSpPr/>
          <p:nvPr/>
        </p:nvCxnSpPr>
        <p:spPr>
          <a:xfrm>
            <a:off x="1400538" y="3100883"/>
            <a:ext cx="663792" cy="306256"/>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7" name="Straight Arrow Connector 26"/>
          <p:cNvCxnSpPr/>
          <p:nvPr/>
        </p:nvCxnSpPr>
        <p:spPr>
          <a:xfrm>
            <a:off x="4207345" y="3737617"/>
            <a:ext cx="647371" cy="300097"/>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0" name="Straight Arrow Connector 29"/>
          <p:cNvCxnSpPr/>
          <p:nvPr/>
        </p:nvCxnSpPr>
        <p:spPr>
          <a:xfrm flipV="1">
            <a:off x="4180336" y="3100884"/>
            <a:ext cx="674380" cy="315953"/>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sp>
        <p:nvSpPr>
          <p:cNvPr id="4" name="Title 3"/>
          <p:cNvSpPr>
            <a:spLocks noGrp="1"/>
          </p:cNvSpPr>
          <p:nvPr>
            <p:ph type="title"/>
          </p:nvPr>
        </p:nvSpPr>
        <p:spPr/>
        <p:txBody>
          <a:bodyPr/>
          <a:lstStyle/>
          <a:p>
            <a:r>
              <a:rPr lang="en-US" sz="3967" dirty="0"/>
              <a:t>Example : Service Bus Topics</a:t>
            </a:r>
          </a:p>
        </p:txBody>
      </p:sp>
      <p:sp>
        <p:nvSpPr>
          <p:cNvPr id="5" name="Rectangle 4"/>
          <p:cNvSpPr/>
          <p:nvPr/>
        </p:nvSpPr>
        <p:spPr bwMode="auto">
          <a:xfrm>
            <a:off x="7645102" y="1942542"/>
            <a:ext cx="1120190" cy="112112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FFFFFF">
                    <a:alpha val="99000"/>
                  </a:srgbClr>
                </a:solidFill>
              </a:rPr>
              <a:t>Consumer 1</a:t>
            </a:r>
          </a:p>
        </p:txBody>
      </p:sp>
      <p:sp>
        <p:nvSpPr>
          <p:cNvPr id="6" name="Rectangle 5"/>
          <p:cNvSpPr/>
          <p:nvPr/>
        </p:nvSpPr>
        <p:spPr bwMode="auto">
          <a:xfrm>
            <a:off x="7645102" y="3204510"/>
            <a:ext cx="1120190" cy="112112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FFFFFF">
                    <a:alpha val="99000"/>
                  </a:srgbClr>
                </a:solidFill>
              </a:rPr>
              <a:t>Consumer 2</a:t>
            </a:r>
          </a:p>
        </p:txBody>
      </p:sp>
      <p:sp>
        <p:nvSpPr>
          <p:cNvPr id="7" name="Rectangle 6"/>
          <p:cNvSpPr/>
          <p:nvPr/>
        </p:nvSpPr>
        <p:spPr bwMode="auto">
          <a:xfrm>
            <a:off x="7645102" y="4466478"/>
            <a:ext cx="1120190" cy="1121127"/>
          </a:xfrm>
          <a:prstGeom prst="rect">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FFFFFF">
                    <a:alpha val="99000"/>
                  </a:srgbClr>
                </a:solidFill>
              </a:rPr>
              <a:t>Consumer 3</a:t>
            </a:r>
          </a:p>
        </p:txBody>
      </p:sp>
      <p:sp>
        <p:nvSpPr>
          <p:cNvPr id="8" name="Rectangle 7"/>
          <p:cNvSpPr/>
          <p:nvPr/>
        </p:nvSpPr>
        <p:spPr bwMode="auto">
          <a:xfrm>
            <a:off x="396591" y="2409940"/>
            <a:ext cx="1120190" cy="112112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algn="ctr" defTabSz="684012" fontAlgn="base">
              <a:lnSpc>
                <a:spcPct val="90000"/>
              </a:lnSpc>
              <a:spcBef>
                <a:spcPct val="0"/>
              </a:spcBef>
              <a:spcAft>
                <a:spcPct val="0"/>
              </a:spcAft>
            </a:pPr>
            <a:r>
              <a:rPr lang="en-US" sz="1500" dirty="0">
                <a:solidFill>
                  <a:srgbClr val="FFFFFF">
                    <a:alpha val="99000"/>
                  </a:srgbClr>
                </a:solidFill>
              </a:rPr>
              <a:t>Publisher</a:t>
            </a:r>
          </a:p>
        </p:txBody>
      </p:sp>
      <p:sp>
        <p:nvSpPr>
          <p:cNvPr id="9" name="Rectangle 8"/>
          <p:cNvSpPr/>
          <p:nvPr/>
        </p:nvSpPr>
        <p:spPr bwMode="auto">
          <a:xfrm>
            <a:off x="396591" y="3662559"/>
            <a:ext cx="1120190" cy="1121127"/>
          </a:xfrm>
          <a:prstGeom prst="rect">
            <a:avLst/>
          </a:prstGeom>
          <a:solidFill>
            <a:schemeClr val="bg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algn="ctr" defTabSz="684012" fontAlgn="base">
              <a:lnSpc>
                <a:spcPct val="90000"/>
              </a:lnSpc>
              <a:spcBef>
                <a:spcPct val="0"/>
              </a:spcBef>
              <a:spcAft>
                <a:spcPct val="0"/>
              </a:spcAft>
            </a:pPr>
            <a:r>
              <a:rPr lang="en-US" sz="1500" dirty="0">
                <a:solidFill>
                  <a:srgbClr val="FFFFFF">
                    <a:alpha val="99000"/>
                  </a:srgbClr>
                </a:solidFill>
              </a:rPr>
              <a:t>Publisher</a:t>
            </a:r>
          </a:p>
        </p:txBody>
      </p:sp>
      <p:sp>
        <p:nvSpPr>
          <p:cNvPr id="10" name="Rectangle 9"/>
          <p:cNvSpPr/>
          <p:nvPr/>
        </p:nvSpPr>
        <p:spPr bwMode="auto">
          <a:xfrm>
            <a:off x="1854924" y="4034290"/>
            <a:ext cx="2242838" cy="709160"/>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292929">
                    <a:lumMod val="90000"/>
                    <a:lumOff val="10000"/>
                    <a:alpha val="99000"/>
                  </a:srgbClr>
                </a:solidFill>
              </a:rPr>
              <a:t>myTopic</a:t>
            </a:r>
          </a:p>
        </p:txBody>
      </p:sp>
      <p:grpSp>
        <p:nvGrpSpPr>
          <p:cNvPr id="47" name="A"/>
          <p:cNvGrpSpPr/>
          <p:nvPr/>
        </p:nvGrpSpPr>
        <p:grpSpPr>
          <a:xfrm>
            <a:off x="707648" y="2759602"/>
            <a:ext cx="498058" cy="348247"/>
            <a:chOff x="2513012" y="2060920"/>
            <a:chExt cx="663905" cy="464329"/>
          </a:xfrm>
          <a:solidFill>
            <a:schemeClr val="accent4"/>
          </a:solidFill>
        </p:grpSpPr>
        <p:sp>
          <p:nvSpPr>
            <p:cNvPr id="43"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46" name="Oval 45"/>
            <p:cNvSpPr/>
            <p:nvPr/>
          </p:nvSpPr>
          <p:spPr bwMode="auto">
            <a:xfrm>
              <a:off x="2734882" y="2131153"/>
              <a:ext cx="274320" cy="27432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A</a:t>
              </a:r>
              <a:endParaRPr lang="en-US" sz="1800" dirty="0">
                <a:solidFill>
                  <a:srgbClr val="FFFFFF">
                    <a:alpha val="99000"/>
                  </a:srgbClr>
                </a:solidFill>
              </a:endParaRPr>
            </a:p>
          </p:txBody>
        </p:sp>
      </p:grpSp>
      <p:grpSp>
        <p:nvGrpSpPr>
          <p:cNvPr id="48" name="A2"/>
          <p:cNvGrpSpPr/>
          <p:nvPr/>
        </p:nvGrpSpPr>
        <p:grpSpPr>
          <a:xfrm>
            <a:off x="3567723" y="3407136"/>
            <a:ext cx="498058" cy="348247"/>
            <a:chOff x="2513012" y="2060920"/>
            <a:chExt cx="663905" cy="464329"/>
          </a:xfrm>
          <a:solidFill>
            <a:schemeClr val="accent2"/>
          </a:solidFill>
        </p:grpSpPr>
        <p:sp>
          <p:nvSpPr>
            <p:cNvPr id="49"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50" name="Oval 49"/>
            <p:cNvSpPr/>
            <p:nvPr/>
          </p:nvSpPr>
          <p:spPr bwMode="auto">
            <a:xfrm>
              <a:off x="2707804" y="2155924"/>
              <a:ext cx="274320" cy="27432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A</a:t>
              </a:r>
            </a:p>
          </p:txBody>
        </p:sp>
      </p:grpSp>
      <p:grpSp>
        <p:nvGrpSpPr>
          <p:cNvPr id="51" name="B"/>
          <p:cNvGrpSpPr/>
          <p:nvPr/>
        </p:nvGrpSpPr>
        <p:grpSpPr>
          <a:xfrm>
            <a:off x="696129" y="2755420"/>
            <a:ext cx="498058" cy="348247"/>
            <a:chOff x="2513012" y="2060920"/>
            <a:chExt cx="663905" cy="464329"/>
          </a:xfrm>
          <a:solidFill>
            <a:schemeClr val="accent2"/>
          </a:solidFill>
        </p:grpSpPr>
        <p:sp>
          <p:nvSpPr>
            <p:cNvPr id="52"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53" name="Oval 52"/>
            <p:cNvSpPr/>
            <p:nvPr/>
          </p:nvSpPr>
          <p:spPr bwMode="auto">
            <a:xfrm>
              <a:off x="2707804" y="2155924"/>
              <a:ext cx="274320" cy="27432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B</a:t>
              </a:r>
            </a:p>
          </p:txBody>
        </p:sp>
      </p:grpSp>
      <p:grpSp>
        <p:nvGrpSpPr>
          <p:cNvPr id="54" name="B2"/>
          <p:cNvGrpSpPr/>
          <p:nvPr/>
        </p:nvGrpSpPr>
        <p:grpSpPr>
          <a:xfrm>
            <a:off x="3563773" y="3402558"/>
            <a:ext cx="498058" cy="348247"/>
            <a:chOff x="2513012" y="2060920"/>
            <a:chExt cx="663905" cy="464329"/>
          </a:xfrm>
          <a:solidFill>
            <a:schemeClr val="accent2"/>
          </a:solidFill>
        </p:grpSpPr>
        <p:sp>
          <p:nvSpPr>
            <p:cNvPr id="55"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56" name="Oval 55"/>
            <p:cNvSpPr/>
            <p:nvPr/>
          </p:nvSpPr>
          <p:spPr bwMode="auto">
            <a:xfrm>
              <a:off x="2707804" y="2155924"/>
              <a:ext cx="274320" cy="27432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B</a:t>
              </a:r>
            </a:p>
          </p:txBody>
        </p:sp>
      </p:grpSp>
      <p:grpSp>
        <p:nvGrpSpPr>
          <p:cNvPr id="57" name="C"/>
          <p:cNvGrpSpPr/>
          <p:nvPr/>
        </p:nvGrpSpPr>
        <p:grpSpPr>
          <a:xfrm>
            <a:off x="673786" y="3943361"/>
            <a:ext cx="498058" cy="348247"/>
            <a:chOff x="2513012" y="2060920"/>
            <a:chExt cx="663905" cy="464329"/>
          </a:xfrm>
        </p:grpSpPr>
        <p:sp>
          <p:nvSpPr>
            <p:cNvPr id="58"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59" name="Oval 58"/>
            <p:cNvSpPr/>
            <p:nvPr/>
          </p:nvSpPr>
          <p:spPr bwMode="auto">
            <a:xfrm>
              <a:off x="2707804" y="2155924"/>
              <a:ext cx="274320" cy="27432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C</a:t>
              </a:r>
            </a:p>
          </p:txBody>
        </p:sp>
      </p:grpSp>
      <p:grpSp>
        <p:nvGrpSpPr>
          <p:cNvPr id="60" name="C2"/>
          <p:cNvGrpSpPr/>
          <p:nvPr/>
        </p:nvGrpSpPr>
        <p:grpSpPr>
          <a:xfrm>
            <a:off x="3567723" y="3403115"/>
            <a:ext cx="498058" cy="348247"/>
            <a:chOff x="2513012" y="1459722"/>
            <a:chExt cx="663905" cy="464329"/>
          </a:xfrm>
        </p:grpSpPr>
        <p:sp>
          <p:nvSpPr>
            <p:cNvPr id="61" name="Freeform 128"/>
            <p:cNvSpPr>
              <a:spLocks noEditPoints="1"/>
            </p:cNvSpPr>
            <p:nvPr/>
          </p:nvSpPr>
          <p:spPr bwMode="black">
            <a:xfrm>
              <a:off x="2513012" y="1459722"/>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62" name="Oval 61"/>
            <p:cNvSpPr/>
            <p:nvPr/>
          </p:nvSpPr>
          <p:spPr bwMode="auto">
            <a:xfrm>
              <a:off x="2707804" y="1561161"/>
              <a:ext cx="274320" cy="27432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C</a:t>
              </a:r>
            </a:p>
          </p:txBody>
        </p:sp>
      </p:grpSp>
      <p:sp>
        <p:nvSpPr>
          <p:cNvPr id="63" name="Oval 62"/>
          <p:cNvSpPr/>
          <p:nvPr/>
        </p:nvSpPr>
        <p:spPr bwMode="auto">
          <a:xfrm>
            <a:off x="8102300" y="3325336"/>
            <a:ext cx="205794" cy="20574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A</a:t>
            </a:r>
          </a:p>
        </p:txBody>
      </p:sp>
      <p:sp>
        <p:nvSpPr>
          <p:cNvPr id="64" name="Oval 63"/>
          <p:cNvSpPr/>
          <p:nvPr/>
        </p:nvSpPr>
        <p:spPr bwMode="auto">
          <a:xfrm>
            <a:off x="8102965" y="4577946"/>
            <a:ext cx="205794" cy="20574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A</a:t>
            </a:r>
          </a:p>
        </p:txBody>
      </p:sp>
      <p:sp>
        <p:nvSpPr>
          <p:cNvPr id="65" name="Oval 64"/>
          <p:cNvSpPr/>
          <p:nvPr/>
        </p:nvSpPr>
        <p:spPr bwMode="auto">
          <a:xfrm>
            <a:off x="8115009" y="4973419"/>
            <a:ext cx="212028" cy="207797"/>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B</a:t>
            </a:r>
          </a:p>
        </p:txBody>
      </p:sp>
      <p:grpSp>
        <p:nvGrpSpPr>
          <p:cNvPr id="69" name="D"/>
          <p:cNvGrpSpPr/>
          <p:nvPr/>
        </p:nvGrpSpPr>
        <p:grpSpPr>
          <a:xfrm>
            <a:off x="673785" y="3943360"/>
            <a:ext cx="498058" cy="348247"/>
            <a:chOff x="2513012" y="2060920"/>
            <a:chExt cx="663905" cy="464329"/>
          </a:xfrm>
          <a:solidFill>
            <a:schemeClr val="accent2"/>
          </a:solidFill>
        </p:grpSpPr>
        <p:sp>
          <p:nvSpPr>
            <p:cNvPr id="70"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71" name="Oval 70"/>
            <p:cNvSpPr/>
            <p:nvPr/>
          </p:nvSpPr>
          <p:spPr bwMode="auto">
            <a:xfrm>
              <a:off x="2707804" y="2155924"/>
              <a:ext cx="274320" cy="274320"/>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D</a:t>
              </a:r>
            </a:p>
          </p:txBody>
        </p:sp>
      </p:grpSp>
      <p:grpSp>
        <p:nvGrpSpPr>
          <p:cNvPr id="72" name="E"/>
          <p:cNvGrpSpPr/>
          <p:nvPr/>
        </p:nvGrpSpPr>
        <p:grpSpPr>
          <a:xfrm>
            <a:off x="673784" y="3943350"/>
            <a:ext cx="498058" cy="348247"/>
            <a:chOff x="2513012" y="2060920"/>
            <a:chExt cx="663905" cy="464329"/>
          </a:xfrm>
          <a:solidFill>
            <a:schemeClr val="accent4"/>
          </a:solidFill>
        </p:grpSpPr>
        <p:sp>
          <p:nvSpPr>
            <p:cNvPr id="73"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74" name="Oval 73"/>
            <p:cNvSpPr/>
            <p:nvPr/>
          </p:nvSpPr>
          <p:spPr bwMode="auto">
            <a:xfrm>
              <a:off x="2707804" y="2155924"/>
              <a:ext cx="274320" cy="274320"/>
            </a:xfrm>
            <a:prstGeom prst="ellipse">
              <a:avLst/>
            </a:prstGeom>
            <a:grpFill/>
            <a:ln w="19050">
              <a:noFill/>
            </a:ln>
          </p:spPr>
          <p:txBody>
            <a:bodyPr vert="horz" wrap="square" lIns="61729" tIns="30865" rIns="61729" bIns="30865" numCol="1"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E</a:t>
              </a:r>
            </a:p>
          </p:txBody>
        </p:sp>
      </p:grpSp>
      <p:grpSp>
        <p:nvGrpSpPr>
          <p:cNvPr id="75" name="E2"/>
          <p:cNvGrpSpPr/>
          <p:nvPr/>
        </p:nvGrpSpPr>
        <p:grpSpPr>
          <a:xfrm>
            <a:off x="3566950" y="3411829"/>
            <a:ext cx="498058" cy="348247"/>
            <a:chOff x="2513012" y="2060920"/>
            <a:chExt cx="663905" cy="464329"/>
          </a:xfrm>
        </p:grpSpPr>
        <p:sp>
          <p:nvSpPr>
            <p:cNvPr id="76"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77" name="Oval 76"/>
            <p:cNvSpPr/>
            <p:nvPr/>
          </p:nvSpPr>
          <p:spPr bwMode="auto">
            <a:xfrm>
              <a:off x="2707804" y="2155924"/>
              <a:ext cx="274320" cy="274320"/>
            </a:xfrm>
            <a:prstGeom prst="ellipse">
              <a:avLst/>
            </a:prstGeom>
            <a:solidFill>
              <a:schemeClr val="accent4"/>
            </a:solidFill>
            <a:ln w="19050">
              <a:noFill/>
            </a:ln>
          </p:spPr>
          <p:txBody>
            <a:bodyPr vert="horz" wrap="square" lIns="61729" tIns="30865" rIns="61729" bIns="30865" numCol="1"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E</a:t>
              </a:r>
            </a:p>
          </p:txBody>
        </p:sp>
      </p:grpSp>
      <p:sp>
        <p:nvSpPr>
          <p:cNvPr id="78" name="Oval 77"/>
          <p:cNvSpPr/>
          <p:nvPr/>
        </p:nvSpPr>
        <p:spPr bwMode="auto">
          <a:xfrm>
            <a:off x="8109355" y="2257652"/>
            <a:ext cx="205794" cy="205740"/>
          </a:xfrm>
          <a:prstGeom prst="ellipse">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B</a:t>
            </a:r>
          </a:p>
        </p:txBody>
      </p:sp>
      <p:sp>
        <p:nvSpPr>
          <p:cNvPr id="79" name="Oval 78"/>
          <p:cNvSpPr/>
          <p:nvPr/>
        </p:nvSpPr>
        <p:spPr bwMode="auto">
          <a:xfrm>
            <a:off x="8113947" y="3737611"/>
            <a:ext cx="205794" cy="20574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C</a:t>
            </a:r>
          </a:p>
        </p:txBody>
      </p:sp>
      <p:grpSp>
        <p:nvGrpSpPr>
          <p:cNvPr id="2" name="Group 1"/>
          <p:cNvGrpSpPr/>
          <p:nvPr/>
        </p:nvGrpSpPr>
        <p:grpSpPr>
          <a:xfrm>
            <a:off x="4962224" y="2742309"/>
            <a:ext cx="498058" cy="348247"/>
            <a:chOff x="2751710" y="5843074"/>
            <a:chExt cx="663905" cy="464329"/>
          </a:xfrm>
        </p:grpSpPr>
        <p:sp>
          <p:nvSpPr>
            <p:cNvPr id="84" name="Freeform 128"/>
            <p:cNvSpPr>
              <a:spLocks noEditPoints="1"/>
            </p:cNvSpPr>
            <p:nvPr/>
          </p:nvSpPr>
          <p:spPr bwMode="black">
            <a:xfrm>
              <a:off x="2751710" y="5843074"/>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91" name="Oval 90"/>
            <p:cNvSpPr/>
            <p:nvPr/>
          </p:nvSpPr>
          <p:spPr bwMode="auto">
            <a:xfrm>
              <a:off x="2946502" y="5938078"/>
              <a:ext cx="274320" cy="274320"/>
            </a:xfrm>
            <a:prstGeom prst="ellipse">
              <a:avLst/>
            </a:prstGeom>
            <a:solidFill>
              <a:schemeClr val="accent4"/>
            </a:solidFill>
            <a:ln w="19050">
              <a:noFill/>
            </a:ln>
          </p:spPr>
          <p:txBody>
            <a:bodyPr vert="horz" wrap="square" lIns="61729" tIns="30865" rIns="61729" bIns="30865" numCol="1"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E</a:t>
              </a:r>
            </a:p>
          </p:txBody>
        </p:sp>
      </p:grpSp>
      <p:grpSp>
        <p:nvGrpSpPr>
          <p:cNvPr id="92" name="Group 91"/>
          <p:cNvGrpSpPr/>
          <p:nvPr/>
        </p:nvGrpSpPr>
        <p:grpSpPr>
          <a:xfrm>
            <a:off x="4964290" y="4004015"/>
            <a:ext cx="498058" cy="348247"/>
            <a:chOff x="2751710" y="5843074"/>
            <a:chExt cx="663905" cy="464329"/>
          </a:xfrm>
        </p:grpSpPr>
        <p:sp>
          <p:nvSpPr>
            <p:cNvPr id="93" name="Freeform 128"/>
            <p:cNvSpPr>
              <a:spLocks noEditPoints="1"/>
            </p:cNvSpPr>
            <p:nvPr/>
          </p:nvSpPr>
          <p:spPr bwMode="black">
            <a:xfrm>
              <a:off x="2751710" y="5843074"/>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94" name="Oval 93"/>
            <p:cNvSpPr/>
            <p:nvPr/>
          </p:nvSpPr>
          <p:spPr bwMode="auto">
            <a:xfrm>
              <a:off x="2946502" y="5938078"/>
              <a:ext cx="274320" cy="274320"/>
            </a:xfrm>
            <a:prstGeom prst="ellipse">
              <a:avLst/>
            </a:prstGeom>
            <a:solidFill>
              <a:schemeClr val="accent4"/>
            </a:solidFill>
            <a:ln w="19050">
              <a:noFill/>
            </a:ln>
          </p:spPr>
          <p:txBody>
            <a:bodyPr vert="horz" wrap="square" lIns="61729" tIns="30865" rIns="61729" bIns="30865" numCol="1"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E</a:t>
              </a:r>
            </a:p>
          </p:txBody>
        </p:sp>
      </p:grpSp>
      <p:grpSp>
        <p:nvGrpSpPr>
          <p:cNvPr id="80" name="Group 79"/>
          <p:cNvGrpSpPr/>
          <p:nvPr/>
        </p:nvGrpSpPr>
        <p:grpSpPr>
          <a:xfrm>
            <a:off x="3943349" y="2678030"/>
            <a:ext cx="718542" cy="771132"/>
            <a:chOff x="5399573" y="2351506"/>
            <a:chExt cx="957806" cy="1028176"/>
          </a:xfrm>
        </p:grpSpPr>
        <p:sp>
          <p:nvSpPr>
            <p:cNvPr id="81" name="Freeform 104"/>
            <p:cNvSpPr>
              <a:spLocks noEditPoints="1"/>
            </p:cNvSpPr>
            <p:nvPr/>
          </p:nvSpPr>
          <p:spPr bwMode="black">
            <a:xfrm rot="519664">
              <a:off x="5889747" y="2912050"/>
              <a:ext cx="467632" cy="467632"/>
            </a:xfrm>
            <a:custGeom>
              <a:avLst/>
              <a:gdLst>
                <a:gd name="T0" fmla="*/ 37 w 61"/>
                <a:gd name="T1" fmla="*/ 43 h 61"/>
                <a:gd name="T2" fmla="*/ 18 w 61"/>
                <a:gd name="T3" fmla="*/ 37 h 61"/>
                <a:gd name="T4" fmla="*/ 24 w 61"/>
                <a:gd name="T5" fmla="*/ 18 h 61"/>
                <a:gd name="T6" fmla="*/ 43 w 61"/>
                <a:gd name="T7" fmla="*/ 24 h 61"/>
                <a:gd name="T8" fmla="*/ 37 w 61"/>
                <a:gd name="T9" fmla="*/ 43 h 61"/>
                <a:gd name="T10" fmla="*/ 61 w 61"/>
                <a:gd name="T11" fmla="*/ 28 h 61"/>
                <a:gd name="T12" fmla="*/ 58 w 61"/>
                <a:gd name="T13" fmla="*/ 18 h 61"/>
                <a:gd name="T14" fmla="*/ 50 w 61"/>
                <a:gd name="T15" fmla="*/ 19 h 61"/>
                <a:gd name="T16" fmla="*/ 47 w 61"/>
                <a:gd name="T17" fmla="*/ 15 h 61"/>
                <a:gd name="T18" fmla="*/ 50 w 61"/>
                <a:gd name="T19" fmla="*/ 7 h 61"/>
                <a:gd name="T20" fmla="*/ 41 w 61"/>
                <a:gd name="T21" fmla="*/ 2 h 61"/>
                <a:gd name="T22" fmla="*/ 36 w 61"/>
                <a:gd name="T23" fmla="*/ 9 h 61"/>
                <a:gd name="T24" fmla="*/ 30 w 61"/>
                <a:gd name="T25" fmla="*/ 8 h 61"/>
                <a:gd name="T26" fmla="*/ 27 w 61"/>
                <a:gd name="T27" fmla="*/ 0 h 61"/>
                <a:gd name="T28" fmla="*/ 17 w 61"/>
                <a:gd name="T29" fmla="*/ 3 h 61"/>
                <a:gd name="T30" fmla="*/ 18 w 61"/>
                <a:gd name="T31" fmla="*/ 11 h 61"/>
                <a:gd name="T32" fmla="*/ 15 w 61"/>
                <a:gd name="T33" fmla="*/ 14 h 61"/>
                <a:gd name="T34" fmla="*/ 7 w 61"/>
                <a:gd name="T35" fmla="*/ 11 h 61"/>
                <a:gd name="T36" fmla="*/ 2 w 61"/>
                <a:gd name="T37" fmla="*/ 20 h 61"/>
                <a:gd name="T38" fmla="*/ 8 w 61"/>
                <a:gd name="T39" fmla="*/ 25 h 61"/>
                <a:gd name="T40" fmla="*/ 7 w 61"/>
                <a:gd name="T41" fmla="*/ 30 h 61"/>
                <a:gd name="T42" fmla="*/ 0 w 61"/>
                <a:gd name="T43" fmla="*/ 33 h 61"/>
                <a:gd name="T44" fmla="*/ 2 w 61"/>
                <a:gd name="T45" fmla="*/ 43 h 61"/>
                <a:gd name="T46" fmla="*/ 11 w 61"/>
                <a:gd name="T47" fmla="*/ 42 h 61"/>
                <a:gd name="T48" fmla="*/ 14 w 61"/>
                <a:gd name="T49" fmla="*/ 47 h 61"/>
                <a:gd name="T50" fmla="*/ 11 w 61"/>
                <a:gd name="T51" fmla="*/ 54 h 61"/>
                <a:gd name="T52" fmla="*/ 20 w 61"/>
                <a:gd name="T53" fmla="*/ 59 h 61"/>
                <a:gd name="T54" fmla="*/ 25 w 61"/>
                <a:gd name="T55" fmla="*/ 53 h 61"/>
                <a:gd name="T56" fmla="*/ 30 w 61"/>
                <a:gd name="T57" fmla="*/ 53 h 61"/>
                <a:gd name="T58" fmla="*/ 33 w 61"/>
                <a:gd name="T59" fmla="*/ 61 h 61"/>
                <a:gd name="T60" fmla="*/ 43 w 61"/>
                <a:gd name="T61" fmla="*/ 58 h 61"/>
                <a:gd name="T62" fmla="*/ 42 w 61"/>
                <a:gd name="T63" fmla="*/ 50 h 61"/>
                <a:gd name="T64" fmla="*/ 46 w 61"/>
                <a:gd name="T65" fmla="*/ 47 h 61"/>
                <a:gd name="T66" fmla="*/ 54 w 61"/>
                <a:gd name="T67" fmla="*/ 50 h 61"/>
                <a:gd name="T68" fmla="*/ 59 w 61"/>
                <a:gd name="T69" fmla="*/ 41 h 61"/>
                <a:gd name="T70" fmla="*/ 52 w 61"/>
                <a:gd name="T71" fmla="*/ 36 h 61"/>
                <a:gd name="T72" fmla="*/ 53 w 61"/>
                <a:gd name="T73" fmla="*/ 31 h 61"/>
                <a:gd name="T74" fmla="*/ 61 w 61"/>
                <a:gd name="T75" fmla="*/ 28 h 61"/>
                <a:gd name="T76" fmla="*/ 28 w 61"/>
                <a:gd name="T77" fmla="*/ 26 h 61"/>
                <a:gd name="T78" fmla="*/ 26 w 61"/>
                <a:gd name="T79" fmla="*/ 33 h 61"/>
                <a:gd name="T80" fmla="*/ 33 w 61"/>
                <a:gd name="T81" fmla="*/ 35 h 61"/>
                <a:gd name="T82" fmla="*/ 35 w 61"/>
                <a:gd name="T83" fmla="*/ 28 h 61"/>
                <a:gd name="T84" fmla="*/ 28 w 61"/>
                <a:gd name="T85" fmla="*/ 2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 h="61">
                  <a:moveTo>
                    <a:pt x="37" y="43"/>
                  </a:moveTo>
                  <a:cubicBezTo>
                    <a:pt x="30" y="47"/>
                    <a:pt x="21" y="44"/>
                    <a:pt x="18" y="37"/>
                  </a:cubicBezTo>
                  <a:cubicBezTo>
                    <a:pt x="14" y="30"/>
                    <a:pt x="17" y="21"/>
                    <a:pt x="24" y="18"/>
                  </a:cubicBezTo>
                  <a:cubicBezTo>
                    <a:pt x="31" y="14"/>
                    <a:pt x="39" y="17"/>
                    <a:pt x="43" y="24"/>
                  </a:cubicBezTo>
                  <a:cubicBezTo>
                    <a:pt x="47" y="31"/>
                    <a:pt x="44" y="40"/>
                    <a:pt x="37" y="43"/>
                  </a:cubicBezTo>
                  <a:moveTo>
                    <a:pt x="61" y="28"/>
                  </a:moveTo>
                  <a:cubicBezTo>
                    <a:pt x="58" y="18"/>
                    <a:pt x="58" y="18"/>
                    <a:pt x="58" y="18"/>
                  </a:cubicBezTo>
                  <a:cubicBezTo>
                    <a:pt x="50" y="19"/>
                    <a:pt x="50" y="19"/>
                    <a:pt x="50" y="19"/>
                  </a:cubicBezTo>
                  <a:cubicBezTo>
                    <a:pt x="49" y="17"/>
                    <a:pt x="48" y="16"/>
                    <a:pt x="47" y="15"/>
                  </a:cubicBezTo>
                  <a:cubicBezTo>
                    <a:pt x="50" y="7"/>
                    <a:pt x="50" y="7"/>
                    <a:pt x="50" y="7"/>
                  </a:cubicBezTo>
                  <a:cubicBezTo>
                    <a:pt x="41" y="2"/>
                    <a:pt x="41" y="2"/>
                    <a:pt x="41" y="2"/>
                  </a:cubicBezTo>
                  <a:cubicBezTo>
                    <a:pt x="36" y="9"/>
                    <a:pt x="36" y="9"/>
                    <a:pt x="36" y="9"/>
                  </a:cubicBezTo>
                  <a:cubicBezTo>
                    <a:pt x="34" y="8"/>
                    <a:pt x="32" y="8"/>
                    <a:pt x="30" y="8"/>
                  </a:cubicBezTo>
                  <a:cubicBezTo>
                    <a:pt x="27" y="0"/>
                    <a:pt x="27" y="0"/>
                    <a:pt x="27" y="0"/>
                  </a:cubicBezTo>
                  <a:cubicBezTo>
                    <a:pt x="17" y="3"/>
                    <a:pt x="17" y="3"/>
                    <a:pt x="17" y="3"/>
                  </a:cubicBezTo>
                  <a:cubicBezTo>
                    <a:pt x="18" y="11"/>
                    <a:pt x="18" y="11"/>
                    <a:pt x="18" y="11"/>
                  </a:cubicBezTo>
                  <a:cubicBezTo>
                    <a:pt x="17" y="12"/>
                    <a:pt x="16" y="13"/>
                    <a:pt x="15" y="14"/>
                  </a:cubicBezTo>
                  <a:cubicBezTo>
                    <a:pt x="7" y="11"/>
                    <a:pt x="7" y="11"/>
                    <a:pt x="7" y="11"/>
                  </a:cubicBezTo>
                  <a:cubicBezTo>
                    <a:pt x="2" y="20"/>
                    <a:pt x="2" y="20"/>
                    <a:pt x="2" y="20"/>
                  </a:cubicBezTo>
                  <a:cubicBezTo>
                    <a:pt x="8" y="25"/>
                    <a:pt x="8" y="25"/>
                    <a:pt x="8" y="25"/>
                  </a:cubicBezTo>
                  <a:cubicBezTo>
                    <a:pt x="8" y="27"/>
                    <a:pt x="7" y="28"/>
                    <a:pt x="7" y="30"/>
                  </a:cubicBezTo>
                  <a:cubicBezTo>
                    <a:pt x="0" y="33"/>
                    <a:pt x="0" y="33"/>
                    <a:pt x="0" y="33"/>
                  </a:cubicBezTo>
                  <a:cubicBezTo>
                    <a:pt x="2" y="43"/>
                    <a:pt x="2" y="43"/>
                    <a:pt x="2" y="43"/>
                  </a:cubicBezTo>
                  <a:cubicBezTo>
                    <a:pt x="11" y="42"/>
                    <a:pt x="11" y="42"/>
                    <a:pt x="11" y="42"/>
                  </a:cubicBezTo>
                  <a:cubicBezTo>
                    <a:pt x="12" y="44"/>
                    <a:pt x="13" y="45"/>
                    <a:pt x="14" y="47"/>
                  </a:cubicBezTo>
                  <a:cubicBezTo>
                    <a:pt x="11" y="54"/>
                    <a:pt x="11" y="54"/>
                    <a:pt x="11" y="54"/>
                  </a:cubicBezTo>
                  <a:cubicBezTo>
                    <a:pt x="20" y="59"/>
                    <a:pt x="20" y="59"/>
                    <a:pt x="20" y="59"/>
                  </a:cubicBezTo>
                  <a:cubicBezTo>
                    <a:pt x="25" y="53"/>
                    <a:pt x="25" y="53"/>
                    <a:pt x="25" y="53"/>
                  </a:cubicBezTo>
                  <a:cubicBezTo>
                    <a:pt x="26" y="53"/>
                    <a:pt x="28" y="53"/>
                    <a:pt x="30" y="53"/>
                  </a:cubicBezTo>
                  <a:cubicBezTo>
                    <a:pt x="33" y="61"/>
                    <a:pt x="33" y="61"/>
                    <a:pt x="33" y="61"/>
                  </a:cubicBezTo>
                  <a:cubicBezTo>
                    <a:pt x="43" y="58"/>
                    <a:pt x="43" y="58"/>
                    <a:pt x="43" y="58"/>
                  </a:cubicBezTo>
                  <a:cubicBezTo>
                    <a:pt x="42" y="50"/>
                    <a:pt x="42" y="50"/>
                    <a:pt x="42" y="50"/>
                  </a:cubicBezTo>
                  <a:cubicBezTo>
                    <a:pt x="44" y="49"/>
                    <a:pt x="45" y="48"/>
                    <a:pt x="46" y="47"/>
                  </a:cubicBezTo>
                  <a:cubicBezTo>
                    <a:pt x="54" y="50"/>
                    <a:pt x="54" y="50"/>
                    <a:pt x="54" y="50"/>
                  </a:cubicBezTo>
                  <a:cubicBezTo>
                    <a:pt x="59" y="41"/>
                    <a:pt x="59" y="41"/>
                    <a:pt x="59" y="41"/>
                  </a:cubicBezTo>
                  <a:cubicBezTo>
                    <a:pt x="52" y="36"/>
                    <a:pt x="52" y="36"/>
                    <a:pt x="52" y="36"/>
                  </a:cubicBezTo>
                  <a:cubicBezTo>
                    <a:pt x="53" y="34"/>
                    <a:pt x="53" y="33"/>
                    <a:pt x="53" y="31"/>
                  </a:cubicBezTo>
                  <a:lnTo>
                    <a:pt x="61" y="28"/>
                  </a:lnTo>
                  <a:close/>
                  <a:moveTo>
                    <a:pt x="28" y="26"/>
                  </a:moveTo>
                  <a:cubicBezTo>
                    <a:pt x="25" y="27"/>
                    <a:pt x="24" y="30"/>
                    <a:pt x="26" y="33"/>
                  </a:cubicBezTo>
                  <a:cubicBezTo>
                    <a:pt x="27" y="35"/>
                    <a:pt x="30" y="36"/>
                    <a:pt x="33" y="35"/>
                  </a:cubicBezTo>
                  <a:cubicBezTo>
                    <a:pt x="35" y="34"/>
                    <a:pt x="36" y="31"/>
                    <a:pt x="35" y="28"/>
                  </a:cubicBezTo>
                  <a:cubicBezTo>
                    <a:pt x="34" y="26"/>
                    <a:pt x="31" y="25"/>
                    <a:pt x="28" y="26"/>
                  </a:cubicBezTo>
                  <a:close/>
                </a:path>
              </a:pathLst>
            </a:custGeom>
            <a:solidFill>
              <a:schemeClr val="accent4"/>
            </a:solidFill>
            <a:ln w="19050">
              <a:solidFill>
                <a:srgbClr val="FFFFFF"/>
              </a:solidFill>
            </a:ln>
            <a:extLst/>
          </p:spPr>
          <p:txBody>
            <a:bodyPr vert="horz" wrap="square" lIns="61729" tIns="30865" rIns="61729" bIns="30865" numCol="1" anchor="t" anchorCtr="0" compatLnSpc="1">
              <a:prstTxWarp prst="textNoShape">
                <a:avLst/>
              </a:prstTxWarp>
            </a:bodyPr>
            <a:lstStyle/>
            <a:p>
              <a:pPr defTabSz="913222"/>
              <a:endParaRPr lang="en-US" sz="1200" dirty="0">
                <a:solidFill>
                  <a:srgbClr val="292929"/>
                </a:solidFill>
              </a:endParaRPr>
            </a:p>
          </p:txBody>
        </p:sp>
        <p:sp>
          <p:nvSpPr>
            <p:cNvPr id="82" name="TextBox 81"/>
            <p:cNvSpPr txBox="1"/>
            <p:nvPr/>
          </p:nvSpPr>
          <p:spPr>
            <a:xfrm>
              <a:off x="5399573" y="2351506"/>
              <a:ext cx="820505" cy="342003"/>
            </a:xfrm>
            <a:prstGeom prst="rect">
              <a:avLst/>
            </a:prstGeom>
            <a:noFill/>
          </p:spPr>
          <p:txBody>
            <a:bodyPr wrap="none" lIns="0" tIns="0" rIns="0" bIns="0" rtlCol="0">
              <a:noAutofit/>
            </a:bodyPr>
            <a:lstStyle/>
            <a:p>
              <a:pPr algn="ctr" defTabSz="684876">
                <a:lnSpc>
                  <a:spcPct val="90000"/>
                </a:lnSpc>
              </a:pPr>
              <a:r>
                <a:rPr lang="en-US" sz="788" dirty="0">
                  <a:solidFill>
                    <a:srgbClr val="505050"/>
                  </a:solidFill>
                </a:rPr>
                <a:t>Subscription</a:t>
              </a:r>
            </a:p>
            <a:p>
              <a:pPr algn="ctr" defTabSz="684876">
                <a:lnSpc>
                  <a:spcPct val="90000"/>
                </a:lnSpc>
              </a:pPr>
              <a:r>
                <a:rPr lang="en-US" sz="788" dirty="0">
                  <a:solidFill>
                    <a:srgbClr val="505050"/>
                  </a:solidFill>
                </a:rPr>
                <a:t>Rule</a:t>
              </a:r>
            </a:p>
            <a:p>
              <a:pPr algn="ctr" defTabSz="684876">
                <a:lnSpc>
                  <a:spcPct val="90000"/>
                </a:lnSpc>
              </a:pPr>
              <a:r>
                <a:rPr lang="en-US" sz="1050" dirty="0">
                  <a:solidFill>
                    <a:srgbClr val="505050"/>
                  </a:solidFill>
                </a:rPr>
                <a:t>Color=</a:t>
              </a:r>
              <a:r>
                <a:rPr lang="en-US" sz="1050" b="1" dirty="0">
                  <a:solidFill>
                    <a:srgbClr val="00BCF2"/>
                  </a:solidFill>
                </a:rPr>
                <a:t>BLUE</a:t>
              </a:r>
              <a:endParaRPr lang="en-US" sz="1050" b="1" dirty="0">
                <a:ln>
                  <a:solidFill>
                    <a:srgbClr val="8CC600">
                      <a:lumMod val="50000"/>
                    </a:srgbClr>
                  </a:solidFill>
                  <a:miter lim="800000"/>
                </a:ln>
                <a:solidFill>
                  <a:srgbClr val="00BCF2"/>
                </a:solidFill>
              </a:endParaRPr>
            </a:p>
          </p:txBody>
        </p:sp>
      </p:grpSp>
      <p:sp>
        <p:nvSpPr>
          <p:cNvPr id="68" name="Rectangle 67"/>
          <p:cNvSpPr/>
          <p:nvPr/>
        </p:nvSpPr>
        <p:spPr bwMode="auto">
          <a:xfrm>
            <a:off x="4854716" y="2409940"/>
            <a:ext cx="2242838" cy="1121127"/>
          </a:xfrm>
          <a:prstGeom prst="rect">
            <a:avLst/>
          </a:prstGeom>
          <a:noFill/>
          <a:ln w="28575">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292929">
                    <a:lumMod val="90000"/>
                    <a:lumOff val="10000"/>
                    <a:alpha val="99000"/>
                  </a:srgbClr>
                </a:solidFill>
              </a:rPr>
              <a:t>my</a:t>
            </a:r>
            <a:r>
              <a:rPr lang="en-US" sz="1500" b="1" dirty="0">
                <a:solidFill>
                  <a:srgbClr val="292929">
                    <a:lumMod val="90000"/>
                    <a:lumOff val="10000"/>
                    <a:alpha val="99000"/>
                  </a:srgbClr>
                </a:solidFill>
              </a:rPr>
              <a:t>First</a:t>
            </a:r>
            <a:r>
              <a:rPr lang="en-US" sz="1500" dirty="0">
                <a:solidFill>
                  <a:srgbClr val="292929">
                    <a:lumMod val="90000"/>
                    <a:lumOff val="10000"/>
                    <a:alpha val="99000"/>
                  </a:srgbClr>
                </a:solidFill>
              </a:rPr>
              <a:t>Subscription </a:t>
            </a:r>
          </a:p>
        </p:txBody>
      </p:sp>
      <p:sp>
        <p:nvSpPr>
          <p:cNvPr id="83" name="Rectangle 82"/>
          <p:cNvSpPr/>
          <p:nvPr/>
        </p:nvSpPr>
        <p:spPr bwMode="auto">
          <a:xfrm>
            <a:off x="4854716" y="3662559"/>
            <a:ext cx="2242838" cy="1121127"/>
          </a:xfrm>
          <a:prstGeom prst="rect">
            <a:avLst/>
          </a:prstGeom>
          <a:noFill/>
          <a:ln w="28575">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10" tIns="6850" rIns="6850" bIns="68510" numCol="1" rtlCol="0" anchor="b" anchorCtr="0" compatLnSpc="1">
            <a:prstTxWarp prst="textNoShape">
              <a:avLst/>
            </a:prstTxWarp>
          </a:bodyPr>
          <a:lstStyle/>
          <a:p>
            <a:pPr defTabSz="684012" fontAlgn="base">
              <a:lnSpc>
                <a:spcPct val="90000"/>
              </a:lnSpc>
              <a:spcBef>
                <a:spcPct val="0"/>
              </a:spcBef>
              <a:spcAft>
                <a:spcPct val="0"/>
              </a:spcAft>
            </a:pPr>
            <a:r>
              <a:rPr lang="en-US" sz="1500" dirty="0">
                <a:solidFill>
                  <a:srgbClr val="292929">
                    <a:lumMod val="90000"/>
                    <a:lumOff val="10000"/>
                    <a:alpha val="99000"/>
                  </a:srgbClr>
                </a:solidFill>
              </a:rPr>
              <a:t>my</a:t>
            </a:r>
            <a:r>
              <a:rPr lang="en-US" sz="1500" b="1" dirty="0">
                <a:solidFill>
                  <a:srgbClr val="292929">
                    <a:lumMod val="90000"/>
                    <a:lumOff val="10000"/>
                    <a:alpha val="99000"/>
                  </a:srgbClr>
                </a:solidFill>
              </a:rPr>
              <a:t>Second</a:t>
            </a:r>
            <a:r>
              <a:rPr lang="en-US" sz="1500" dirty="0">
                <a:solidFill>
                  <a:srgbClr val="292929">
                    <a:lumMod val="90000"/>
                    <a:lumOff val="10000"/>
                    <a:alpha val="99000"/>
                  </a:srgbClr>
                </a:solidFill>
              </a:rPr>
              <a:t>Subscription</a:t>
            </a:r>
          </a:p>
        </p:txBody>
      </p:sp>
      <p:grpSp>
        <p:nvGrpSpPr>
          <p:cNvPr id="88" name="Group 87"/>
          <p:cNvGrpSpPr/>
          <p:nvPr/>
        </p:nvGrpSpPr>
        <p:grpSpPr>
          <a:xfrm>
            <a:off x="700034" y="2622937"/>
            <a:ext cx="500116" cy="484996"/>
            <a:chOff x="5780302" y="3796701"/>
            <a:chExt cx="666648" cy="646661"/>
          </a:xfrm>
          <a:solidFill>
            <a:schemeClr val="accent4"/>
          </a:solidFill>
        </p:grpSpPr>
        <p:sp>
          <p:nvSpPr>
            <p:cNvPr id="90" name="Freeform 128"/>
            <p:cNvSpPr>
              <a:spLocks noEditPoints="1"/>
            </p:cNvSpPr>
            <p:nvPr/>
          </p:nvSpPr>
          <p:spPr bwMode="black">
            <a:xfrm>
              <a:off x="5780302" y="3977113"/>
              <a:ext cx="666648" cy="46624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61729" tIns="30865" rIns="61729" bIns="30865" numCol="1" anchor="t" anchorCtr="0" compatLnSpc="1">
              <a:prstTxWarp prst="textNoShape">
                <a:avLst/>
              </a:prstTxWarp>
            </a:bodyPr>
            <a:lstStyle/>
            <a:p>
              <a:pPr defTabSz="913222"/>
              <a:endParaRPr lang="en-US" sz="1200" dirty="0">
                <a:solidFill>
                  <a:srgbClr val="505050"/>
                </a:solidFill>
              </a:endParaRPr>
            </a:p>
          </p:txBody>
        </p:sp>
        <p:sp>
          <p:nvSpPr>
            <p:cNvPr id="97" name="Isosceles Triangle 96"/>
            <p:cNvSpPr/>
            <p:nvPr/>
          </p:nvSpPr>
          <p:spPr bwMode="auto">
            <a:xfrm>
              <a:off x="5797319" y="3796701"/>
              <a:ext cx="632055" cy="176880"/>
            </a:xfrm>
            <a:prstGeom prst="triangl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77" tIns="34288" rIns="68577" bIns="34288" numCol="1" rtlCol="0" anchor="ctr" anchorCtr="0" compatLnSpc="1">
              <a:prstTxWarp prst="textNoShape">
                <a:avLst/>
              </a:prstTxWarp>
            </a:bodyPr>
            <a:lstStyle/>
            <a:p>
              <a:pPr algn="ctr" defTabSz="684867" fontAlgn="base">
                <a:spcBef>
                  <a:spcPct val="0"/>
                </a:spcBef>
                <a:spcAft>
                  <a:spcPct val="0"/>
                </a:spcAft>
              </a:pPr>
              <a:endParaRPr lang="en-US" sz="1650" dirty="0">
                <a:gradFill>
                  <a:gsLst>
                    <a:gs pos="0">
                      <a:srgbClr val="FFFFFF"/>
                    </a:gs>
                    <a:gs pos="100000">
                      <a:srgbClr val="FFFFFF"/>
                    </a:gs>
                  </a:gsLst>
                  <a:lin ang="5400000" scaled="0"/>
                </a:gradFill>
              </a:endParaRPr>
            </a:p>
          </p:txBody>
        </p:sp>
      </p:grpSp>
      <p:sp>
        <p:nvSpPr>
          <p:cNvPr id="45" name="Oval 44"/>
          <p:cNvSpPr/>
          <p:nvPr/>
        </p:nvSpPr>
        <p:spPr bwMode="auto">
          <a:xfrm>
            <a:off x="1194743" y="2463392"/>
            <a:ext cx="205794" cy="20574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012" fontAlgn="base">
              <a:lnSpc>
                <a:spcPct val="90000"/>
              </a:lnSpc>
              <a:spcBef>
                <a:spcPct val="0"/>
              </a:spcBef>
              <a:spcAft>
                <a:spcPct val="0"/>
              </a:spcAft>
            </a:pPr>
            <a:r>
              <a:rPr lang="en-US" sz="1800" b="1" dirty="0">
                <a:solidFill>
                  <a:srgbClr val="FFFFFF">
                    <a:alpha val="99000"/>
                  </a:srgbClr>
                </a:solidFill>
              </a:rPr>
              <a:t>A</a:t>
            </a:r>
          </a:p>
        </p:txBody>
      </p:sp>
      <p:sp>
        <p:nvSpPr>
          <p:cNvPr id="99" name="Rectangle 98"/>
          <p:cNvSpPr/>
          <p:nvPr/>
        </p:nvSpPr>
        <p:spPr bwMode="auto">
          <a:xfrm>
            <a:off x="2131430" y="3426766"/>
            <a:ext cx="1143081" cy="51523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100" name="Rectangle 99"/>
          <p:cNvSpPr/>
          <p:nvPr/>
        </p:nvSpPr>
        <p:spPr bwMode="auto">
          <a:xfrm>
            <a:off x="2132072" y="3018017"/>
            <a:ext cx="552517" cy="1254477"/>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101" name="Rectangle 100"/>
          <p:cNvSpPr/>
          <p:nvPr/>
        </p:nvSpPr>
        <p:spPr bwMode="auto">
          <a:xfrm>
            <a:off x="2305565" y="3351268"/>
            <a:ext cx="1143081" cy="450146"/>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102" name="Rectangle 101"/>
          <p:cNvSpPr/>
          <p:nvPr/>
        </p:nvSpPr>
        <p:spPr bwMode="auto">
          <a:xfrm>
            <a:off x="2399492" y="3625670"/>
            <a:ext cx="552517" cy="515235"/>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103" name="Rectangle 102"/>
          <p:cNvSpPr/>
          <p:nvPr/>
        </p:nvSpPr>
        <p:spPr bwMode="auto">
          <a:xfrm>
            <a:off x="2569979" y="3220440"/>
            <a:ext cx="552517" cy="805218"/>
          </a:xfrm>
          <a:prstGeom prst="rect">
            <a:avLst/>
          </a:prstGeom>
          <a:solidFill>
            <a:srgbClr val="FFFFFF"/>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7160" tIns="109728" rIns="137160" bIns="109728" numCol="1" spcCol="0" rtlCol="0" fromWordArt="0" anchor="t" anchorCtr="0" forceAA="0" compatLnSpc="1">
            <a:prstTxWarp prst="textNoShape">
              <a:avLst/>
            </a:prstTxWarp>
            <a:noAutofit/>
          </a:bodyPr>
          <a:lstStyle/>
          <a:p>
            <a:pPr algn="ctr" defTabSz="685552" fontAlgn="base">
              <a:lnSpc>
                <a:spcPct val="90000"/>
              </a:lnSpc>
              <a:spcBef>
                <a:spcPct val="0"/>
              </a:spcBef>
              <a:spcAft>
                <a:spcPct val="0"/>
              </a:spcAft>
            </a:pPr>
            <a:endParaRPr lang="en-GB" sz="1500" spc="-38" dirty="0">
              <a:gradFill>
                <a:gsLst>
                  <a:gs pos="1250">
                    <a:srgbClr val="FFFFFF"/>
                  </a:gs>
                  <a:gs pos="10417">
                    <a:srgbClr val="FFFFFF"/>
                  </a:gs>
                </a:gsLst>
                <a:lin ang="5400000" scaled="0"/>
              </a:gradFill>
            </a:endParaRPr>
          </a:p>
        </p:txBody>
      </p:sp>
      <p:sp>
        <p:nvSpPr>
          <p:cNvPr id="104" name="Freeform 5"/>
          <p:cNvSpPr>
            <a:spLocks noEditPoints="1"/>
          </p:cNvSpPr>
          <p:nvPr/>
        </p:nvSpPr>
        <p:spPr bwMode="auto">
          <a:xfrm>
            <a:off x="2114550" y="2857501"/>
            <a:ext cx="1371601" cy="1531370"/>
          </a:xfrm>
          <a:custGeom>
            <a:avLst/>
            <a:gdLst>
              <a:gd name="T0" fmla="*/ 1586 w 1853"/>
              <a:gd name="T1" fmla="*/ 444 h 1709"/>
              <a:gd name="T2" fmla="*/ 1266 w 1853"/>
              <a:gd name="T3" fmla="*/ 364 h 1709"/>
              <a:gd name="T4" fmla="*/ 858 w 1853"/>
              <a:gd name="T5" fmla="*/ 123 h 1709"/>
              <a:gd name="T6" fmla="*/ 562 w 1853"/>
              <a:gd name="T7" fmla="*/ 1709 h 1709"/>
              <a:gd name="T8" fmla="*/ 1260 w 1853"/>
              <a:gd name="T9" fmla="*/ 1351 h 1709"/>
              <a:gd name="T10" fmla="*/ 1515 w 1853"/>
              <a:gd name="T11" fmla="*/ 1166 h 1709"/>
              <a:gd name="T12" fmla="*/ 1754 w 1853"/>
              <a:gd name="T13" fmla="*/ 1088 h 1709"/>
              <a:gd name="T14" fmla="*/ 516 w 1853"/>
              <a:gd name="T15" fmla="*/ 1657 h 1709"/>
              <a:gd name="T16" fmla="*/ 516 w 1853"/>
              <a:gd name="T17" fmla="*/ 1657 h 1709"/>
              <a:gd name="T18" fmla="*/ 519 w 1853"/>
              <a:gd name="T19" fmla="*/ 887 h 1709"/>
              <a:gd name="T20" fmla="*/ 40 w 1853"/>
              <a:gd name="T21" fmla="*/ 727 h 1709"/>
              <a:gd name="T22" fmla="*/ 40 w 1853"/>
              <a:gd name="T23" fmla="*/ 688 h 1709"/>
              <a:gd name="T24" fmla="*/ 521 w 1853"/>
              <a:gd name="T25" fmla="*/ 510 h 1709"/>
              <a:gd name="T26" fmla="*/ 521 w 1853"/>
              <a:gd name="T27" fmla="*/ 510 h 1709"/>
              <a:gd name="T28" fmla="*/ 523 w 1853"/>
              <a:gd name="T29" fmla="*/ 217 h 1709"/>
              <a:gd name="T30" fmla="*/ 42 w 1853"/>
              <a:gd name="T31" fmla="*/ 126 h 1709"/>
              <a:gd name="T32" fmla="*/ 849 w 1853"/>
              <a:gd name="T33" fmla="*/ 1386 h 1709"/>
              <a:gd name="T34" fmla="*/ 1021 w 1853"/>
              <a:gd name="T35" fmla="*/ 945 h 1709"/>
              <a:gd name="T36" fmla="*/ 1021 w 1853"/>
              <a:gd name="T37" fmla="*/ 945 h 1709"/>
              <a:gd name="T38" fmla="*/ 1022 w 1853"/>
              <a:gd name="T39" fmla="*/ 733 h 1709"/>
              <a:gd name="T40" fmla="*/ 854 w 1853"/>
              <a:gd name="T41" fmla="*/ 621 h 1709"/>
              <a:gd name="T42" fmla="*/ 854 w 1853"/>
              <a:gd name="T43" fmla="*/ 591 h 1709"/>
              <a:gd name="T44" fmla="*/ 1024 w 1853"/>
              <a:gd name="T45" fmla="*/ 459 h 1709"/>
              <a:gd name="T46" fmla="*/ 1024 w 1853"/>
              <a:gd name="T47" fmla="*/ 459 h 1709"/>
              <a:gd name="T48" fmla="*/ 1024 w 1853"/>
              <a:gd name="T49" fmla="*/ 246 h 1709"/>
              <a:gd name="T50" fmla="*/ 1263 w 1853"/>
              <a:gd name="T51" fmla="*/ 929 h 1709"/>
              <a:gd name="T52" fmla="*/ 1263 w 1853"/>
              <a:gd name="T53" fmla="*/ 905 h 1709"/>
              <a:gd name="T54" fmla="*/ 1332 w 1853"/>
              <a:gd name="T55" fmla="*/ 816 h 1709"/>
              <a:gd name="T56" fmla="*/ 1332 w 1853"/>
              <a:gd name="T57" fmla="*/ 816 h 1709"/>
              <a:gd name="T58" fmla="*/ 1334 w 1853"/>
              <a:gd name="T59" fmla="*/ 654 h 1709"/>
              <a:gd name="T60" fmla="*/ 1266 w 1853"/>
              <a:gd name="T61" fmla="*/ 567 h 1709"/>
              <a:gd name="T62" fmla="*/ 1266 w 1853"/>
              <a:gd name="T63" fmla="*/ 545 h 1709"/>
              <a:gd name="T64" fmla="*/ 1335 w 1853"/>
              <a:gd name="T65" fmla="*/ 444 h 1709"/>
              <a:gd name="T66" fmla="*/ 1335 w 1853"/>
              <a:gd name="T67" fmla="*/ 444 h 1709"/>
              <a:gd name="T68" fmla="*/ 1564 w 1853"/>
              <a:gd name="T69" fmla="*/ 897 h 1709"/>
              <a:gd name="T70" fmla="*/ 1517 w 1853"/>
              <a:gd name="T71" fmla="*/ 824 h 1709"/>
              <a:gd name="T72" fmla="*/ 1517 w 1853"/>
              <a:gd name="T73" fmla="*/ 806 h 1709"/>
              <a:gd name="T74" fmla="*/ 1564 w 1853"/>
              <a:gd name="T75" fmla="*/ 735 h 1709"/>
              <a:gd name="T76" fmla="*/ 1564 w 1853"/>
              <a:gd name="T77" fmla="*/ 735 h 1709"/>
              <a:gd name="T78" fmla="*/ 1566 w 1853"/>
              <a:gd name="T79" fmla="*/ 611 h 1709"/>
              <a:gd name="T80" fmla="*/ 1520 w 1853"/>
              <a:gd name="T81" fmla="*/ 543 h 1709"/>
              <a:gd name="T82" fmla="*/ 1520 w 1853"/>
              <a:gd name="T83" fmla="*/ 527 h 1709"/>
              <a:gd name="T84" fmla="*/ 1739 w 1853"/>
              <a:gd name="T85" fmla="*/ 1071 h 1709"/>
              <a:gd name="T86" fmla="*/ 1739 w 1853"/>
              <a:gd name="T87" fmla="*/ 1071 h 1709"/>
              <a:gd name="T88" fmla="*/ 1741 w 1853"/>
              <a:gd name="T89" fmla="*/ 814 h 1709"/>
              <a:gd name="T90" fmla="*/ 1707 w 1853"/>
              <a:gd name="T91" fmla="*/ 760 h 1709"/>
              <a:gd name="T92" fmla="*/ 1707 w 1853"/>
              <a:gd name="T93" fmla="*/ 745 h 1709"/>
              <a:gd name="T94" fmla="*/ 1741 w 1853"/>
              <a:gd name="T95" fmla="*/ 690 h 1709"/>
              <a:gd name="T96" fmla="*/ 1741 w 1853"/>
              <a:gd name="T97" fmla="*/ 690 h 1709"/>
              <a:gd name="T98" fmla="*/ 1742 w 1853"/>
              <a:gd name="T99" fmla="*/ 592 h 1709"/>
              <a:gd name="T100" fmla="*/ 1709 w 1853"/>
              <a:gd name="T101" fmla="*/ 542 h 17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853" h="1709">
                <a:moveTo>
                  <a:pt x="1757" y="520"/>
                </a:moveTo>
                <a:lnTo>
                  <a:pt x="1709" y="528"/>
                </a:lnTo>
                <a:lnTo>
                  <a:pt x="1709" y="498"/>
                </a:lnTo>
                <a:lnTo>
                  <a:pt x="1586" y="444"/>
                </a:lnTo>
                <a:lnTo>
                  <a:pt x="1520" y="456"/>
                </a:lnTo>
                <a:lnTo>
                  <a:pt x="1520" y="416"/>
                </a:lnTo>
                <a:lnTo>
                  <a:pt x="1360" y="348"/>
                </a:lnTo>
                <a:lnTo>
                  <a:pt x="1266" y="364"/>
                </a:lnTo>
                <a:lnTo>
                  <a:pt x="1268" y="300"/>
                </a:lnTo>
                <a:lnTo>
                  <a:pt x="1059" y="209"/>
                </a:lnTo>
                <a:lnTo>
                  <a:pt x="858" y="242"/>
                </a:lnTo>
                <a:lnTo>
                  <a:pt x="858" y="123"/>
                </a:lnTo>
                <a:lnTo>
                  <a:pt x="572" y="0"/>
                </a:lnTo>
                <a:lnTo>
                  <a:pt x="5" y="93"/>
                </a:lnTo>
                <a:lnTo>
                  <a:pt x="0" y="1599"/>
                </a:lnTo>
                <a:lnTo>
                  <a:pt x="562" y="1709"/>
                </a:lnTo>
                <a:lnTo>
                  <a:pt x="847" y="1566"/>
                </a:lnTo>
                <a:lnTo>
                  <a:pt x="849" y="1415"/>
                </a:lnTo>
                <a:lnTo>
                  <a:pt x="1051" y="1455"/>
                </a:lnTo>
                <a:lnTo>
                  <a:pt x="1260" y="1351"/>
                </a:lnTo>
                <a:lnTo>
                  <a:pt x="1261" y="1280"/>
                </a:lnTo>
                <a:lnTo>
                  <a:pt x="1355" y="1298"/>
                </a:lnTo>
                <a:lnTo>
                  <a:pt x="1515" y="1218"/>
                </a:lnTo>
                <a:lnTo>
                  <a:pt x="1515" y="1166"/>
                </a:lnTo>
                <a:lnTo>
                  <a:pt x="1583" y="1179"/>
                </a:lnTo>
                <a:lnTo>
                  <a:pt x="1705" y="1119"/>
                </a:lnTo>
                <a:lnTo>
                  <a:pt x="1705" y="1080"/>
                </a:lnTo>
                <a:lnTo>
                  <a:pt x="1754" y="1088"/>
                </a:lnTo>
                <a:lnTo>
                  <a:pt x="1850" y="1041"/>
                </a:lnTo>
                <a:lnTo>
                  <a:pt x="1853" y="560"/>
                </a:lnTo>
                <a:lnTo>
                  <a:pt x="1757" y="520"/>
                </a:lnTo>
                <a:close/>
                <a:moveTo>
                  <a:pt x="516" y="1657"/>
                </a:moveTo>
                <a:lnTo>
                  <a:pt x="37" y="1569"/>
                </a:lnTo>
                <a:lnTo>
                  <a:pt x="38" y="1024"/>
                </a:lnTo>
                <a:lnTo>
                  <a:pt x="519" y="1053"/>
                </a:lnTo>
                <a:lnTo>
                  <a:pt x="516" y="1657"/>
                </a:lnTo>
                <a:close/>
                <a:moveTo>
                  <a:pt x="519" y="1009"/>
                </a:moveTo>
                <a:lnTo>
                  <a:pt x="38" y="987"/>
                </a:lnTo>
                <a:lnTo>
                  <a:pt x="38" y="876"/>
                </a:lnTo>
                <a:lnTo>
                  <a:pt x="519" y="887"/>
                </a:lnTo>
                <a:lnTo>
                  <a:pt x="519" y="1009"/>
                </a:lnTo>
                <a:close/>
                <a:moveTo>
                  <a:pt x="519" y="843"/>
                </a:moveTo>
                <a:lnTo>
                  <a:pt x="38" y="838"/>
                </a:lnTo>
                <a:lnTo>
                  <a:pt x="40" y="727"/>
                </a:lnTo>
                <a:lnTo>
                  <a:pt x="521" y="720"/>
                </a:lnTo>
                <a:lnTo>
                  <a:pt x="519" y="843"/>
                </a:lnTo>
                <a:close/>
                <a:moveTo>
                  <a:pt x="521" y="676"/>
                </a:moveTo>
                <a:lnTo>
                  <a:pt x="40" y="688"/>
                </a:lnTo>
                <a:lnTo>
                  <a:pt x="40" y="577"/>
                </a:lnTo>
                <a:lnTo>
                  <a:pt x="521" y="552"/>
                </a:lnTo>
                <a:lnTo>
                  <a:pt x="521" y="676"/>
                </a:lnTo>
                <a:close/>
                <a:moveTo>
                  <a:pt x="521" y="510"/>
                </a:moveTo>
                <a:lnTo>
                  <a:pt x="40" y="538"/>
                </a:lnTo>
                <a:lnTo>
                  <a:pt x="40" y="426"/>
                </a:lnTo>
                <a:lnTo>
                  <a:pt x="523" y="385"/>
                </a:lnTo>
                <a:lnTo>
                  <a:pt x="521" y="510"/>
                </a:lnTo>
                <a:close/>
                <a:moveTo>
                  <a:pt x="523" y="342"/>
                </a:moveTo>
                <a:lnTo>
                  <a:pt x="40" y="387"/>
                </a:lnTo>
                <a:lnTo>
                  <a:pt x="40" y="276"/>
                </a:lnTo>
                <a:lnTo>
                  <a:pt x="523" y="217"/>
                </a:lnTo>
                <a:lnTo>
                  <a:pt x="523" y="342"/>
                </a:lnTo>
                <a:close/>
                <a:moveTo>
                  <a:pt x="524" y="175"/>
                </a:moveTo>
                <a:lnTo>
                  <a:pt x="42" y="237"/>
                </a:lnTo>
                <a:lnTo>
                  <a:pt x="42" y="126"/>
                </a:lnTo>
                <a:lnTo>
                  <a:pt x="524" y="51"/>
                </a:lnTo>
                <a:lnTo>
                  <a:pt x="524" y="175"/>
                </a:lnTo>
                <a:close/>
                <a:moveTo>
                  <a:pt x="1019" y="1416"/>
                </a:moveTo>
                <a:lnTo>
                  <a:pt x="849" y="1386"/>
                </a:lnTo>
                <a:lnTo>
                  <a:pt x="852" y="967"/>
                </a:lnTo>
                <a:lnTo>
                  <a:pt x="1021" y="976"/>
                </a:lnTo>
                <a:lnTo>
                  <a:pt x="1019" y="1416"/>
                </a:lnTo>
                <a:close/>
                <a:moveTo>
                  <a:pt x="1021" y="945"/>
                </a:moveTo>
                <a:lnTo>
                  <a:pt x="852" y="937"/>
                </a:lnTo>
                <a:lnTo>
                  <a:pt x="852" y="851"/>
                </a:lnTo>
                <a:lnTo>
                  <a:pt x="1021" y="855"/>
                </a:lnTo>
                <a:lnTo>
                  <a:pt x="1021" y="945"/>
                </a:lnTo>
                <a:close/>
                <a:moveTo>
                  <a:pt x="1021" y="824"/>
                </a:moveTo>
                <a:lnTo>
                  <a:pt x="852" y="821"/>
                </a:lnTo>
                <a:lnTo>
                  <a:pt x="854" y="735"/>
                </a:lnTo>
                <a:lnTo>
                  <a:pt x="1022" y="733"/>
                </a:lnTo>
                <a:lnTo>
                  <a:pt x="1021" y="824"/>
                </a:lnTo>
                <a:close/>
                <a:moveTo>
                  <a:pt x="1022" y="702"/>
                </a:moveTo>
                <a:lnTo>
                  <a:pt x="854" y="707"/>
                </a:lnTo>
                <a:lnTo>
                  <a:pt x="854" y="621"/>
                </a:lnTo>
                <a:lnTo>
                  <a:pt x="1022" y="612"/>
                </a:lnTo>
                <a:lnTo>
                  <a:pt x="1022" y="702"/>
                </a:lnTo>
                <a:close/>
                <a:moveTo>
                  <a:pt x="1022" y="580"/>
                </a:moveTo>
                <a:lnTo>
                  <a:pt x="854" y="591"/>
                </a:lnTo>
                <a:lnTo>
                  <a:pt x="856" y="505"/>
                </a:lnTo>
                <a:lnTo>
                  <a:pt x="1024" y="490"/>
                </a:lnTo>
                <a:lnTo>
                  <a:pt x="1022" y="580"/>
                </a:lnTo>
                <a:close/>
                <a:moveTo>
                  <a:pt x="1024" y="459"/>
                </a:moveTo>
                <a:lnTo>
                  <a:pt x="856" y="475"/>
                </a:lnTo>
                <a:lnTo>
                  <a:pt x="856" y="389"/>
                </a:lnTo>
                <a:lnTo>
                  <a:pt x="1024" y="369"/>
                </a:lnTo>
                <a:lnTo>
                  <a:pt x="1024" y="459"/>
                </a:lnTo>
                <a:close/>
                <a:moveTo>
                  <a:pt x="1024" y="337"/>
                </a:moveTo>
                <a:lnTo>
                  <a:pt x="856" y="359"/>
                </a:lnTo>
                <a:lnTo>
                  <a:pt x="856" y="273"/>
                </a:lnTo>
                <a:lnTo>
                  <a:pt x="1024" y="246"/>
                </a:lnTo>
                <a:lnTo>
                  <a:pt x="1024" y="337"/>
                </a:lnTo>
                <a:close/>
                <a:moveTo>
                  <a:pt x="1330" y="1270"/>
                </a:moveTo>
                <a:lnTo>
                  <a:pt x="1261" y="1256"/>
                </a:lnTo>
                <a:lnTo>
                  <a:pt x="1263" y="929"/>
                </a:lnTo>
                <a:lnTo>
                  <a:pt x="1332" y="934"/>
                </a:lnTo>
                <a:lnTo>
                  <a:pt x="1330" y="1270"/>
                </a:lnTo>
                <a:close/>
                <a:moveTo>
                  <a:pt x="1332" y="908"/>
                </a:moveTo>
                <a:lnTo>
                  <a:pt x="1263" y="905"/>
                </a:lnTo>
                <a:lnTo>
                  <a:pt x="1263" y="839"/>
                </a:lnTo>
                <a:lnTo>
                  <a:pt x="1332" y="841"/>
                </a:lnTo>
                <a:lnTo>
                  <a:pt x="1332" y="908"/>
                </a:lnTo>
                <a:close/>
                <a:moveTo>
                  <a:pt x="1332" y="816"/>
                </a:moveTo>
                <a:lnTo>
                  <a:pt x="1265" y="816"/>
                </a:lnTo>
                <a:lnTo>
                  <a:pt x="1265" y="749"/>
                </a:lnTo>
                <a:lnTo>
                  <a:pt x="1334" y="747"/>
                </a:lnTo>
                <a:lnTo>
                  <a:pt x="1332" y="816"/>
                </a:lnTo>
                <a:close/>
                <a:moveTo>
                  <a:pt x="1334" y="723"/>
                </a:moveTo>
                <a:lnTo>
                  <a:pt x="1265" y="725"/>
                </a:lnTo>
                <a:lnTo>
                  <a:pt x="1265" y="658"/>
                </a:lnTo>
                <a:lnTo>
                  <a:pt x="1334" y="654"/>
                </a:lnTo>
                <a:lnTo>
                  <a:pt x="1334" y="723"/>
                </a:lnTo>
                <a:close/>
                <a:moveTo>
                  <a:pt x="1334" y="631"/>
                </a:moveTo>
                <a:lnTo>
                  <a:pt x="1265" y="634"/>
                </a:lnTo>
                <a:lnTo>
                  <a:pt x="1266" y="567"/>
                </a:lnTo>
                <a:lnTo>
                  <a:pt x="1334" y="562"/>
                </a:lnTo>
                <a:lnTo>
                  <a:pt x="1334" y="631"/>
                </a:lnTo>
                <a:close/>
                <a:moveTo>
                  <a:pt x="1334" y="538"/>
                </a:moveTo>
                <a:lnTo>
                  <a:pt x="1266" y="545"/>
                </a:lnTo>
                <a:lnTo>
                  <a:pt x="1266" y="478"/>
                </a:lnTo>
                <a:lnTo>
                  <a:pt x="1335" y="469"/>
                </a:lnTo>
                <a:lnTo>
                  <a:pt x="1334" y="538"/>
                </a:lnTo>
                <a:close/>
                <a:moveTo>
                  <a:pt x="1335" y="444"/>
                </a:moveTo>
                <a:lnTo>
                  <a:pt x="1266" y="454"/>
                </a:lnTo>
                <a:lnTo>
                  <a:pt x="1266" y="387"/>
                </a:lnTo>
                <a:lnTo>
                  <a:pt x="1335" y="375"/>
                </a:lnTo>
                <a:lnTo>
                  <a:pt x="1335" y="444"/>
                </a:lnTo>
                <a:close/>
                <a:moveTo>
                  <a:pt x="1562" y="1157"/>
                </a:moveTo>
                <a:lnTo>
                  <a:pt x="1515" y="1149"/>
                </a:lnTo>
                <a:lnTo>
                  <a:pt x="1517" y="895"/>
                </a:lnTo>
                <a:lnTo>
                  <a:pt x="1564" y="897"/>
                </a:lnTo>
                <a:lnTo>
                  <a:pt x="1562" y="1157"/>
                </a:lnTo>
                <a:close/>
                <a:moveTo>
                  <a:pt x="1564" y="878"/>
                </a:moveTo>
                <a:lnTo>
                  <a:pt x="1517" y="876"/>
                </a:lnTo>
                <a:lnTo>
                  <a:pt x="1517" y="824"/>
                </a:lnTo>
                <a:lnTo>
                  <a:pt x="1564" y="826"/>
                </a:lnTo>
                <a:lnTo>
                  <a:pt x="1564" y="878"/>
                </a:lnTo>
                <a:close/>
                <a:moveTo>
                  <a:pt x="1564" y="807"/>
                </a:moveTo>
                <a:lnTo>
                  <a:pt x="1517" y="806"/>
                </a:lnTo>
                <a:lnTo>
                  <a:pt x="1519" y="755"/>
                </a:lnTo>
                <a:lnTo>
                  <a:pt x="1564" y="754"/>
                </a:lnTo>
                <a:lnTo>
                  <a:pt x="1564" y="807"/>
                </a:lnTo>
                <a:close/>
                <a:moveTo>
                  <a:pt x="1564" y="735"/>
                </a:moveTo>
                <a:lnTo>
                  <a:pt x="1519" y="737"/>
                </a:lnTo>
                <a:lnTo>
                  <a:pt x="1519" y="685"/>
                </a:lnTo>
                <a:lnTo>
                  <a:pt x="1566" y="683"/>
                </a:lnTo>
                <a:lnTo>
                  <a:pt x="1564" y="735"/>
                </a:lnTo>
                <a:close/>
                <a:moveTo>
                  <a:pt x="1566" y="663"/>
                </a:moveTo>
                <a:lnTo>
                  <a:pt x="1519" y="666"/>
                </a:lnTo>
                <a:lnTo>
                  <a:pt x="1519" y="614"/>
                </a:lnTo>
                <a:lnTo>
                  <a:pt x="1566" y="611"/>
                </a:lnTo>
                <a:lnTo>
                  <a:pt x="1566" y="663"/>
                </a:lnTo>
                <a:close/>
                <a:moveTo>
                  <a:pt x="1566" y="592"/>
                </a:moveTo>
                <a:lnTo>
                  <a:pt x="1519" y="596"/>
                </a:lnTo>
                <a:lnTo>
                  <a:pt x="1520" y="543"/>
                </a:lnTo>
                <a:lnTo>
                  <a:pt x="1566" y="538"/>
                </a:lnTo>
                <a:lnTo>
                  <a:pt x="1566" y="592"/>
                </a:lnTo>
                <a:close/>
                <a:moveTo>
                  <a:pt x="1566" y="520"/>
                </a:moveTo>
                <a:lnTo>
                  <a:pt x="1520" y="527"/>
                </a:lnTo>
                <a:lnTo>
                  <a:pt x="1520" y="473"/>
                </a:lnTo>
                <a:lnTo>
                  <a:pt x="1566" y="466"/>
                </a:lnTo>
                <a:lnTo>
                  <a:pt x="1566" y="520"/>
                </a:lnTo>
                <a:close/>
                <a:moveTo>
                  <a:pt x="1739" y="1071"/>
                </a:moveTo>
                <a:lnTo>
                  <a:pt x="1705" y="1065"/>
                </a:lnTo>
                <a:lnTo>
                  <a:pt x="1707" y="868"/>
                </a:lnTo>
                <a:lnTo>
                  <a:pt x="1741" y="870"/>
                </a:lnTo>
                <a:lnTo>
                  <a:pt x="1739" y="1071"/>
                </a:lnTo>
                <a:close/>
                <a:moveTo>
                  <a:pt x="1741" y="856"/>
                </a:moveTo>
                <a:lnTo>
                  <a:pt x="1707" y="855"/>
                </a:lnTo>
                <a:lnTo>
                  <a:pt x="1707" y="814"/>
                </a:lnTo>
                <a:lnTo>
                  <a:pt x="1741" y="814"/>
                </a:lnTo>
                <a:lnTo>
                  <a:pt x="1741" y="856"/>
                </a:lnTo>
                <a:close/>
                <a:moveTo>
                  <a:pt x="1741" y="801"/>
                </a:moveTo>
                <a:lnTo>
                  <a:pt x="1707" y="801"/>
                </a:lnTo>
                <a:lnTo>
                  <a:pt x="1707" y="760"/>
                </a:lnTo>
                <a:lnTo>
                  <a:pt x="1741" y="759"/>
                </a:lnTo>
                <a:lnTo>
                  <a:pt x="1741" y="801"/>
                </a:lnTo>
                <a:close/>
                <a:moveTo>
                  <a:pt x="1741" y="745"/>
                </a:moveTo>
                <a:lnTo>
                  <a:pt x="1707" y="745"/>
                </a:lnTo>
                <a:lnTo>
                  <a:pt x="1709" y="705"/>
                </a:lnTo>
                <a:lnTo>
                  <a:pt x="1741" y="703"/>
                </a:lnTo>
                <a:lnTo>
                  <a:pt x="1741" y="745"/>
                </a:lnTo>
                <a:close/>
                <a:moveTo>
                  <a:pt x="1741" y="690"/>
                </a:moveTo>
                <a:lnTo>
                  <a:pt x="1709" y="691"/>
                </a:lnTo>
                <a:lnTo>
                  <a:pt x="1709" y="651"/>
                </a:lnTo>
                <a:lnTo>
                  <a:pt x="1742" y="648"/>
                </a:lnTo>
                <a:lnTo>
                  <a:pt x="1741" y="690"/>
                </a:lnTo>
                <a:close/>
                <a:moveTo>
                  <a:pt x="1742" y="634"/>
                </a:moveTo>
                <a:lnTo>
                  <a:pt x="1709" y="638"/>
                </a:lnTo>
                <a:lnTo>
                  <a:pt x="1709" y="597"/>
                </a:lnTo>
                <a:lnTo>
                  <a:pt x="1742" y="592"/>
                </a:lnTo>
                <a:lnTo>
                  <a:pt x="1742" y="634"/>
                </a:lnTo>
                <a:close/>
                <a:moveTo>
                  <a:pt x="1742" y="579"/>
                </a:moveTo>
                <a:lnTo>
                  <a:pt x="1709" y="582"/>
                </a:lnTo>
                <a:lnTo>
                  <a:pt x="1709" y="542"/>
                </a:lnTo>
                <a:lnTo>
                  <a:pt x="1742" y="537"/>
                </a:lnTo>
                <a:lnTo>
                  <a:pt x="1742" y="579"/>
                </a:lnTo>
                <a:close/>
              </a:path>
            </a:pathLst>
          </a:custGeom>
          <a:solidFill>
            <a:schemeClr val="accent1"/>
          </a:solidFill>
          <a:ln>
            <a:noFill/>
          </a:ln>
        </p:spPr>
        <p:txBody>
          <a:bodyPr vert="horz" wrap="square" lIns="68580" tIns="34290" rIns="68580" bIns="34290" numCol="1" anchor="t" anchorCtr="0" compatLnSpc="1">
            <a:prstTxWarp prst="textNoShape">
              <a:avLst/>
            </a:prstTxWarp>
          </a:bodyPr>
          <a:lstStyle/>
          <a:p>
            <a:endParaRPr lang="en-GB" sz="1800" dirty="0">
              <a:solidFill>
                <a:srgbClr val="505050"/>
              </a:solidFill>
            </a:endParaRPr>
          </a:p>
        </p:txBody>
      </p:sp>
      <p:grpSp>
        <p:nvGrpSpPr>
          <p:cNvPr id="85" name="Group 84"/>
          <p:cNvGrpSpPr/>
          <p:nvPr/>
        </p:nvGrpSpPr>
        <p:grpSpPr>
          <a:xfrm>
            <a:off x="7951619" y="1175584"/>
            <a:ext cx="677582" cy="599305"/>
            <a:chOff x="6598260" y="4590950"/>
            <a:chExt cx="349473" cy="304226"/>
          </a:xfrm>
          <a:solidFill>
            <a:schemeClr val="accent1"/>
          </a:solidFill>
        </p:grpSpPr>
        <p:sp>
          <p:nvSpPr>
            <p:cNvPr id="86" name="Freeform 5"/>
            <p:cNvSpPr>
              <a:spLocks/>
            </p:cNvSpPr>
            <p:nvPr/>
          </p:nvSpPr>
          <p:spPr bwMode="auto">
            <a:xfrm>
              <a:off x="6691674" y="4700437"/>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87" name="Freeform 6"/>
            <p:cNvSpPr>
              <a:spLocks/>
            </p:cNvSpPr>
            <p:nvPr/>
          </p:nvSpPr>
          <p:spPr bwMode="auto">
            <a:xfrm>
              <a:off x="6691674" y="4696542"/>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89" name="Freeform 7"/>
            <p:cNvSpPr>
              <a:spLocks/>
            </p:cNvSpPr>
            <p:nvPr/>
          </p:nvSpPr>
          <p:spPr bwMode="auto">
            <a:xfrm>
              <a:off x="6833929" y="4685290"/>
              <a:ext cx="0" cy="0"/>
            </a:xfrm>
            <a:custGeom>
              <a:avLst/>
              <a:gdLst/>
              <a:ahLst/>
              <a:cxnLst>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cubicBezTo>
                    <a:pt x="0" y="0"/>
                    <a:pt x="0" y="0"/>
                    <a:pt x="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95" name="Freeform 8"/>
            <p:cNvSpPr>
              <a:spLocks/>
            </p:cNvSpPr>
            <p:nvPr/>
          </p:nvSpPr>
          <p:spPr bwMode="auto">
            <a:xfrm>
              <a:off x="6738144" y="4641582"/>
              <a:ext cx="0" cy="433"/>
            </a:xfrm>
            <a:custGeom>
              <a:avLst/>
              <a:gdLst>
                <a:gd name="T0" fmla="*/ 1 h 1"/>
                <a:gd name="T1" fmla="*/ 0 h 1"/>
                <a:gd name="T2" fmla="*/ 0 h 1"/>
                <a:gd name="T3" fmla="*/ 1 h 1"/>
              </a:gdLst>
              <a:ahLst/>
              <a:cxnLst>
                <a:cxn ang="0">
                  <a:pos x="0" y="T0"/>
                </a:cxn>
                <a:cxn ang="0">
                  <a:pos x="0" y="T1"/>
                </a:cxn>
                <a:cxn ang="0">
                  <a:pos x="0" y="T2"/>
                </a:cxn>
                <a:cxn ang="0">
                  <a:pos x="0" y="T3"/>
                </a:cxn>
              </a:cxnLst>
              <a:rect l="0" t="0" r="r" b="b"/>
              <a:pathLst>
                <a:path h="1">
                  <a:moveTo>
                    <a:pt x="0" y="1"/>
                  </a:moveTo>
                  <a:cubicBezTo>
                    <a:pt x="0" y="1"/>
                    <a:pt x="0" y="1"/>
                    <a:pt x="0" y="0"/>
                  </a:cubicBezTo>
                  <a:cubicBezTo>
                    <a:pt x="0" y="0"/>
                    <a:pt x="0" y="0"/>
                    <a:pt x="0" y="0"/>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96" name="Freeform 9"/>
            <p:cNvSpPr>
              <a:spLocks/>
            </p:cNvSpPr>
            <p:nvPr/>
          </p:nvSpPr>
          <p:spPr bwMode="auto">
            <a:xfrm>
              <a:off x="6770389" y="4717747"/>
              <a:ext cx="0" cy="433"/>
            </a:xfrm>
            <a:custGeom>
              <a:avLst/>
              <a:gdLst>
                <a:gd name="T0" fmla="*/ 1 h 1"/>
                <a:gd name="T1" fmla="*/ 0 h 1"/>
                <a:gd name="T2" fmla="*/ 1 h 1"/>
                <a:gd name="T3" fmla="*/ 1 h 1"/>
              </a:gdLst>
              <a:ahLst/>
              <a:cxnLst>
                <a:cxn ang="0">
                  <a:pos x="0" y="T0"/>
                </a:cxn>
                <a:cxn ang="0">
                  <a:pos x="0" y="T1"/>
                </a:cxn>
                <a:cxn ang="0">
                  <a:pos x="0" y="T2"/>
                </a:cxn>
                <a:cxn ang="0">
                  <a:pos x="0" y="T3"/>
                </a:cxn>
              </a:cxnLst>
              <a:rect l="0" t="0" r="r" b="b"/>
              <a:pathLst>
                <a:path h="1">
                  <a:moveTo>
                    <a:pt x="0" y="1"/>
                  </a:moveTo>
                  <a:cubicBezTo>
                    <a:pt x="0" y="1"/>
                    <a:pt x="0" y="0"/>
                    <a:pt x="0" y="0"/>
                  </a:cubicBezTo>
                  <a:cubicBezTo>
                    <a:pt x="0" y="1"/>
                    <a:pt x="0" y="1"/>
                    <a:pt x="0" y="1"/>
                  </a:cubicBezTo>
                  <a:cubicBezTo>
                    <a:pt x="0" y="1"/>
                    <a:pt x="0" y="1"/>
                    <a:pt x="0" y="1"/>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98" name="Freeform 10"/>
            <p:cNvSpPr>
              <a:spLocks noEditPoints="1"/>
            </p:cNvSpPr>
            <p:nvPr/>
          </p:nvSpPr>
          <p:spPr bwMode="auto">
            <a:xfrm>
              <a:off x="6645204" y="4590950"/>
              <a:ext cx="245627" cy="152329"/>
            </a:xfrm>
            <a:custGeom>
              <a:avLst/>
              <a:gdLst>
                <a:gd name="T0" fmla="*/ 804 w 913"/>
                <a:gd name="T1" fmla="*/ 236 h 620"/>
                <a:gd name="T2" fmla="*/ 765 w 913"/>
                <a:gd name="T3" fmla="*/ 243 h 620"/>
                <a:gd name="T4" fmla="*/ 763 w 913"/>
                <a:gd name="T5" fmla="*/ 193 h 620"/>
                <a:gd name="T6" fmla="*/ 522 w 913"/>
                <a:gd name="T7" fmla="*/ 18 h 620"/>
                <a:gd name="T8" fmla="*/ 368 w 913"/>
                <a:gd name="T9" fmla="*/ 129 h 620"/>
                <a:gd name="T10" fmla="*/ 368 w 913"/>
                <a:gd name="T11" fmla="*/ 129 h 620"/>
                <a:gd name="T12" fmla="*/ 276 w 913"/>
                <a:gd name="T13" fmla="*/ 82 h 620"/>
                <a:gd name="T14" fmla="*/ 130 w 913"/>
                <a:gd name="T15" fmla="*/ 206 h 620"/>
                <a:gd name="T16" fmla="*/ 138 w 913"/>
                <a:gd name="T17" fmla="*/ 262 h 620"/>
                <a:gd name="T18" fmla="*/ 138 w 913"/>
                <a:gd name="T19" fmla="*/ 262 h 620"/>
                <a:gd name="T20" fmla="*/ 22 w 913"/>
                <a:gd name="T21" fmla="*/ 333 h 620"/>
                <a:gd name="T22" fmla="*/ 86 w 913"/>
                <a:gd name="T23" fmla="*/ 476 h 620"/>
                <a:gd name="T24" fmla="*/ 174 w 913"/>
                <a:gd name="T25" fmla="*/ 472 h 620"/>
                <a:gd name="T26" fmla="*/ 174 w 913"/>
                <a:gd name="T27" fmla="*/ 472 h 620"/>
                <a:gd name="T28" fmla="*/ 188 w 913"/>
                <a:gd name="T29" fmla="*/ 512 h 620"/>
                <a:gd name="T30" fmla="*/ 398 w 913"/>
                <a:gd name="T31" fmla="*/ 582 h 620"/>
                <a:gd name="T32" fmla="*/ 452 w 913"/>
                <a:gd name="T33" fmla="*/ 538 h 620"/>
                <a:gd name="T34" fmla="*/ 567 w 913"/>
                <a:gd name="T35" fmla="*/ 576 h 620"/>
                <a:gd name="T36" fmla="*/ 637 w 913"/>
                <a:gd name="T37" fmla="*/ 500 h 620"/>
                <a:gd name="T38" fmla="*/ 731 w 913"/>
                <a:gd name="T39" fmla="*/ 506 h 620"/>
                <a:gd name="T40" fmla="*/ 768 w 913"/>
                <a:gd name="T41" fmla="*/ 448 h 620"/>
                <a:gd name="T42" fmla="*/ 804 w 913"/>
                <a:gd name="T43" fmla="*/ 454 h 620"/>
                <a:gd name="T44" fmla="*/ 913 w 913"/>
                <a:gd name="T45" fmla="*/ 346 h 620"/>
                <a:gd name="T46" fmla="*/ 804 w 913"/>
                <a:gd name="T47" fmla="*/ 236 h 620"/>
                <a:gd name="T48" fmla="*/ 172 w 913"/>
                <a:gd name="T49" fmla="*/ 446 h 620"/>
                <a:gd name="T50" fmla="*/ 172 w 913"/>
                <a:gd name="T51" fmla="*/ 446 h 620"/>
                <a:gd name="T52" fmla="*/ 172 w 913"/>
                <a:gd name="T53" fmla="*/ 446 h 620"/>
                <a:gd name="T54" fmla="*/ 172 w 913"/>
                <a:gd name="T55" fmla="*/ 446 h 620"/>
                <a:gd name="T56" fmla="*/ 172 w 913"/>
                <a:gd name="T57" fmla="*/ 431 h 620"/>
                <a:gd name="T58" fmla="*/ 172 w 913"/>
                <a:gd name="T59" fmla="*/ 431 h 620"/>
                <a:gd name="T60" fmla="*/ 172 w 913"/>
                <a:gd name="T61" fmla="*/ 431 h 620"/>
                <a:gd name="T62" fmla="*/ 172 w 913"/>
                <a:gd name="T63" fmla="*/ 431 h 620"/>
                <a:gd name="T64" fmla="*/ 345 w 913"/>
                <a:gd name="T65" fmla="*/ 208 h 620"/>
                <a:gd name="T66" fmla="*/ 345 w 913"/>
                <a:gd name="T67" fmla="*/ 207 h 620"/>
                <a:gd name="T68" fmla="*/ 345 w 913"/>
                <a:gd name="T69" fmla="*/ 207 h 620"/>
                <a:gd name="T70" fmla="*/ 345 w 913"/>
                <a:gd name="T71" fmla="*/ 208 h 620"/>
                <a:gd name="T72" fmla="*/ 465 w 913"/>
                <a:gd name="T73" fmla="*/ 518 h 620"/>
                <a:gd name="T74" fmla="*/ 465 w 913"/>
                <a:gd name="T75" fmla="*/ 518 h 620"/>
                <a:gd name="T76" fmla="*/ 465 w 913"/>
                <a:gd name="T77" fmla="*/ 517 h 620"/>
                <a:gd name="T78" fmla="*/ 465 w 913"/>
                <a:gd name="T79" fmla="*/ 518 h 620"/>
                <a:gd name="T80" fmla="*/ 702 w 913"/>
                <a:gd name="T81" fmla="*/ 385 h 620"/>
                <a:gd name="T82" fmla="*/ 702 w 913"/>
                <a:gd name="T83" fmla="*/ 385 h 620"/>
                <a:gd name="T84" fmla="*/ 702 w 913"/>
                <a:gd name="T85" fmla="*/ 385 h 620"/>
                <a:gd name="T86" fmla="*/ 702 w 913"/>
                <a:gd name="T87" fmla="*/ 385 h 6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913" h="620">
                  <a:moveTo>
                    <a:pt x="804" y="236"/>
                  </a:moveTo>
                  <a:cubicBezTo>
                    <a:pt x="791" y="236"/>
                    <a:pt x="778" y="239"/>
                    <a:pt x="765" y="243"/>
                  </a:cubicBezTo>
                  <a:cubicBezTo>
                    <a:pt x="767" y="227"/>
                    <a:pt x="766" y="210"/>
                    <a:pt x="763" y="193"/>
                  </a:cubicBezTo>
                  <a:cubicBezTo>
                    <a:pt x="745" y="78"/>
                    <a:pt x="637" y="0"/>
                    <a:pt x="522" y="18"/>
                  </a:cubicBezTo>
                  <a:cubicBezTo>
                    <a:pt x="453" y="29"/>
                    <a:pt x="398" y="72"/>
                    <a:pt x="368" y="129"/>
                  </a:cubicBezTo>
                  <a:cubicBezTo>
                    <a:pt x="368" y="129"/>
                    <a:pt x="368" y="129"/>
                    <a:pt x="368" y="129"/>
                  </a:cubicBezTo>
                  <a:cubicBezTo>
                    <a:pt x="346" y="102"/>
                    <a:pt x="314" y="85"/>
                    <a:pt x="276" y="82"/>
                  </a:cubicBezTo>
                  <a:cubicBezTo>
                    <a:pt x="202" y="75"/>
                    <a:pt x="136" y="131"/>
                    <a:pt x="130" y="206"/>
                  </a:cubicBezTo>
                  <a:cubicBezTo>
                    <a:pt x="128" y="225"/>
                    <a:pt x="131" y="245"/>
                    <a:pt x="138" y="262"/>
                  </a:cubicBezTo>
                  <a:cubicBezTo>
                    <a:pt x="138" y="262"/>
                    <a:pt x="138" y="262"/>
                    <a:pt x="138" y="262"/>
                  </a:cubicBezTo>
                  <a:cubicBezTo>
                    <a:pt x="89" y="257"/>
                    <a:pt x="41" y="285"/>
                    <a:pt x="22" y="333"/>
                  </a:cubicBezTo>
                  <a:cubicBezTo>
                    <a:pt x="0" y="390"/>
                    <a:pt x="29" y="454"/>
                    <a:pt x="86" y="476"/>
                  </a:cubicBezTo>
                  <a:cubicBezTo>
                    <a:pt x="116" y="488"/>
                    <a:pt x="148" y="485"/>
                    <a:pt x="174" y="472"/>
                  </a:cubicBezTo>
                  <a:cubicBezTo>
                    <a:pt x="174" y="472"/>
                    <a:pt x="174" y="472"/>
                    <a:pt x="174" y="472"/>
                  </a:cubicBezTo>
                  <a:cubicBezTo>
                    <a:pt x="177" y="485"/>
                    <a:pt x="182" y="499"/>
                    <a:pt x="188" y="512"/>
                  </a:cubicBezTo>
                  <a:cubicBezTo>
                    <a:pt x="227" y="589"/>
                    <a:pt x="321" y="620"/>
                    <a:pt x="398" y="582"/>
                  </a:cubicBezTo>
                  <a:cubicBezTo>
                    <a:pt x="420" y="571"/>
                    <a:pt x="438" y="556"/>
                    <a:pt x="452" y="538"/>
                  </a:cubicBezTo>
                  <a:cubicBezTo>
                    <a:pt x="477" y="573"/>
                    <a:pt x="523" y="590"/>
                    <a:pt x="567" y="576"/>
                  </a:cubicBezTo>
                  <a:cubicBezTo>
                    <a:pt x="604" y="565"/>
                    <a:pt x="629" y="535"/>
                    <a:pt x="637" y="500"/>
                  </a:cubicBezTo>
                  <a:cubicBezTo>
                    <a:pt x="663" y="521"/>
                    <a:pt x="701" y="525"/>
                    <a:pt x="731" y="506"/>
                  </a:cubicBezTo>
                  <a:cubicBezTo>
                    <a:pt x="752" y="493"/>
                    <a:pt x="765" y="471"/>
                    <a:pt x="768" y="448"/>
                  </a:cubicBezTo>
                  <a:cubicBezTo>
                    <a:pt x="779" y="452"/>
                    <a:pt x="791" y="454"/>
                    <a:pt x="804" y="454"/>
                  </a:cubicBezTo>
                  <a:cubicBezTo>
                    <a:pt x="864" y="455"/>
                    <a:pt x="913" y="406"/>
                    <a:pt x="913" y="346"/>
                  </a:cubicBezTo>
                  <a:cubicBezTo>
                    <a:pt x="913" y="285"/>
                    <a:pt x="864" y="236"/>
                    <a:pt x="804" y="236"/>
                  </a:cubicBezTo>
                  <a:close/>
                  <a:moveTo>
                    <a:pt x="172" y="446"/>
                  </a:moveTo>
                  <a:cubicBezTo>
                    <a:pt x="172" y="446"/>
                    <a:pt x="172" y="446"/>
                    <a:pt x="172" y="446"/>
                  </a:cubicBezTo>
                  <a:cubicBezTo>
                    <a:pt x="172" y="446"/>
                    <a:pt x="172" y="446"/>
                    <a:pt x="172" y="446"/>
                  </a:cubicBezTo>
                  <a:cubicBezTo>
                    <a:pt x="172" y="446"/>
                    <a:pt x="172" y="446"/>
                    <a:pt x="172" y="446"/>
                  </a:cubicBezTo>
                  <a:close/>
                  <a:moveTo>
                    <a:pt x="172" y="431"/>
                  </a:moveTo>
                  <a:cubicBezTo>
                    <a:pt x="172" y="431"/>
                    <a:pt x="172" y="431"/>
                    <a:pt x="172" y="431"/>
                  </a:cubicBezTo>
                  <a:cubicBezTo>
                    <a:pt x="172" y="431"/>
                    <a:pt x="172" y="431"/>
                    <a:pt x="172" y="431"/>
                  </a:cubicBezTo>
                  <a:cubicBezTo>
                    <a:pt x="172" y="431"/>
                    <a:pt x="172" y="431"/>
                    <a:pt x="172" y="431"/>
                  </a:cubicBezTo>
                  <a:close/>
                  <a:moveTo>
                    <a:pt x="345" y="208"/>
                  </a:moveTo>
                  <a:cubicBezTo>
                    <a:pt x="345" y="208"/>
                    <a:pt x="345" y="208"/>
                    <a:pt x="345" y="207"/>
                  </a:cubicBezTo>
                  <a:cubicBezTo>
                    <a:pt x="345" y="207"/>
                    <a:pt x="345" y="207"/>
                    <a:pt x="345" y="207"/>
                  </a:cubicBezTo>
                  <a:cubicBezTo>
                    <a:pt x="345" y="208"/>
                    <a:pt x="345" y="208"/>
                    <a:pt x="345" y="208"/>
                  </a:cubicBezTo>
                  <a:close/>
                  <a:moveTo>
                    <a:pt x="465" y="518"/>
                  </a:moveTo>
                  <a:cubicBezTo>
                    <a:pt x="465" y="518"/>
                    <a:pt x="465" y="518"/>
                    <a:pt x="465" y="518"/>
                  </a:cubicBezTo>
                  <a:cubicBezTo>
                    <a:pt x="465" y="518"/>
                    <a:pt x="465" y="518"/>
                    <a:pt x="465" y="517"/>
                  </a:cubicBezTo>
                  <a:cubicBezTo>
                    <a:pt x="465" y="517"/>
                    <a:pt x="465" y="518"/>
                    <a:pt x="465" y="518"/>
                  </a:cubicBezTo>
                  <a:close/>
                  <a:moveTo>
                    <a:pt x="702" y="385"/>
                  </a:moveTo>
                  <a:cubicBezTo>
                    <a:pt x="702" y="385"/>
                    <a:pt x="702" y="385"/>
                    <a:pt x="702" y="385"/>
                  </a:cubicBezTo>
                  <a:cubicBezTo>
                    <a:pt x="702" y="385"/>
                    <a:pt x="702" y="385"/>
                    <a:pt x="702" y="385"/>
                  </a:cubicBezTo>
                  <a:cubicBezTo>
                    <a:pt x="702" y="385"/>
                    <a:pt x="702" y="385"/>
                    <a:pt x="702" y="385"/>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5" name="Freeform 11"/>
            <p:cNvSpPr>
              <a:spLocks noEditPoints="1"/>
            </p:cNvSpPr>
            <p:nvPr/>
          </p:nvSpPr>
          <p:spPr bwMode="auto">
            <a:xfrm>
              <a:off x="6598260" y="4706928"/>
              <a:ext cx="41728" cy="90013"/>
            </a:xfrm>
            <a:custGeom>
              <a:avLst/>
              <a:gdLst>
                <a:gd name="T0" fmla="*/ 79 w 155"/>
                <a:gd name="T1" fmla="*/ 328 h 368"/>
                <a:gd name="T2" fmla="*/ 114 w 155"/>
                <a:gd name="T3" fmla="*/ 293 h 368"/>
                <a:gd name="T4" fmla="*/ 113 w 155"/>
                <a:gd name="T5" fmla="*/ 74 h 368"/>
                <a:gd name="T6" fmla="*/ 154 w 155"/>
                <a:gd name="T7" fmla="*/ 116 h 368"/>
                <a:gd name="T8" fmla="*/ 154 w 155"/>
                <a:gd name="T9" fmla="*/ 0 h 368"/>
                <a:gd name="T10" fmla="*/ 38 w 155"/>
                <a:gd name="T11" fmla="*/ 0 h 368"/>
                <a:gd name="T12" fmla="*/ 78 w 155"/>
                <a:gd name="T13" fmla="*/ 40 h 368"/>
                <a:gd name="T14" fmla="*/ 79 w 155"/>
                <a:gd name="T15" fmla="*/ 328 h 368"/>
                <a:gd name="T16" fmla="*/ 39 w 155"/>
                <a:gd name="T17" fmla="*/ 368 h 368"/>
                <a:gd name="T18" fmla="*/ 155 w 155"/>
                <a:gd name="T19" fmla="*/ 368 h 368"/>
                <a:gd name="T20" fmla="*/ 155 w 155"/>
                <a:gd name="T21" fmla="*/ 253 h 368"/>
                <a:gd name="T22" fmla="*/ 39 w 155"/>
                <a:gd name="T23" fmla="*/ 368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9" y="328"/>
                  </a:moveTo>
                  <a:cubicBezTo>
                    <a:pt x="114" y="293"/>
                    <a:pt x="114" y="293"/>
                    <a:pt x="114" y="293"/>
                  </a:cubicBezTo>
                  <a:cubicBezTo>
                    <a:pt x="54" y="233"/>
                    <a:pt x="53" y="135"/>
                    <a:pt x="113" y="74"/>
                  </a:cubicBezTo>
                  <a:cubicBezTo>
                    <a:pt x="154" y="116"/>
                    <a:pt x="154" y="116"/>
                    <a:pt x="154" y="116"/>
                  </a:cubicBezTo>
                  <a:cubicBezTo>
                    <a:pt x="154" y="0"/>
                    <a:pt x="154" y="0"/>
                    <a:pt x="154" y="0"/>
                  </a:cubicBezTo>
                  <a:cubicBezTo>
                    <a:pt x="38" y="0"/>
                    <a:pt x="38" y="0"/>
                    <a:pt x="38" y="0"/>
                  </a:cubicBezTo>
                  <a:cubicBezTo>
                    <a:pt x="78" y="40"/>
                    <a:pt x="78" y="40"/>
                    <a:pt x="78" y="40"/>
                  </a:cubicBezTo>
                  <a:cubicBezTo>
                    <a:pt x="0" y="120"/>
                    <a:pt x="0" y="248"/>
                    <a:pt x="79" y="328"/>
                  </a:cubicBezTo>
                  <a:close/>
                  <a:moveTo>
                    <a:pt x="39" y="368"/>
                  </a:moveTo>
                  <a:cubicBezTo>
                    <a:pt x="155" y="368"/>
                    <a:pt x="155" y="368"/>
                    <a:pt x="155" y="368"/>
                  </a:cubicBezTo>
                  <a:cubicBezTo>
                    <a:pt x="155" y="253"/>
                    <a:pt x="155" y="253"/>
                    <a:pt x="155" y="253"/>
                  </a:cubicBezTo>
                  <a:lnTo>
                    <a:pt x="39" y="368"/>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6" name="Freeform 12"/>
            <p:cNvSpPr>
              <a:spLocks/>
            </p:cNvSpPr>
            <p:nvPr/>
          </p:nvSpPr>
          <p:spPr bwMode="auto">
            <a:xfrm>
              <a:off x="6673181" y="4822906"/>
              <a:ext cx="35564" cy="6059"/>
            </a:xfrm>
            <a:custGeom>
              <a:avLst/>
              <a:gdLst>
                <a:gd name="T0" fmla="*/ 120 w 132"/>
                <a:gd name="T1" fmla="*/ 0 h 25"/>
                <a:gd name="T2" fmla="*/ 12 w 132"/>
                <a:gd name="T3" fmla="*/ 0 h 25"/>
                <a:gd name="T4" fmla="*/ 0 w 132"/>
                <a:gd name="T5" fmla="*/ 13 h 25"/>
                <a:gd name="T6" fmla="*/ 12 w 132"/>
                <a:gd name="T7" fmla="*/ 25 h 25"/>
                <a:gd name="T8" fmla="*/ 120 w 132"/>
                <a:gd name="T9" fmla="*/ 25 h 25"/>
                <a:gd name="T10" fmla="*/ 132 w 132"/>
                <a:gd name="T11" fmla="*/ 13 h 25"/>
                <a:gd name="T12" fmla="*/ 120 w 132"/>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2" h="25">
                  <a:moveTo>
                    <a:pt x="120" y="0"/>
                  </a:moveTo>
                  <a:cubicBezTo>
                    <a:pt x="12" y="0"/>
                    <a:pt x="12" y="0"/>
                    <a:pt x="12" y="0"/>
                  </a:cubicBezTo>
                  <a:cubicBezTo>
                    <a:pt x="5" y="0"/>
                    <a:pt x="0" y="6"/>
                    <a:pt x="0" y="13"/>
                  </a:cubicBezTo>
                  <a:cubicBezTo>
                    <a:pt x="0" y="20"/>
                    <a:pt x="5" y="25"/>
                    <a:pt x="12" y="25"/>
                  </a:cubicBezTo>
                  <a:cubicBezTo>
                    <a:pt x="120" y="25"/>
                    <a:pt x="120" y="25"/>
                    <a:pt x="120" y="25"/>
                  </a:cubicBezTo>
                  <a:cubicBezTo>
                    <a:pt x="127" y="25"/>
                    <a:pt x="132" y="20"/>
                    <a:pt x="132" y="13"/>
                  </a:cubicBezTo>
                  <a:cubicBezTo>
                    <a:pt x="132"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7" name="Freeform 13"/>
            <p:cNvSpPr>
              <a:spLocks/>
            </p:cNvSpPr>
            <p:nvPr/>
          </p:nvSpPr>
          <p:spPr bwMode="auto">
            <a:xfrm>
              <a:off x="6649946" y="4836754"/>
              <a:ext cx="58799" cy="6491"/>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8" name="Freeform 14"/>
            <p:cNvSpPr>
              <a:spLocks/>
            </p:cNvSpPr>
            <p:nvPr/>
          </p:nvSpPr>
          <p:spPr bwMode="auto">
            <a:xfrm>
              <a:off x="6649946" y="4851035"/>
              <a:ext cx="58799" cy="6491"/>
            </a:xfrm>
            <a:custGeom>
              <a:avLst/>
              <a:gdLst>
                <a:gd name="T0" fmla="*/ 206 w 218"/>
                <a:gd name="T1" fmla="*/ 0 h 25"/>
                <a:gd name="T2" fmla="*/ 13 w 218"/>
                <a:gd name="T3" fmla="*/ 0 h 25"/>
                <a:gd name="T4" fmla="*/ 0 w 218"/>
                <a:gd name="T5" fmla="*/ 12 h 25"/>
                <a:gd name="T6" fmla="*/ 13 w 218"/>
                <a:gd name="T7" fmla="*/ 25 h 25"/>
                <a:gd name="T8" fmla="*/ 206 w 218"/>
                <a:gd name="T9" fmla="*/ 25 h 25"/>
                <a:gd name="T10" fmla="*/ 218 w 218"/>
                <a:gd name="T11" fmla="*/ 12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5"/>
                    <a:pt x="0" y="12"/>
                  </a:cubicBezTo>
                  <a:cubicBezTo>
                    <a:pt x="0" y="19"/>
                    <a:pt x="6" y="25"/>
                    <a:pt x="13" y="25"/>
                  </a:cubicBezTo>
                  <a:cubicBezTo>
                    <a:pt x="206" y="25"/>
                    <a:pt x="206" y="25"/>
                    <a:pt x="206" y="25"/>
                  </a:cubicBezTo>
                  <a:cubicBezTo>
                    <a:pt x="213" y="25"/>
                    <a:pt x="218" y="19"/>
                    <a:pt x="218" y="12"/>
                  </a:cubicBezTo>
                  <a:cubicBezTo>
                    <a:pt x="218" y="5"/>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09" name="Freeform 15"/>
            <p:cNvSpPr>
              <a:spLocks/>
            </p:cNvSpPr>
            <p:nvPr/>
          </p:nvSpPr>
          <p:spPr bwMode="auto">
            <a:xfrm>
              <a:off x="6649946" y="4865316"/>
              <a:ext cx="58799" cy="6059"/>
            </a:xfrm>
            <a:custGeom>
              <a:avLst/>
              <a:gdLst>
                <a:gd name="T0" fmla="*/ 206 w 218"/>
                <a:gd name="T1" fmla="*/ 0 h 25"/>
                <a:gd name="T2" fmla="*/ 13 w 218"/>
                <a:gd name="T3" fmla="*/ 0 h 25"/>
                <a:gd name="T4" fmla="*/ 0 w 218"/>
                <a:gd name="T5" fmla="*/ 13 h 25"/>
                <a:gd name="T6" fmla="*/ 13 w 218"/>
                <a:gd name="T7" fmla="*/ 25 h 25"/>
                <a:gd name="T8" fmla="*/ 206 w 218"/>
                <a:gd name="T9" fmla="*/ 25 h 25"/>
                <a:gd name="T10" fmla="*/ 218 w 218"/>
                <a:gd name="T11" fmla="*/ 13 h 25"/>
                <a:gd name="T12" fmla="*/ 206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6" y="0"/>
                  </a:moveTo>
                  <a:cubicBezTo>
                    <a:pt x="13" y="0"/>
                    <a:pt x="13" y="0"/>
                    <a:pt x="13" y="0"/>
                  </a:cubicBezTo>
                  <a:cubicBezTo>
                    <a:pt x="6" y="0"/>
                    <a:pt x="0" y="6"/>
                    <a:pt x="0" y="13"/>
                  </a:cubicBezTo>
                  <a:cubicBezTo>
                    <a:pt x="0" y="20"/>
                    <a:pt x="6" y="25"/>
                    <a:pt x="13" y="25"/>
                  </a:cubicBezTo>
                  <a:cubicBezTo>
                    <a:pt x="206" y="25"/>
                    <a:pt x="206" y="25"/>
                    <a:pt x="206" y="25"/>
                  </a:cubicBezTo>
                  <a:cubicBezTo>
                    <a:pt x="213" y="25"/>
                    <a:pt x="218" y="20"/>
                    <a:pt x="218" y="13"/>
                  </a:cubicBezTo>
                  <a:cubicBezTo>
                    <a:pt x="218" y="6"/>
                    <a:pt x="213" y="0"/>
                    <a:pt x="206"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0" name="Freeform 16"/>
            <p:cNvSpPr>
              <a:spLocks noEditPoints="1"/>
            </p:cNvSpPr>
            <p:nvPr/>
          </p:nvSpPr>
          <p:spPr bwMode="auto">
            <a:xfrm>
              <a:off x="6631927" y="4795210"/>
              <a:ext cx="95785" cy="99966"/>
            </a:xfrm>
            <a:custGeom>
              <a:avLst/>
              <a:gdLst>
                <a:gd name="T0" fmla="*/ 332 w 357"/>
                <a:gd name="T1" fmla="*/ 407 h 407"/>
                <a:gd name="T2" fmla="*/ 357 w 357"/>
                <a:gd name="T3" fmla="*/ 407 h 407"/>
                <a:gd name="T4" fmla="*/ 357 w 357"/>
                <a:gd name="T5" fmla="*/ 39 h 407"/>
                <a:gd name="T6" fmla="*/ 315 w 357"/>
                <a:gd name="T7" fmla="*/ 0 h 407"/>
                <a:gd name="T8" fmla="*/ 115 w 357"/>
                <a:gd name="T9" fmla="*/ 0 h 407"/>
                <a:gd name="T10" fmla="*/ 0 w 357"/>
                <a:gd name="T11" fmla="*/ 103 h 407"/>
                <a:gd name="T12" fmla="*/ 0 w 357"/>
                <a:gd name="T13" fmla="*/ 367 h 407"/>
                <a:gd name="T14" fmla="*/ 40 w 357"/>
                <a:gd name="T15" fmla="*/ 407 h 407"/>
                <a:gd name="T16" fmla="*/ 332 w 357"/>
                <a:gd name="T17" fmla="*/ 407 h 407"/>
                <a:gd name="T18" fmla="*/ 52 w 357"/>
                <a:gd name="T19" fmla="*/ 384 h 407"/>
                <a:gd name="T20" fmla="*/ 24 w 357"/>
                <a:gd name="T21" fmla="*/ 356 h 407"/>
                <a:gd name="T22" fmla="*/ 24 w 357"/>
                <a:gd name="T23" fmla="*/ 118 h 407"/>
                <a:gd name="T24" fmla="*/ 95 w 357"/>
                <a:gd name="T25" fmla="*/ 118 h 407"/>
                <a:gd name="T26" fmla="*/ 119 w 357"/>
                <a:gd name="T27" fmla="*/ 113 h 407"/>
                <a:gd name="T28" fmla="*/ 128 w 357"/>
                <a:gd name="T29" fmla="*/ 92 h 407"/>
                <a:gd name="T30" fmla="*/ 128 w 357"/>
                <a:gd name="T31" fmla="*/ 25 h 407"/>
                <a:gd name="T32" fmla="*/ 305 w 357"/>
                <a:gd name="T33" fmla="*/ 25 h 407"/>
                <a:gd name="T34" fmla="*/ 332 w 357"/>
                <a:gd name="T35" fmla="*/ 53 h 407"/>
                <a:gd name="T36" fmla="*/ 332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2" y="407"/>
                  </a:moveTo>
                  <a:cubicBezTo>
                    <a:pt x="357" y="407"/>
                    <a:pt x="357" y="407"/>
                    <a:pt x="357" y="407"/>
                  </a:cubicBezTo>
                  <a:cubicBezTo>
                    <a:pt x="357" y="39"/>
                    <a:pt x="357" y="39"/>
                    <a:pt x="357" y="39"/>
                  </a:cubicBezTo>
                  <a:cubicBezTo>
                    <a:pt x="357" y="16"/>
                    <a:pt x="334" y="0"/>
                    <a:pt x="315" y="0"/>
                  </a:cubicBezTo>
                  <a:cubicBezTo>
                    <a:pt x="115" y="0"/>
                    <a:pt x="115" y="0"/>
                    <a:pt x="115" y="0"/>
                  </a:cubicBezTo>
                  <a:cubicBezTo>
                    <a:pt x="85" y="26"/>
                    <a:pt x="46" y="64"/>
                    <a:pt x="0" y="103"/>
                  </a:cubicBezTo>
                  <a:cubicBezTo>
                    <a:pt x="0" y="367"/>
                    <a:pt x="0" y="367"/>
                    <a:pt x="0" y="367"/>
                  </a:cubicBezTo>
                  <a:cubicBezTo>
                    <a:pt x="0" y="392"/>
                    <a:pt x="21" y="407"/>
                    <a:pt x="40" y="407"/>
                  </a:cubicBezTo>
                  <a:cubicBezTo>
                    <a:pt x="332" y="407"/>
                    <a:pt x="332" y="407"/>
                    <a:pt x="332" y="407"/>
                  </a:cubicBezTo>
                  <a:close/>
                  <a:moveTo>
                    <a:pt x="52" y="384"/>
                  </a:moveTo>
                  <a:cubicBezTo>
                    <a:pt x="37" y="384"/>
                    <a:pt x="24" y="372"/>
                    <a:pt x="24" y="356"/>
                  </a:cubicBezTo>
                  <a:cubicBezTo>
                    <a:pt x="24" y="118"/>
                    <a:pt x="24" y="118"/>
                    <a:pt x="24" y="118"/>
                  </a:cubicBezTo>
                  <a:cubicBezTo>
                    <a:pt x="95" y="118"/>
                    <a:pt x="95" y="118"/>
                    <a:pt x="95" y="118"/>
                  </a:cubicBezTo>
                  <a:cubicBezTo>
                    <a:pt x="95" y="118"/>
                    <a:pt x="111" y="117"/>
                    <a:pt x="119" y="113"/>
                  </a:cubicBezTo>
                  <a:cubicBezTo>
                    <a:pt x="129" y="106"/>
                    <a:pt x="128" y="92"/>
                    <a:pt x="128" y="92"/>
                  </a:cubicBezTo>
                  <a:cubicBezTo>
                    <a:pt x="128" y="25"/>
                    <a:pt x="128" y="25"/>
                    <a:pt x="128" y="25"/>
                  </a:cubicBezTo>
                  <a:cubicBezTo>
                    <a:pt x="305" y="25"/>
                    <a:pt x="305" y="25"/>
                    <a:pt x="305" y="25"/>
                  </a:cubicBezTo>
                  <a:cubicBezTo>
                    <a:pt x="320" y="25"/>
                    <a:pt x="332" y="37"/>
                    <a:pt x="332" y="53"/>
                  </a:cubicBezTo>
                  <a:cubicBezTo>
                    <a:pt x="332" y="384"/>
                    <a:pt x="332" y="384"/>
                    <a:pt x="332"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1" name="Freeform 17"/>
            <p:cNvSpPr>
              <a:spLocks/>
            </p:cNvSpPr>
            <p:nvPr/>
          </p:nvSpPr>
          <p:spPr bwMode="auto">
            <a:xfrm>
              <a:off x="6839619" y="4822906"/>
              <a:ext cx="36038" cy="6059"/>
            </a:xfrm>
            <a:custGeom>
              <a:avLst/>
              <a:gdLst>
                <a:gd name="T0" fmla="*/ 120 w 133"/>
                <a:gd name="T1" fmla="*/ 0 h 25"/>
                <a:gd name="T2" fmla="*/ 12 w 133"/>
                <a:gd name="T3" fmla="*/ 0 h 25"/>
                <a:gd name="T4" fmla="*/ 0 w 133"/>
                <a:gd name="T5" fmla="*/ 13 h 25"/>
                <a:gd name="T6" fmla="*/ 12 w 133"/>
                <a:gd name="T7" fmla="*/ 25 h 25"/>
                <a:gd name="T8" fmla="*/ 120 w 133"/>
                <a:gd name="T9" fmla="*/ 25 h 25"/>
                <a:gd name="T10" fmla="*/ 133 w 133"/>
                <a:gd name="T11" fmla="*/ 13 h 25"/>
                <a:gd name="T12" fmla="*/ 120 w 133"/>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133" h="25">
                  <a:moveTo>
                    <a:pt x="120" y="0"/>
                  </a:moveTo>
                  <a:cubicBezTo>
                    <a:pt x="12" y="0"/>
                    <a:pt x="12" y="0"/>
                    <a:pt x="12" y="0"/>
                  </a:cubicBezTo>
                  <a:cubicBezTo>
                    <a:pt x="6" y="0"/>
                    <a:pt x="0" y="6"/>
                    <a:pt x="0" y="13"/>
                  </a:cubicBezTo>
                  <a:cubicBezTo>
                    <a:pt x="0" y="20"/>
                    <a:pt x="6" y="25"/>
                    <a:pt x="12" y="25"/>
                  </a:cubicBezTo>
                  <a:cubicBezTo>
                    <a:pt x="120" y="25"/>
                    <a:pt x="120" y="25"/>
                    <a:pt x="120" y="25"/>
                  </a:cubicBezTo>
                  <a:cubicBezTo>
                    <a:pt x="127" y="25"/>
                    <a:pt x="133" y="20"/>
                    <a:pt x="133" y="13"/>
                  </a:cubicBezTo>
                  <a:cubicBezTo>
                    <a:pt x="133" y="6"/>
                    <a:pt x="127" y="0"/>
                    <a:pt x="120"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2" name="Freeform 18"/>
            <p:cNvSpPr>
              <a:spLocks/>
            </p:cNvSpPr>
            <p:nvPr/>
          </p:nvSpPr>
          <p:spPr bwMode="auto">
            <a:xfrm>
              <a:off x="6816858" y="4836754"/>
              <a:ext cx="58799" cy="6491"/>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3" name="Freeform 19"/>
            <p:cNvSpPr>
              <a:spLocks/>
            </p:cNvSpPr>
            <p:nvPr/>
          </p:nvSpPr>
          <p:spPr bwMode="auto">
            <a:xfrm>
              <a:off x="6816858" y="4851035"/>
              <a:ext cx="58799" cy="6491"/>
            </a:xfrm>
            <a:custGeom>
              <a:avLst/>
              <a:gdLst>
                <a:gd name="T0" fmla="*/ 205 w 218"/>
                <a:gd name="T1" fmla="*/ 0 h 25"/>
                <a:gd name="T2" fmla="*/ 12 w 218"/>
                <a:gd name="T3" fmla="*/ 0 h 25"/>
                <a:gd name="T4" fmla="*/ 0 w 218"/>
                <a:gd name="T5" fmla="*/ 12 h 25"/>
                <a:gd name="T6" fmla="*/ 12 w 218"/>
                <a:gd name="T7" fmla="*/ 25 h 25"/>
                <a:gd name="T8" fmla="*/ 205 w 218"/>
                <a:gd name="T9" fmla="*/ 25 h 25"/>
                <a:gd name="T10" fmla="*/ 218 w 218"/>
                <a:gd name="T11" fmla="*/ 12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5"/>
                    <a:pt x="0" y="12"/>
                  </a:cubicBezTo>
                  <a:cubicBezTo>
                    <a:pt x="0" y="19"/>
                    <a:pt x="5" y="25"/>
                    <a:pt x="12" y="25"/>
                  </a:cubicBezTo>
                  <a:cubicBezTo>
                    <a:pt x="205" y="25"/>
                    <a:pt x="205" y="25"/>
                    <a:pt x="205" y="25"/>
                  </a:cubicBezTo>
                  <a:cubicBezTo>
                    <a:pt x="212" y="25"/>
                    <a:pt x="218" y="19"/>
                    <a:pt x="218" y="12"/>
                  </a:cubicBezTo>
                  <a:cubicBezTo>
                    <a:pt x="218" y="5"/>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4" name="Freeform 20"/>
            <p:cNvSpPr>
              <a:spLocks/>
            </p:cNvSpPr>
            <p:nvPr/>
          </p:nvSpPr>
          <p:spPr bwMode="auto">
            <a:xfrm>
              <a:off x="6816858" y="4865316"/>
              <a:ext cx="58799" cy="6059"/>
            </a:xfrm>
            <a:custGeom>
              <a:avLst/>
              <a:gdLst>
                <a:gd name="T0" fmla="*/ 205 w 218"/>
                <a:gd name="T1" fmla="*/ 0 h 25"/>
                <a:gd name="T2" fmla="*/ 12 w 218"/>
                <a:gd name="T3" fmla="*/ 0 h 25"/>
                <a:gd name="T4" fmla="*/ 0 w 218"/>
                <a:gd name="T5" fmla="*/ 13 h 25"/>
                <a:gd name="T6" fmla="*/ 12 w 218"/>
                <a:gd name="T7" fmla="*/ 25 h 25"/>
                <a:gd name="T8" fmla="*/ 205 w 218"/>
                <a:gd name="T9" fmla="*/ 25 h 25"/>
                <a:gd name="T10" fmla="*/ 218 w 218"/>
                <a:gd name="T11" fmla="*/ 13 h 25"/>
                <a:gd name="T12" fmla="*/ 205 w 218"/>
                <a:gd name="T13" fmla="*/ 0 h 25"/>
              </a:gdLst>
              <a:ahLst/>
              <a:cxnLst>
                <a:cxn ang="0">
                  <a:pos x="T0" y="T1"/>
                </a:cxn>
                <a:cxn ang="0">
                  <a:pos x="T2" y="T3"/>
                </a:cxn>
                <a:cxn ang="0">
                  <a:pos x="T4" y="T5"/>
                </a:cxn>
                <a:cxn ang="0">
                  <a:pos x="T6" y="T7"/>
                </a:cxn>
                <a:cxn ang="0">
                  <a:pos x="T8" y="T9"/>
                </a:cxn>
                <a:cxn ang="0">
                  <a:pos x="T10" y="T11"/>
                </a:cxn>
                <a:cxn ang="0">
                  <a:pos x="T12" y="T13"/>
                </a:cxn>
              </a:cxnLst>
              <a:rect l="0" t="0" r="r" b="b"/>
              <a:pathLst>
                <a:path w="218" h="25">
                  <a:moveTo>
                    <a:pt x="205" y="0"/>
                  </a:moveTo>
                  <a:cubicBezTo>
                    <a:pt x="12" y="0"/>
                    <a:pt x="12" y="0"/>
                    <a:pt x="12" y="0"/>
                  </a:cubicBezTo>
                  <a:cubicBezTo>
                    <a:pt x="5" y="0"/>
                    <a:pt x="0" y="6"/>
                    <a:pt x="0" y="13"/>
                  </a:cubicBezTo>
                  <a:cubicBezTo>
                    <a:pt x="0" y="20"/>
                    <a:pt x="5" y="25"/>
                    <a:pt x="12" y="25"/>
                  </a:cubicBezTo>
                  <a:cubicBezTo>
                    <a:pt x="205" y="25"/>
                    <a:pt x="205" y="25"/>
                    <a:pt x="205" y="25"/>
                  </a:cubicBezTo>
                  <a:cubicBezTo>
                    <a:pt x="212" y="25"/>
                    <a:pt x="218" y="20"/>
                    <a:pt x="218" y="13"/>
                  </a:cubicBezTo>
                  <a:cubicBezTo>
                    <a:pt x="218" y="6"/>
                    <a:pt x="212" y="0"/>
                    <a:pt x="205" y="0"/>
                  </a:cubicBez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5" name="Freeform 21"/>
            <p:cNvSpPr>
              <a:spLocks noEditPoints="1"/>
            </p:cNvSpPr>
            <p:nvPr/>
          </p:nvSpPr>
          <p:spPr bwMode="auto">
            <a:xfrm>
              <a:off x="6798366" y="4795210"/>
              <a:ext cx="95785" cy="99966"/>
            </a:xfrm>
            <a:custGeom>
              <a:avLst/>
              <a:gdLst>
                <a:gd name="T0" fmla="*/ 333 w 357"/>
                <a:gd name="T1" fmla="*/ 407 h 407"/>
                <a:gd name="T2" fmla="*/ 357 w 357"/>
                <a:gd name="T3" fmla="*/ 407 h 407"/>
                <a:gd name="T4" fmla="*/ 357 w 357"/>
                <a:gd name="T5" fmla="*/ 39 h 407"/>
                <a:gd name="T6" fmla="*/ 316 w 357"/>
                <a:gd name="T7" fmla="*/ 0 h 407"/>
                <a:gd name="T8" fmla="*/ 116 w 357"/>
                <a:gd name="T9" fmla="*/ 0 h 407"/>
                <a:gd name="T10" fmla="*/ 0 w 357"/>
                <a:gd name="T11" fmla="*/ 103 h 407"/>
                <a:gd name="T12" fmla="*/ 0 w 357"/>
                <a:gd name="T13" fmla="*/ 367 h 407"/>
                <a:gd name="T14" fmla="*/ 41 w 357"/>
                <a:gd name="T15" fmla="*/ 407 h 407"/>
                <a:gd name="T16" fmla="*/ 333 w 357"/>
                <a:gd name="T17" fmla="*/ 407 h 407"/>
                <a:gd name="T18" fmla="*/ 52 w 357"/>
                <a:gd name="T19" fmla="*/ 384 h 407"/>
                <a:gd name="T20" fmla="*/ 25 w 357"/>
                <a:gd name="T21" fmla="*/ 356 h 407"/>
                <a:gd name="T22" fmla="*/ 25 w 357"/>
                <a:gd name="T23" fmla="*/ 118 h 407"/>
                <a:gd name="T24" fmla="*/ 96 w 357"/>
                <a:gd name="T25" fmla="*/ 118 h 407"/>
                <a:gd name="T26" fmla="*/ 119 w 357"/>
                <a:gd name="T27" fmla="*/ 113 h 407"/>
                <a:gd name="T28" fmla="*/ 129 w 357"/>
                <a:gd name="T29" fmla="*/ 92 h 407"/>
                <a:gd name="T30" fmla="*/ 129 w 357"/>
                <a:gd name="T31" fmla="*/ 25 h 407"/>
                <a:gd name="T32" fmla="*/ 305 w 357"/>
                <a:gd name="T33" fmla="*/ 25 h 407"/>
                <a:gd name="T34" fmla="*/ 333 w 357"/>
                <a:gd name="T35" fmla="*/ 53 h 407"/>
                <a:gd name="T36" fmla="*/ 333 w 357"/>
                <a:gd name="T37" fmla="*/ 384 h 407"/>
                <a:gd name="T38" fmla="*/ 52 w 357"/>
                <a:gd name="T39" fmla="*/ 384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7" h="407">
                  <a:moveTo>
                    <a:pt x="333" y="407"/>
                  </a:moveTo>
                  <a:cubicBezTo>
                    <a:pt x="357" y="407"/>
                    <a:pt x="357" y="407"/>
                    <a:pt x="357" y="407"/>
                  </a:cubicBezTo>
                  <a:cubicBezTo>
                    <a:pt x="357" y="39"/>
                    <a:pt x="357" y="39"/>
                    <a:pt x="357" y="39"/>
                  </a:cubicBezTo>
                  <a:cubicBezTo>
                    <a:pt x="357" y="16"/>
                    <a:pt x="334" y="0"/>
                    <a:pt x="316" y="0"/>
                  </a:cubicBezTo>
                  <a:cubicBezTo>
                    <a:pt x="116" y="0"/>
                    <a:pt x="116" y="0"/>
                    <a:pt x="116" y="0"/>
                  </a:cubicBezTo>
                  <a:cubicBezTo>
                    <a:pt x="86" y="26"/>
                    <a:pt x="47" y="64"/>
                    <a:pt x="0" y="103"/>
                  </a:cubicBezTo>
                  <a:cubicBezTo>
                    <a:pt x="0" y="367"/>
                    <a:pt x="0" y="367"/>
                    <a:pt x="0" y="367"/>
                  </a:cubicBezTo>
                  <a:cubicBezTo>
                    <a:pt x="0" y="392"/>
                    <a:pt x="22" y="407"/>
                    <a:pt x="41" y="407"/>
                  </a:cubicBezTo>
                  <a:cubicBezTo>
                    <a:pt x="333" y="407"/>
                    <a:pt x="333" y="407"/>
                    <a:pt x="333" y="407"/>
                  </a:cubicBezTo>
                  <a:close/>
                  <a:moveTo>
                    <a:pt x="52" y="384"/>
                  </a:moveTo>
                  <a:cubicBezTo>
                    <a:pt x="37" y="384"/>
                    <a:pt x="25" y="372"/>
                    <a:pt x="25" y="356"/>
                  </a:cubicBezTo>
                  <a:cubicBezTo>
                    <a:pt x="25" y="118"/>
                    <a:pt x="25" y="118"/>
                    <a:pt x="25" y="118"/>
                  </a:cubicBezTo>
                  <a:cubicBezTo>
                    <a:pt x="96" y="118"/>
                    <a:pt x="96" y="118"/>
                    <a:pt x="96" y="118"/>
                  </a:cubicBezTo>
                  <a:cubicBezTo>
                    <a:pt x="96" y="118"/>
                    <a:pt x="112" y="117"/>
                    <a:pt x="119" y="113"/>
                  </a:cubicBezTo>
                  <a:cubicBezTo>
                    <a:pt x="130" y="106"/>
                    <a:pt x="129" y="92"/>
                    <a:pt x="129" y="92"/>
                  </a:cubicBezTo>
                  <a:cubicBezTo>
                    <a:pt x="129" y="25"/>
                    <a:pt x="129" y="25"/>
                    <a:pt x="129" y="25"/>
                  </a:cubicBezTo>
                  <a:cubicBezTo>
                    <a:pt x="305" y="25"/>
                    <a:pt x="305" y="25"/>
                    <a:pt x="305" y="25"/>
                  </a:cubicBezTo>
                  <a:cubicBezTo>
                    <a:pt x="320" y="25"/>
                    <a:pt x="333" y="37"/>
                    <a:pt x="333" y="53"/>
                  </a:cubicBezTo>
                  <a:cubicBezTo>
                    <a:pt x="333" y="384"/>
                    <a:pt x="333" y="384"/>
                    <a:pt x="333" y="384"/>
                  </a:cubicBezTo>
                  <a:lnTo>
                    <a:pt x="52" y="38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6" name="Freeform 22"/>
            <p:cNvSpPr>
              <a:spLocks/>
            </p:cNvSpPr>
            <p:nvPr/>
          </p:nvSpPr>
          <p:spPr bwMode="auto">
            <a:xfrm>
              <a:off x="6735299" y="4827666"/>
              <a:ext cx="21812" cy="40679"/>
            </a:xfrm>
            <a:custGeom>
              <a:avLst/>
              <a:gdLst>
                <a:gd name="T0" fmla="*/ 46 w 46"/>
                <a:gd name="T1" fmla="*/ 0 h 94"/>
                <a:gd name="T2" fmla="*/ 0 w 46"/>
                <a:gd name="T3" fmla="*/ 47 h 94"/>
                <a:gd name="T4" fmla="*/ 46 w 46"/>
                <a:gd name="T5" fmla="*/ 94 h 94"/>
                <a:gd name="T6" fmla="*/ 46 w 46"/>
                <a:gd name="T7" fmla="*/ 0 h 94"/>
              </a:gdLst>
              <a:ahLst/>
              <a:cxnLst>
                <a:cxn ang="0">
                  <a:pos x="T0" y="T1"/>
                </a:cxn>
                <a:cxn ang="0">
                  <a:pos x="T2" y="T3"/>
                </a:cxn>
                <a:cxn ang="0">
                  <a:pos x="T4" y="T5"/>
                </a:cxn>
                <a:cxn ang="0">
                  <a:pos x="T6" y="T7"/>
                </a:cxn>
              </a:cxnLst>
              <a:rect l="0" t="0" r="r" b="b"/>
              <a:pathLst>
                <a:path w="46" h="94">
                  <a:moveTo>
                    <a:pt x="46" y="0"/>
                  </a:moveTo>
                  <a:lnTo>
                    <a:pt x="0" y="47"/>
                  </a:lnTo>
                  <a:lnTo>
                    <a:pt x="46" y="94"/>
                  </a:lnTo>
                  <a:lnTo>
                    <a:pt x="4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7" name="Freeform 23"/>
            <p:cNvSpPr>
              <a:spLocks/>
            </p:cNvSpPr>
            <p:nvPr/>
          </p:nvSpPr>
          <p:spPr bwMode="auto">
            <a:xfrm>
              <a:off x="6768018" y="4827666"/>
              <a:ext cx="21812" cy="40679"/>
            </a:xfrm>
            <a:custGeom>
              <a:avLst/>
              <a:gdLst>
                <a:gd name="T0" fmla="*/ 0 w 46"/>
                <a:gd name="T1" fmla="*/ 94 h 94"/>
                <a:gd name="T2" fmla="*/ 46 w 46"/>
                <a:gd name="T3" fmla="*/ 47 h 94"/>
                <a:gd name="T4" fmla="*/ 0 w 46"/>
                <a:gd name="T5" fmla="*/ 0 h 94"/>
                <a:gd name="T6" fmla="*/ 0 w 46"/>
                <a:gd name="T7" fmla="*/ 94 h 94"/>
              </a:gdLst>
              <a:ahLst/>
              <a:cxnLst>
                <a:cxn ang="0">
                  <a:pos x="T0" y="T1"/>
                </a:cxn>
                <a:cxn ang="0">
                  <a:pos x="T2" y="T3"/>
                </a:cxn>
                <a:cxn ang="0">
                  <a:pos x="T4" y="T5"/>
                </a:cxn>
                <a:cxn ang="0">
                  <a:pos x="T6" y="T7"/>
                </a:cxn>
              </a:cxnLst>
              <a:rect l="0" t="0" r="r" b="b"/>
              <a:pathLst>
                <a:path w="46" h="94">
                  <a:moveTo>
                    <a:pt x="0" y="94"/>
                  </a:moveTo>
                  <a:lnTo>
                    <a:pt x="46" y="47"/>
                  </a:lnTo>
                  <a:lnTo>
                    <a:pt x="0" y="0"/>
                  </a:lnTo>
                  <a:lnTo>
                    <a:pt x="0" y="94"/>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sp>
          <p:nvSpPr>
            <p:cNvPr id="118" name="Freeform 24"/>
            <p:cNvSpPr>
              <a:spLocks noEditPoints="1"/>
            </p:cNvSpPr>
            <p:nvPr/>
          </p:nvSpPr>
          <p:spPr bwMode="auto">
            <a:xfrm>
              <a:off x="6906005" y="4706928"/>
              <a:ext cx="41728" cy="90013"/>
            </a:xfrm>
            <a:custGeom>
              <a:avLst/>
              <a:gdLst>
                <a:gd name="T0" fmla="*/ 76 w 155"/>
                <a:gd name="T1" fmla="*/ 41 h 368"/>
                <a:gd name="T2" fmla="*/ 41 w 155"/>
                <a:gd name="T3" fmla="*/ 75 h 368"/>
                <a:gd name="T4" fmla="*/ 42 w 155"/>
                <a:gd name="T5" fmla="*/ 294 h 368"/>
                <a:gd name="T6" fmla="*/ 1 w 155"/>
                <a:gd name="T7" fmla="*/ 253 h 368"/>
                <a:gd name="T8" fmla="*/ 1 w 155"/>
                <a:gd name="T9" fmla="*/ 368 h 368"/>
                <a:gd name="T10" fmla="*/ 117 w 155"/>
                <a:gd name="T11" fmla="*/ 368 h 368"/>
                <a:gd name="T12" fmla="*/ 77 w 155"/>
                <a:gd name="T13" fmla="*/ 329 h 368"/>
                <a:gd name="T14" fmla="*/ 76 w 155"/>
                <a:gd name="T15" fmla="*/ 41 h 368"/>
                <a:gd name="T16" fmla="*/ 116 w 155"/>
                <a:gd name="T17" fmla="*/ 0 h 368"/>
                <a:gd name="T18" fmla="*/ 0 w 155"/>
                <a:gd name="T19" fmla="*/ 0 h 368"/>
                <a:gd name="T20" fmla="*/ 0 w 155"/>
                <a:gd name="T21" fmla="*/ 116 h 368"/>
                <a:gd name="T22" fmla="*/ 116 w 155"/>
                <a:gd name="T23" fmla="*/ 0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55" h="368">
                  <a:moveTo>
                    <a:pt x="76" y="41"/>
                  </a:moveTo>
                  <a:cubicBezTo>
                    <a:pt x="41" y="75"/>
                    <a:pt x="41" y="75"/>
                    <a:pt x="41" y="75"/>
                  </a:cubicBezTo>
                  <a:cubicBezTo>
                    <a:pt x="101" y="136"/>
                    <a:pt x="102" y="233"/>
                    <a:pt x="42" y="294"/>
                  </a:cubicBezTo>
                  <a:cubicBezTo>
                    <a:pt x="1" y="253"/>
                    <a:pt x="1" y="253"/>
                    <a:pt x="1" y="253"/>
                  </a:cubicBezTo>
                  <a:cubicBezTo>
                    <a:pt x="1" y="368"/>
                    <a:pt x="1" y="368"/>
                    <a:pt x="1" y="368"/>
                  </a:cubicBezTo>
                  <a:cubicBezTo>
                    <a:pt x="117" y="368"/>
                    <a:pt x="117" y="368"/>
                    <a:pt x="117" y="368"/>
                  </a:cubicBezTo>
                  <a:cubicBezTo>
                    <a:pt x="77" y="329"/>
                    <a:pt x="77" y="329"/>
                    <a:pt x="77" y="329"/>
                  </a:cubicBezTo>
                  <a:cubicBezTo>
                    <a:pt x="155" y="249"/>
                    <a:pt x="155" y="120"/>
                    <a:pt x="76" y="41"/>
                  </a:cubicBezTo>
                  <a:close/>
                  <a:moveTo>
                    <a:pt x="116" y="0"/>
                  </a:moveTo>
                  <a:cubicBezTo>
                    <a:pt x="0" y="0"/>
                    <a:pt x="0" y="0"/>
                    <a:pt x="0" y="0"/>
                  </a:cubicBezTo>
                  <a:cubicBezTo>
                    <a:pt x="0" y="116"/>
                    <a:pt x="0" y="116"/>
                    <a:pt x="0" y="116"/>
                  </a:cubicBezTo>
                  <a:lnTo>
                    <a:pt x="116" y="0"/>
                  </a:lnTo>
                  <a:close/>
                </a:path>
              </a:pathLst>
            </a:custGeom>
            <a:grpFill/>
            <a:ln>
              <a:noFill/>
            </a:ln>
            <a:extLst/>
          </p:spPr>
          <p:txBody>
            <a:bodyPr vert="horz" wrap="square" lIns="68580" tIns="34290" rIns="68580" bIns="34290" numCol="1" anchor="t" anchorCtr="0" compatLnSpc="1">
              <a:prstTxWarp prst="textNoShape">
                <a:avLst/>
              </a:prstTxWarp>
            </a:bodyPr>
            <a:lstStyle/>
            <a:p>
              <a:pPr algn="ctr" defTabSz="815376"/>
              <a:endParaRPr lang="en-US" sz="1650">
                <a:solidFill>
                  <a:srgbClr val="505050"/>
                </a:solidFill>
              </a:endParaRPr>
            </a:p>
          </p:txBody>
        </p:sp>
      </p:grpSp>
    </p:spTree>
    <p:extLst>
      <p:ext uri="{BB962C8B-B14F-4D97-AF65-F5344CB8AC3E}">
        <p14:creationId xmlns:p14="http://schemas.microsoft.com/office/powerpoint/2010/main" val="10267799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
                                        </p:tgtEl>
                                        <p:attrNameLst>
                                          <p:attrName>style.visibility</p:attrName>
                                        </p:attrNameLst>
                                      </p:cBhvr>
                                      <p:to>
                                        <p:strVal val="visible"/>
                                      </p:to>
                                    </p:set>
                                    <p:animEffect transition="in" filter="fade">
                                      <p:cBhvr>
                                        <p:cTn id="7" dur="500"/>
                                        <p:tgtEl>
                                          <p:spTgt spid="88"/>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1000"/>
                            </p:stCondLst>
                            <p:childTnLst>
                              <p:par>
                                <p:cTn id="13" presetID="42" presetClass="path" presetSubtype="0" accel="50000" decel="50000" fill="hold" grpId="1" nodeType="afterEffect">
                                  <p:stCondLst>
                                    <p:cond delay="0"/>
                                  </p:stCondLst>
                                  <p:childTnLst>
                                    <p:animMotion origin="layout" path="M 7.49186E-7 4.59172E-6 L -0.0357 0.06777 " pathEditMode="relative" rAng="0" ptsTypes="AA">
                                      <p:cBhvr>
                                        <p:cTn id="14" dur="1000" fill="hold"/>
                                        <p:tgtEl>
                                          <p:spTgt spid="45"/>
                                        </p:tgtEl>
                                        <p:attrNameLst>
                                          <p:attrName>ppt_x</p:attrName>
                                          <p:attrName>ppt_y</p:attrName>
                                        </p:attrNameLst>
                                      </p:cBhvr>
                                      <p:rCtr x="-1785" y="3377"/>
                                    </p:animMotion>
                                  </p:childTnLst>
                                </p:cTn>
                              </p:par>
                            </p:childTnLst>
                          </p:cTn>
                        </p:par>
                      </p:childTnLst>
                    </p:cTn>
                  </p:par>
                  <p:par>
                    <p:cTn id="15" fill="hold">
                      <p:stCondLst>
                        <p:cond delay="indefinite"/>
                      </p:stCondLst>
                      <p:childTnLst>
                        <p:par>
                          <p:cTn id="16" fill="hold">
                            <p:stCondLst>
                              <p:cond delay="0"/>
                            </p:stCondLst>
                            <p:childTnLst>
                              <p:par>
                                <p:cTn id="17" presetID="10" presetClass="exit" presetSubtype="0" fill="hold" nodeType="clickEffect">
                                  <p:stCondLst>
                                    <p:cond delay="0"/>
                                  </p:stCondLst>
                                  <p:childTnLst>
                                    <p:animEffect transition="out" filter="fade">
                                      <p:cBhvr>
                                        <p:cTn id="18" dur="500"/>
                                        <p:tgtEl>
                                          <p:spTgt spid="88"/>
                                        </p:tgtEl>
                                      </p:cBhvr>
                                    </p:animEffect>
                                    <p:set>
                                      <p:cBhvr>
                                        <p:cTn id="19" dur="1" fill="hold">
                                          <p:stCondLst>
                                            <p:cond delay="499"/>
                                          </p:stCondLst>
                                        </p:cTn>
                                        <p:tgtEl>
                                          <p:spTgt spid="88"/>
                                        </p:tgtEl>
                                        <p:attrNameLst>
                                          <p:attrName>style.visibility</p:attrName>
                                        </p:attrNameLst>
                                      </p:cBhvr>
                                      <p:to>
                                        <p:strVal val="hidden"/>
                                      </p:to>
                                    </p:set>
                                  </p:childTnLst>
                                </p:cTn>
                              </p:par>
                              <p:par>
                                <p:cTn id="20" presetID="10" presetClass="exit" presetSubtype="0" fill="hold" grpId="2" nodeType="withEffect">
                                  <p:stCondLst>
                                    <p:cond delay="0"/>
                                  </p:stCondLst>
                                  <p:childTnLst>
                                    <p:animEffect transition="out" filter="fade">
                                      <p:cBhvr>
                                        <p:cTn id="21" dur="500"/>
                                        <p:tgtEl>
                                          <p:spTgt spid="45"/>
                                        </p:tgtEl>
                                      </p:cBhvr>
                                    </p:animEffect>
                                    <p:set>
                                      <p:cBhvr>
                                        <p:cTn id="22" dur="1" fill="hold">
                                          <p:stCondLst>
                                            <p:cond delay="499"/>
                                          </p:stCondLst>
                                        </p:cTn>
                                        <p:tgtEl>
                                          <p:spTgt spid="45"/>
                                        </p:tgtEl>
                                        <p:attrNameLst>
                                          <p:attrName>style.visibility</p:attrName>
                                        </p:attrNameLst>
                                      </p:cBhvr>
                                      <p:to>
                                        <p:strVal val="hidden"/>
                                      </p:to>
                                    </p:set>
                                  </p:childTnLst>
                                </p:cTn>
                              </p:par>
                              <p:par>
                                <p:cTn id="23" presetID="10"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animEffect transition="in" filter="fade">
                                      <p:cBhvr>
                                        <p:cTn id="25" dur="500"/>
                                        <p:tgtEl>
                                          <p:spTgt spid="47"/>
                                        </p:tgtEl>
                                      </p:cBhvr>
                                    </p:animEffect>
                                  </p:childTnLst>
                                </p:cTn>
                              </p:par>
                            </p:childTnLst>
                          </p:cTn>
                        </p:par>
                        <p:par>
                          <p:cTn id="26" fill="hold">
                            <p:stCondLst>
                              <p:cond delay="500"/>
                            </p:stCondLst>
                            <p:childTnLst>
                              <p:par>
                                <p:cTn id="27" presetID="42" presetClass="path" presetSubtype="0" fill="hold" nodeType="afterEffect">
                                  <p:stCondLst>
                                    <p:cond delay="0"/>
                                  </p:stCondLst>
                                  <p:childTnLst>
                                    <p:animMotion origin="layout" path="M 0.00157 -0.0037 L 0.16573 0.12584 " pathEditMode="relative" rAng="0" ptsTypes="AA">
                                      <p:cBhvr>
                                        <p:cTn id="28" dur="1000" fill="hold"/>
                                        <p:tgtEl>
                                          <p:spTgt spid="47"/>
                                        </p:tgtEl>
                                        <p:attrNameLst>
                                          <p:attrName>ppt_x</p:attrName>
                                          <p:attrName>ppt_y</p:attrName>
                                        </p:attrNameLst>
                                      </p:cBhvr>
                                      <p:rCtr x="8208" y="6477"/>
                                    </p:animMotion>
                                  </p:childTnLst>
                                </p:cTn>
                              </p:par>
                            </p:childTnLst>
                          </p:cTn>
                        </p:par>
                        <p:par>
                          <p:cTn id="29" fill="hold">
                            <p:stCondLst>
                              <p:cond delay="1500"/>
                            </p:stCondLst>
                            <p:childTnLst>
                              <p:par>
                                <p:cTn id="30" presetID="42" presetClass="path" presetSubtype="0" fill="hold" nodeType="afterEffect">
                                  <p:stCondLst>
                                    <p:cond delay="0"/>
                                  </p:stCondLst>
                                  <p:childTnLst>
                                    <p:animMotion origin="layout" path="M 0.16573 0.12584 L 0.31426 0.12584 " pathEditMode="relative" rAng="0" ptsTypes="AA">
                                      <p:cBhvr>
                                        <p:cTn id="31" dur="1000" fill="hold"/>
                                        <p:tgtEl>
                                          <p:spTgt spid="47"/>
                                        </p:tgtEl>
                                        <p:attrNameLst>
                                          <p:attrName>ppt_x</p:attrName>
                                          <p:attrName>ppt_y</p:attrName>
                                        </p:attrNameLst>
                                      </p:cBhvr>
                                      <p:rCtr x="7427" y="0"/>
                                    </p:animMotion>
                                  </p:childTnLst>
                                </p:cTn>
                              </p:par>
                            </p:childTnLst>
                          </p:cTn>
                        </p:par>
                        <p:par>
                          <p:cTn id="32" fill="hold">
                            <p:stCondLst>
                              <p:cond delay="2500"/>
                            </p:stCondLst>
                            <p:childTnLst>
                              <p:par>
                                <p:cTn id="33" presetID="1" presetClass="entr" presetSubtype="0" fill="hold" nodeType="afterEffect">
                                  <p:stCondLst>
                                    <p:cond delay="0"/>
                                  </p:stCondLst>
                                  <p:childTnLst>
                                    <p:set>
                                      <p:cBhvr>
                                        <p:cTn id="34" dur="1" fill="hold">
                                          <p:stCondLst>
                                            <p:cond delay="0"/>
                                          </p:stCondLst>
                                        </p:cTn>
                                        <p:tgtEl>
                                          <p:spTgt spid="48"/>
                                        </p:tgtEl>
                                        <p:attrNameLst>
                                          <p:attrName>style.visibility</p:attrName>
                                        </p:attrNameLst>
                                      </p:cBhvr>
                                      <p:to>
                                        <p:strVal val="visible"/>
                                      </p:to>
                                    </p:set>
                                  </p:childTnLst>
                                </p:cTn>
                              </p:par>
                            </p:childTnLst>
                          </p:cTn>
                        </p:par>
                        <p:par>
                          <p:cTn id="35" fill="hold">
                            <p:stCondLst>
                              <p:cond delay="2500"/>
                            </p:stCondLst>
                            <p:childTnLst>
                              <p:par>
                                <p:cTn id="36" presetID="42" presetClass="path" presetSubtype="0" decel="50000" fill="hold" nodeType="afterEffect">
                                  <p:stCondLst>
                                    <p:cond delay="0"/>
                                  </p:stCondLst>
                                  <p:childTnLst>
                                    <p:animMotion origin="layout" path="M 0.31426 0.12584 L 0.46566 -0.0037 " pathEditMode="relative" rAng="0" ptsTypes="AA">
                                      <p:cBhvr>
                                        <p:cTn id="37" dur="1000" fill="hold"/>
                                        <p:tgtEl>
                                          <p:spTgt spid="47"/>
                                        </p:tgtEl>
                                        <p:attrNameLst>
                                          <p:attrName>ppt_x</p:attrName>
                                          <p:attrName>ppt_y</p:attrName>
                                        </p:attrNameLst>
                                      </p:cBhvr>
                                      <p:rCtr x="7570" y="-6477"/>
                                    </p:animMotion>
                                  </p:childTnLst>
                                </p:cTn>
                              </p:par>
                              <p:par>
                                <p:cTn id="38" presetID="42" presetClass="path" presetSubtype="0" decel="50000" fill="hold" nodeType="withEffect">
                                  <p:stCondLst>
                                    <p:cond delay="0"/>
                                  </p:stCondLst>
                                  <p:childTnLst>
                                    <p:animMotion origin="layout" path="M 0.0013 -2.08651E-6 L 0.1527 0.11474 " pathEditMode="relative" rAng="0" ptsTypes="AA">
                                      <p:cBhvr>
                                        <p:cTn id="39" dur="1000" fill="hold"/>
                                        <p:tgtEl>
                                          <p:spTgt spid="48"/>
                                        </p:tgtEl>
                                        <p:attrNameLst>
                                          <p:attrName>ppt_x</p:attrName>
                                          <p:attrName>ppt_y</p:attrName>
                                        </p:attrNameLst>
                                      </p:cBhvr>
                                      <p:rCtr x="7570" y="5737"/>
                                    </p:animMotion>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1"/>
                                        </p:tgtEl>
                                        <p:attrNameLst>
                                          <p:attrName>style.visibility</p:attrName>
                                        </p:attrNameLst>
                                      </p:cBhvr>
                                      <p:to>
                                        <p:strVal val="visible"/>
                                      </p:to>
                                    </p:set>
                                    <p:animEffect transition="in" filter="fade">
                                      <p:cBhvr>
                                        <p:cTn id="44" dur="500"/>
                                        <p:tgtEl>
                                          <p:spTgt spid="51"/>
                                        </p:tgtEl>
                                      </p:cBhvr>
                                    </p:animEffect>
                                  </p:childTnLst>
                                </p:cTn>
                              </p:par>
                            </p:childTnLst>
                          </p:cTn>
                        </p:par>
                        <p:par>
                          <p:cTn id="45" fill="hold">
                            <p:stCondLst>
                              <p:cond delay="500"/>
                            </p:stCondLst>
                            <p:childTnLst>
                              <p:par>
                                <p:cTn id="46" presetID="42" presetClass="path" presetSubtype="0" fill="hold" nodeType="afterEffect">
                                  <p:stCondLst>
                                    <p:cond delay="0"/>
                                  </p:stCondLst>
                                  <p:childTnLst>
                                    <p:animMotion origin="layout" path="M 0.00157 -0.0037 L 0.16573 0.12584 " pathEditMode="relative" rAng="0" ptsTypes="AA">
                                      <p:cBhvr>
                                        <p:cTn id="47" dur="1000" fill="hold"/>
                                        <p:tgtEl>
                                          <p:spTgt spid="51"/>
                                        </p:tgtEl>
                                        <p:attrNameLst>
                                          <p:attrName>ppt_x</p:attrName>
                                          <p:attrName>ppt_y</p:attrName>
                                        </p:attrNameLst>
                                      </p:cBhvr>
                                      <p:rCtr x="8208" y="6477"/>
                                    </p:animMotion>
                                  </p:childTnLst>
                                </p:cTn>
                              </p:par>
                            </p:childTnLst>
                          </p:cTn>
                        </p:par>
                        <p:par>
                          <p:cTn id="48" fill="hold">
                            <p:stCondLst>
                              <p:cond delay="1500"/>
                            </p:stCondLst>
                            <p:childTnLst>
                              <p:par>
                                <p:cTn id="49" presetID="42" presetClass="path" presetSubtype="0" fill="hold" nodeType="afterEffect">
                                  <p:stCondLst>
                                    <p:cond delay="0"/>
                                  </p:stCondLst>
                                  <p:childTnLst>
                                    <p:animMotion origin="layout" path="M 0.16573 0.12584 L 0.31426 0.12584 " pathEditMode="relative" rAng="0" ptsTypes="AA">
                                      <p:cBhvr>
                                        <p:cTn id="50" dur="1000" fill="hold"/>
                                        <p:tgtEl>
                                          <p:spTgt spid="51"/>
                                        </p:tgtEl>
                                        <p:attrNameLst>
                                          <p:attrName>ppt_x</p:attrName>
                                          <p:attrName>ppt_y</p:attrName>
                                        </p:attrNameLst>
                                      </p:cBhvr>
                                      <p:rCtr x="7427" y="0"/>
                                    </p:animMotion>
                                  </p:childTnLst>
                                </p:cTn>
                              </p:par>
                            </p:childTnLst>
                          </p:cTn>
                        </p:par>
                        <p:par>
                          <p:cTn id="51" fill="hold">
                            <p:stCondLst>
                              <p:cond delay="2500"/>
                            </p:stCondLst>
                            <p:childTnLst>
                              <p:par>
                                <p:cTn id="52" presetID="1" presetClass="entr" presetSubtype="0" fill="hold" nodeType="afterEffect">
                                  <p:stCondLst>
                                    <p:cond delay="0"/>
                                  </p:stCondLst>
                                  <p:childTnLst>
                                    <p:set>
                                      <p:cBhvr>
                                        <p:cTn id="53" dur="1" fill="hold">
                                          <p:stCondLst>
                                            <p:cond delay="0"/>
                                          </p:stCondLst>
                                        </p:cTn>
                                        <p:tgtEl>
                                          <p:spTgt spid="54"/>
                                        </p:tgtEl>
                                        <p:attrNameLst>
                                          <p:attrName>style.visibility</p:attrName>
                                        </p:attrNameLst>
                                      </p:cBhvr>
                                      <p:to>
                                        <p:strVal val="visible"/>
                                      </p:to>
                                    </p:set>
                                  </p:childTnLst>
                                </p:cTn>
                              </p:par>
                              <p:par>
                                <p:cTn id="54" presetID="42" presetClass="path" presetSubtype="0" decel="50000" fill="hold" nodeType="withEffect">
                                  <p:stCondLst>
                                    <p:cond delay="0"/>
                                  </p:stCondLst>
                                  <p:childTnLst>
                                    <p:animMotion origin="layout" path="M 0.0013 -2.08651E-6 L 0.1527 0.11474 " pathEditMode="relative" rAng="0" ptsTypes="AA">
                                      <p:cBhvr>
                                        <p:cTn id="55" dur="1000" fill="hold"/>
                                        <p:tgtEl>
                                          <p:spTgt spid="54"/>
                                        </p:tgtEl>
                                        <p:attrNameLst>
                                          <p:attrName>ppt_x</p:attrName>
                                          <p:attrName>ppt_y</p:attrName>
                                        </p:attrNameLst>
                                      </p:cBhvr>
                                      <p:rCtr x="7570" y="5737"/>
                                    </p:animMotion>
                                  </p:childTnLst>
                                </p:cTn>
                              </p:par>
                              <p:par>
                                <p:cTn id="56" presetID="42" presetClass="path" presetSubtype="0" decel="50000" fill="hold" nodeType="withEffect">
                                  <p:stCondLst>
                                    <p:cond delay="0"/>
                                  </p:stCondLst>
                                  <p:childTnLst>
                                    <p:animMotion origin="layout" path="M 0.31426 0.12584 L 0.46566 -0.0037 " pathEditMode="relative" rAng="0" ptsTypes="AA">
                                      <p:cBhvr>
                                        <p:cTn id="57" dur="1000" fill="hold"/>
                                        <p:tgtEl>
                                          <p:spTgt spid="51"/>
                                        </p:tgtEl>
                                        <p:attrNameLst>
                                          <p:attrName>ppt_x</p:attrName>
                                          <p:attrName>ppt_y</p:attrName>
                                        </p:attrNameLst>
                                      </p:cBhvr>
                                      <p:rCtr x="7570" y="-6477"/>
                                    </p:animMotion>
                                  </p:childTnLst>
                                </p:cTn>
                              </p:par>
                              <p:par>
                                <p:cTn id="58" presetID="42" presetClass="path" presetSubtype="0" accel="50000" decel="50000" fill="hold" nodeType="withEffect">
                                  <p:stCondLst>
                                    <p:cond delay="0"/>
                                  </p:stCondLst>
                                  <p:childTnLst>
                                    <p:animMotion origin="layout" path="M 0.46562 -0.0037 L 0.53919 -0.0037 " pathEditMode="relative" rAng="0" ptsTypes="AA">
                                      <p:cBhvr>
                                        <p:cTn id="59" dur="1000" fill="hold"/>
                                        <p:tgtEl>
                                          <p:spTgt spid="47"/>
                                        </p:tgtEl>
                                        <p:attrNameLst>
                                          <p:attrName>ppt_x</p:attrName>
                                          <p:attrName>ppt_y</p:attrName>
                                        </p:attrNameLst>
                                      </p:cBhvr>
                                      <p:rCtr x="3672" y="0"/>
                                    </p:animMotion>
                                  </p:childTnLst>
                                </p:cTn>
                              </p:par>
                              <p:par>
                                <p:cTn id="60" presetID="42" presetClass="path" presetSubtype="0" accel="50000" decel="50000" fill="hold" nodeType="withEffect">
                                  <p:stCondLst>
                                    <p:cond delay="0"/>
                                  </p:stCondLst>
                                  <p:childTnLst>
                                    <p:animMotion origin="layout" path="M 0.15273 0.11468 L 0.22643 0.11769 " pathEditMode="relative" rAng="0" ptsTypes="AA">
                                      <p:cBhvr>
                                        <p:cTn id="61" dur="1000" fill="hold"/>
                                        <p:tgtEl>
                                          <p:spTgt spid="48"/>
                                        </p:tgtEl>
                                        <p:attrNameLst>
                                          <p:attrName>ppt_x</p:attrName>
                                          <p:attrName>ppt_y</p:attrName>
                                        </p:attrNameLst>
                                      </p:cBhvr>
                                      <p:rCtr x="3685" y="139"/>
                                    </p:animMotion>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57"/>
                                        </p:tgtEl>
                                        <p:attrNameLst>
                                          <p:attrName>style.visibility</p:attrName>
                                        </p:attrNameLst>
                                      </p:cBhvr>
                                      <p:to>
                                        <p:strVal val="visible"/>
                                      </p:to>
                                    </p:set>
                                    <p:animEffect transition="in" filter="fade">
                                      <p:cBhvr>
                                        <p:cTn id="66" dur="500"/>
                                        <p:tgtEl>
                                          <p:spTgt spid="57"/>
                                        </p:tgtEl>
                                      </p:cBhvr>
                                    </p:animEffect>
                                  </p:childTnLst>
                                </p:cTn>
                              </p:par>
                            </p:childTnLst>
                          </p:cTn>
                        </p:par>
                        <p:par>
                          <p:cTn id="67" fill="hold">
                            <p:stCondLst>
                              <p:cond delay="500"/>
                            </p:stCondLst>
                            <p:childTnLst>
                              <p:par>
                                <p:cTn id="68" presetID="42" presetClass="path" presetSubtype="0" fill="hold" nodeType="afterEffect">
                                  <p:stCondLst>
                                    <p:cond delay="0"/>
                                  </p:stCondLst>
                                  <p:childTnLst>
                                    <p:animMotion origin="layout" path="M -3.95833E-6 -2.31214E-7 L 0.16784 -0.1015 " pathEditMode="relative" rAng="0" ptsTypes="AA">
                                      <p:cBhvr>
                                        <p:cTn id="69" dur="1000" fill="hold"/>
                                        <p:tgtEl>
                                          <p:spTgt spid="57"/>
                                        </p:tgtEl>
                                        <p:attrNameLst>
                                          <p:attrName>ppt_x</p:attrName>
                                          <p:attrName>ppt_y</p:attrName>
                                        </p:attrNameLst>
                                      </p:cBhvr>
                                      <p:rCtr x="8385" y="-5087"/>
                                    </p:animMotion>
                                  </p:childTnLst>
                                </p:cTn>
                              </p:par>
                            </p:childTnLst>
                          </p:cTn>
                        </p:par>
                        <p:par>
                          <p:cTn id="70" fill="hold">
                            <p:stCondLst>
                              <p:cond delay="1500"/>
                            </p:stCondLst>
                            <p:childTnLst>
                              <p:par>
                                <p:cTn id="71" presetID="42" presetClass="path" presetSubtype="0" fill="hold" nodeType="afterEffect">
                                  <p:stCondLst>
                                    <p:cond delay="0"/>
                                  </p:stCondLst>
                                  <p:childTnLst>
                                    <p:animMotion origin="layout" path="M 0.1694 -0.1052 L 0.31797 -0.1052 " pathEditMode="relative" rAng="0" ptsTypes="AA">
                                      <p:cBhvr>
                                        <p:cTn id="72" dur="1000" fill="hold"/>
                                        <p:tgtEl>
                                          <p:spTgt spid="57"/>
                                        </p:tgtEl>
                                        <p:attrNameLst>
                                          <p:attrName>ppt_x</p:attrName>
                                          <p:attrName>ppt_y</p:attrName>
                                        </p:attrNameLst>
                                      </p:cBhvr>
                                      <p:rCtr x="7422" y="0"/>
                                    </p:animMotion>
                                  </p:childTnLst>
                                </p:cTn>
                              </p:par>
                            </p:childTnLst>
                          </p:cTn>
                        </p:par>
                        <p:par>
                          <p:cTn id="73" fill="hold">
                            <p:stCondLst>
                              <p:cond delay="2500"/>
                            </p:stCondLst>
                            <p:childTnLst>
                              <p:par>
                                <p:cTn id="74" presetID="1" presetClass="entr" presetSubtype="0" fill="hold" nodeType="afterEffect">
                                  <p:stCondLst>
                                    <p:cond delay="0"/>
                                  </p:stCondLst>
                                  <p:childTnLst>
                                    <p:set>
                                      <p:cBhvr>
                                        <p:cTn id="75" dur="1" fill="hold">
                                          <p:stCondLst>
                                            <p:cond delay="0"/>
                                          </p:stCondLst>
                                        </p:cTn>
                                        <p:tgtEl>
                                          <p:spTgt spid="60"/>
                                        </p:tgtEl>
                                        <p:attrNameLst>
                                          <p:attrName>style.visibility</p:attrName>
                                        </p:attrNameLst>
                                      </p:cBhvr>
                                      <p:to>
                                        <p:strVal val="visible"/>
                                      </p:to>
                                    </p:set>
                                  </p:childTnLst>
                                </p:cTn>
                              </p:par>
                              <p:par>
                                <p:cTn id="76" presetID="42" presetClass="path" presetSubtype="0" decel="50000" fill="hold" nodeType="withEffect">
                                  <p:stCondLst>
                                    <p:cond delay="0"/>
                                  </p:stCondLst>
                                  <p:childTnLst>
                                    <p:animMotion origin="layout" path="M 0.31797 -0.10405 L 0.46927 -0.23214 " pathEditMode="relative" rAng="0" ptsTypes="AA">
                                      <p:cBhvr>
                                        <p:cTn id="77" dur="1000" fill="hold"/>
                                        <p:tgtEl>
                                          <p:spTgt spid="57"/>
                                        </p:tgtEl>
                                        <p:attrNameLst>
                                          <p:attrName>ppt_x</p:attrName>
                                          <p:attrName>ppt_y</p:attrName>
                                        </p:attrNameLst>
                                      </p:cBhvr>
                                      <p:rCtr x="7565" y="-6405"/>
                                    </p:animMotion>
                                  </p:childTnLst>
                                </p:cTn>
                              </p:par>
                              <p:par>
                                <p:cTn id="78" presetID="42" presetClass="path" presetSubtype="0" decel="50000" fill="hold" nodeType="withEffect">
                                  <p:stCondLst>
                                    <p:cond delay="0"/>
                                  </p:stCondLst>
                                  <p:childTnLst>
                                    <p:animMotion origin="layout" path="M 0.0013 -2.08651E-6 L 0.1527 0.11474 " pathEditMode="relative" rAng="0" ptsTypes="AA">
                                      <p:cBhvr>
                                        <p:cTn id="79" dur="1000" fill="hold"/>
                                        <p:tgtEl>
                                          <p:spTgt spid="60"/>
                                        </p:tgtEl>
                                        <p:attrNameLst>
                                          <p:attrName>ppt_x</p:attrName>
                                          <p:attrName>ppt_y</p:attrName>
                                        </p:attrNameLst>
                                      </p:cBhvr>
                                      <p:rCtr x="7570" y="5737"/>
                                    </p:animMotion>
                                  </p:childTnLst>
                                </p:cTn>
                              </p:par>
                              <p:par>
                                <p:cTn id="80" presetID="42" presetClass="path" presetSubtype="0" accel="50000" decel="50000" fill="hold" nodeType="withEffect">
                                  <p:stCondLst>
                                    <p:cond delay="0"/>
                                  </p:stCondLst>
                                  <p:childTnLst>
                                    <p:animMotion origin="layout" path="M 0.53919 -0.0037 L 0.62031 -0.0037 " pathEditMode="relative" rAng="0" ptsTypes="AA">
                                      <p:cBhvr>
                                        <p:cTn id="81" dur="1000" fill="hold"/>
                                        <p:tgtEl>
                                          <p:spTgt spid="47"/>
                                        </p:tgtEl>
                                        <p:attrNameLst>
                                          <p:attrName>ppt_x</p:attrName>
                                          <p:attrName>ppt_y</p:attrName>
                                        </p:attrNameLst>
                                      </p:cBhvr>
                                      <p:rCtr x="4049" y="0"/>
                                    </p:animMotion>
                                  </p:childTnLst>
                                </p:cTn>
                              </p:par>
                              <p:par>
                                <p:cTn id="82" presetID="42" presetClass="path" presetSubtype="0" accel="50000" decel="50000" fill="hold" nodeType="withEffect">
                                  <p:stCondLst>
                                    <p:cond delay="0"/>
                                  </p:stCondLst>
                                  <p:childTnLst>
                                    <p:animMotion origin="layout" path="M 0.22643 0.11769 L 0.30755 0.11769 " pathEditMode="relative" rAng="0" ptsTypes="AA">
                                      <p:cBhvr>
                                        <p:cTn id="83" dur="1000" fill="hold"/>
                                        <p:tgtEl>
                                          <p:spTgt spid="48"/>
                                        </p:tgtEl>
                                        <p:attrNameLst>
                                          <p:attrName>ppt_x</p:attrName>
                                          <p:attrName>ppt_y</p:attrName>
                                        </p:attrNameLst>
                                      </p:cBhvr>
                                      <p:rCtr x="4049" y="0"/>
                                    </p:animMotion>
                                  </p:childTnLst>
                                </p:cTn>
                              </p:par>
                              <p:par>
                                <p:cTn id="84" presetID="42" presetClass="path" presetSubtype="0" accel="50000" decel="50000" fill="hold" nodeType="withEffect">
                                  <p:stCondLst>
                                    <p:cond delay="0"/>
                                  </p:stCondLst>
                                  <p:childTnLst>
                                    <p:animMotion origin="layout" path="M 0.46562 -0.00393 L 0.53919 -0.00255 " pathEditMode="relative" rAng="0" ptsTypes="AA">
                                      <p:cBhvr>
                                        <p:cTn id="85" dur="1000" fill="hold"/>
                                        <p:tgtEl>
                                          <p:spTgt spid="51"/>
                                        </p:tgtEl>
                                        <p:attrNameLst>
                                          <p:attrName>ppt_x</p:attrName>
                                          <p:attrName>ppt_y</p:attrName>
                                        </p:attrNameLst>
                                      </p:cBhvr>
                                      <p:rCtr x="3672" y="69"/>
                                    </p:animMotion>
                                  </p:childTnLst>
                                </p:cTn>
                              </p:par>
                              <p:par>
                                <p:cTn id="86" presetID="42" presetClass="path" presetSubtype="0" accel="50000" decel="50000" fill="hold" nodeType="withEffect">
                                  <p:stCondLst>
                                    <p:cond delay="0"/>
                                  </p:stCondLst>
                                  <p:childTnLst>
                                    <p:animMotion origin="layout" path="M 0.15273 0.11168 L 0.22643 0.10867 " pathEditMode="relative" rAng="0" ptsTypes="AA">
                                      <p:cBhvr>
                                        <p:cTn id="87" dur="1000" fill="hold"/>
                                        <p:tgtEl>
                                          <p:spTgt spid="54"/>
                                        </p:tgtEl>
                                        <p:attrNameLst>
                                          <p:attrName>ppt_x</p:attrName>
                                          <p:attrName>ppt_y</p:attrName>
                                        </p:attrNameLst>
                                      </p:cBhvr>
                                      <p:rCtr x="3685" y="-162"/>
                                    </p:animMotion>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5"/>
                                        </p:tgtEl>
                                        <p:attrNameLst>
                                          <p:attrName>style.visibility</p:attrName>
                                        </p:attrNameLst>
                                      </p:cBhvr>
                                      <p:to>
                                        <p:strVal val="visible"/>
                                      </p:to>
                                    </p:set>
                                    <p:animEffect transition="in" filter="fade">
                                      <p:cBhvr>
                                        <p:cTn id="92" dur="500"/>
                                        <p:tgtEl>
                                          <p:spTgt spid="5"/>
                                        </p:tgtEl>
                                      </p:cBhvr>
                                    </p:animEffect>
                                  </p:childTnLst>
                                </p:cTn>
                              </p:par>
                            </p:childTnLst>
                          </p:cTn>
                        </p:par>
                        <p:par>
                          <p:cTn id="93" fill="hold">
                            <p:stCondLst>
                              <p:cond delay="500"/>
                            </p:stCondLst>
                            <p:childTnLst>
                              <p:par>
                                <p:cTn id="94" presetID="10" presetClass="entr" presetSubtype="0" fill="hold" grpId="0" nodeType="afterEffect">
                                  <p:stCondLst>
                                    <p:cond delay="0"/>
                                  </p:stCondLst>
                                  <p:childTnLst>
                                    <p:set>
                                      <p:cBhvr>
                                        <p:cTn id="95" dur="1" fill="hold">
                                          <p:stCondLst>
                                            <p:cond delay="0"/>
                                          </p:stCondLst>
                                        </p:cTn>
                                        <p:tgtEl>
                                          <p:spTgt spid="6"/>
                                        </p:tgtEl>
                                        <p:attrNameLst>
                                          <p:attrName>style.visibility</p:attrName>
                                        </p:attrNameLst>
                                      </p:cBhvr>
                                      <p:to>
                                        <p:strVal val="visible"/>
                                      </p:to>
                                    </p:set>
                                    <p:animEffect transition="in" filter="fade">
                                      <p:cBhvr>
                                        <p:cTn id="96" dur="500"/>
                                        <p:tgtEl>
                                          <p:spTgt spid="6"/>
                                        </p:tgtEl>
                                      </p:cBhvr>
                                    </p:animEffect>
                                  </p:childTnLst>
                                </p:cTn>
                              </p:par>
                            </p:childTnLst>
                          </p:cTn>
                        </p:par>
                        <p:par>
                          <p:cTn id="97" fill="hold">
                            <p:stCondLst>
                              <p:cond delay="1000"/>
                            </p:stCondLst>
                            <p:childTnLst>
                              <p:par>
                                <p:cTn id="98" presetID="10" presetClass="entr" presetSubtype="0" fill="hold" grpId="0" nodeType="afterEffect">
                                  <p:stCondLst>
                                    <p:cond delay="0"/>
                                  </p:stCondLst>
                                  <p:childTnLst>
                                    <p:set>
                                      <p:cBhvr>
                                        <p:cTn id="99" dur="1" fill="hold">
                                          <p:stCondLst>
                                            <p:cond delay="0"/>
                                          </p:stCondLst>
                                        </p:cTn>
                                        <p:tgtEl>
                                          <p:spTgt spid="7"/>
                                        </p:tgtEl>
                                        <p:attrNameLst>
                                          <p:attrName>style.visibility</p:attrName>
                                        </p:attrNameLst>
                                      </p:cBhvr>
                                      <p:to>
                                        <p:strVal val="visible"/>
                                      </p:to>
                                    </p:set>
                                    <p:animEffect transition="in" filter="fade">
                                      <p:cBhvr>
                                        <p:cTn id="100" dur="500"/>
                                        <p:tgtEl>
                                          <p:spTgt spid="7"/>
                                        </p:tgtEl>
                                      </p:cBhvr>
                                    </p:animEffect>
                                  </p:childTnLst>
                                </p:cTn>
                              </p:par>
                            </p:childTnLst>
                          </p:cTn>
                        </p:par>
                      </p:childTnLst>
                    </p:cTn>
                  </p:par>
                  <p:par>
                    <p:cTn id="101" fill="hold">
                      <p:stCondLst>
                        <p:cond delay="indefinite"/>
                      </p:stCondLst>
                      <p:childTnLst>
                        <p:par>
                          <p:cTn id="102" fill="hold">
                            <p:stCondLst>
                              <p:cond delay="0"/>
                            </p:stCondLst>
                            <p:childTnLst>
                              <p:par>
                                <p:cTn id="103" presetID="26" presetClass="emph" presetSubtype="0" fill="hold" grpId="1" nodeType="clickEffect">
                                  <p:stCondLst>
                                    <p:cond delay="0"/>
                                  </p:stCondLst>
                                  <p:childTnLst>
                                    <p:animEffect transition="out" filter="fade">
                                      <p:cBhvr>
                                        <p:cTn id="104" dur="500" tmFilter="0, 0; .2, .5; .8, .5; 1, 0"/>
                                        <p:tgtEl>
                                          <p:spTgt spid="6"/>
                                        </p:tgtEl>
                                      </p:cBhvr>
                                    </p:animEffect>
                                    <p:animScale>
                                      <p:cBhvr>
                                        <p:cTn id="105" dur="250" autoRev="1" fill="hold"/>
                                        <p:tgtEl>
                                          <p:spTgt spid="6"/>
                                        </p:tgtEl>
                                      </p:cBhvr>
                                      <p:by x="105000" y="105000"/>
                                    </p:animScale>
                                  </p:childTnLst>
                                </p:cTn>
                              </p:par>
                            </p:childTnLst>
                          </p:cTn>
                        </p:par>
                        <p:par>
                          <p:cTn id="106" fill="hold">
                            <p:stCondLst>
                              <p:cond delay="500"/>
                            </p:stCondLst>
                            <p:childTnLst>
                              <p:par>
                                <p:cTn id="107" presetID="22" presetClass="entr" presetSubtype="2" fill="hold" nodeType="afterEffect">
                                  <p:stCondLst>
                                    <p:cond delay="0"/>
                                  </p:stCondLst>
                                  <p:childTnLst>
                                    <p:set>
                                      <p:cBhvr>
                                        <p:cTn id="108" dur="1" fill="hold">
                                          <p:stCondLst>
                                            <p:cond delay="0"/>
                                          </p:stCondLst>
                                        </p:cTn>
                                        <p:tgtEl>
                                          <p:spTgt spid="36"/>
                                        </p:tgtEl>
                                        <p:attrNameLst>
                                          <p:attrName>style.visibility</p:attrName>
                                        </p:attrNameLst>
                                      </p:cBhvr>
                                      <p:to>
                                        <p:strVal val="visible"/>
                                      </p:to>
                                    </p:set>
                                    <p:animEffect transition="in" filter="wipe(right)">
                                      <p:cBhvr>
                                        <p:cTn id="109" dur="500"/>
                                        <p:tgtEl>
                                          <p:spTgt spid="36"/>
                                        </p:tgtEl>
                                      </p:cBhvr>
                                    </p:animEffect>
                                  </p:childTnLst>
                                </p:cTn>
                              </p:par>
                            </p:childTnLst>
                          </p:cTn>
                        </p:par>
                        <p:par>
                          <p:cTn id="110" fill="hold">
                            <p:stCondLst>
                              <p:cond delay="1000"/>
                            </p:stCondLst>
                            <p:childTnLst>
                              <p:par>
                                <p:cTn id="111" presetID="10" presetClass="exit" presetSubtype="0" fill="hold" nodeType="afterEffect">
                                  <p:stCondLst>
                                    <p:cond delay="0"/>
                                  </p:stCondLst>
                                  <p:childTnLst>
                                    <p:animEffect transition="out" filter="fade">
                                      <p:cBhvr>
                                        <p:cTn id="112" dur="500"/>
                                        <p:tgtEl>
                                          <p:spTgt spid="36"/>
                                        </p:tgtEl>
                                      </p:cBhvr>
                                    </p:animEffect>
                                    <p:set>
                                      <p:cBhvr>
                                        <p:cTn id="113" dur="1" fill="hold">
                                          <p:stCondLst>
                                            <p:cond delay="499"/>
                                          </p:stCondLst>
                                        </p:cTn>
                                        <p:tgtEl>
                                          <p:spTgt spid="36"/>
                                        </p:tgtEl>
                                        <p:attrNameLst>
                                          <p:attrName>style.visibility</p:attrName>
                                        </p:attrNameLst>
                                      </p:cBhvr>
                                      <p:to>
                                        <p:strVal val="hidden"/>
                                      </p:to>
                                    </p:set>
                                  </p:childTnLst>
                                </p:cTn>
                              </p:par>
                            </p:childTnLst>
                          </p:cTn>
                        </p:par>
                        <p:par>
                          <p:cTn id="114" fill="hold">
                            <p:stCondLst>
                              <p:cond delay="1500"/>
                            </p:stCondLst>
                            <p:childTnLst>
                              <p:par>
                                <p:cTn id="115" presetID="42" presetClass="path" presetSubtype="0" accel="50000" decel="50000" fill="hold" nodeType="afterEffect">
                                  <p:stCondLst>
                                    <p:cond delay="0"/>
                                  </p:stCondLst>
                                  <p:childTnLst>
                                    <p:animMotion origin="layout" path="M 0.62031 -0.0037 L 0.79531 0.09618 " pathEditMode="relative" rAng="0" ptsTypes="AA">
                                      <p:cBhvr>
                                        <p:cTn id="116" dur="1000" fill="hold"/>
                                        <p:tgtEl>
                                          <p:spTgt spid="47"/>
                                        </p:tgtEl>
                                        <p:attrNameLst>
                                          <p:attrName>ppt_x</p:attrName>
                                          <p:attrName>ppt_y</p:attrName>
                                        </p:attrNameLst>
                                      </p:cBhvr>
                                      <p:rCtr x="8750" y="4994"/>
                                    </p:animMotion>
                                  </p:childTnLst>
                                </p:cTn>
                              </p:par>
                            </p:childTnLst>
                          </p:cTn>
                        </p:par>
                        <p:par>
                          <p:cTn id="117" fill="hold">
                            <p:stCondLst>
                              <p:cond delay="2500"/>
                            </p:stCondLst>
                            <p:childTnLst>
                              <p:par>
                                <p:cTn id="118" presetID="10" presetClass="entr" presetSubtype="0" fill="hold" grpId="0" nodeType="afterEffect">
                                  <p:stCondLst>
                                    <p:cond delay="0"/>
                                  </p:stCondLst>
                                  <p:childTnLst>
                                    <p:set>
                                      <p:cBhvr>
                                        <p:cTn id="119" dur="1" fill="hold">
                                          <p:stCondLst>
                                            <p:cond delay="0"/>
                                          </p:stCondLst>
                                        </p:cTn>
                                        <p:tgtEl>
                                          <p:spTgt spid="63"/>
                                        </p:tgtEl>
                                        <p:attrNameLst>
                                          <p:attrName>style.visibility</p:attrName>
                                        </p:attrNameLst>
                                      </p:cBhvr>
                                      <p:to>
                                        <p:strVal val="visible"/>
                                      </p:to>
                                    </p:set>
                                    <p:animEffect transition="in" filter="fade">
                                      <p:cBhvr>
                                        <p:cTn id="120" dur="500"/>
                                        <p:tgtEl>
                                          <p:spTgt spid="63"/>
                                        </p:tgtEl>
                                      </p:cBhvr>
                                    </p:animEffect>
                                  </p:childTnLst>
                                </p:cTn>
                              </p:par>
                              <p:par>
                                <p:cTn id="121" presetID="10" presetClass="exit" presetSubtype="0" fill="hold" nodeType="withEffect">
                                  <p:stCondLst>
                                    <p:cond delay="0"/>
                                  </p:stCondLst>
                                  <p:childTnLst>
                                    <p:animEffect transition="out" filter="fade">
                                      <p:cBhvr>
                                        <p:cTn id="122" dur="500"/>
                                        <p:tgtEl>
                                          <p:spTgt spid="47"/>
                                        </p:tgtEl>
                                      </p:cBhvr>
                                    </p:animEffect>
                                    <p:set>
                                      <p:cBhvr>
                                        <p:cTn id="123" dur="1" fill="hold">
                                          <p:stCondLst>
                                            <p:cond delay="499"/>
                                          </p:stCondLst>
                                        </p:cTn>
                                        <p:tgtEl>
                                          <p:spTgt spid="47"/>
                                        </p:tgtEl>
                                        <p:attrNameLst>
                                          <p:attrName>style.visibility</p:attrName>
                                        </p:attrNameLst>
                                      </p:cBhvr>
                                      <p:to>
                                        <p:strVal val="hidden"/>
                                      </p:to>
                                    </p:set>
                                  </p:childTnLst>
                                </p:cTn>
                              </p:par>
                            </p:childTnLst>
                          </p:cTn>
                        </p:par>
                        <p:par>
                          <p:cTn id="124" fill="hold">
                            <p:stCondLst>
                              <p:cond delay="3000"/>
                            </p:stCondLst>
                            <p:childTnLst>
                              <p:par>
                                <p:cTn id="125" presetID="26" presetClass="emph" presetSubtype="0" fill="hold" grpId="1" nodeType="afterEffect">
                                  <p:stCondLst>
                                    <p:cond delay="0"/>
                                  </p:stCondLst>
                                  <p:childTnLst>
                                    <p:animEffect transition="out" filter="fade">
                                      <p:cBhvr>
                                        <p:cTn id="126" dur="500" tmFilter="0, 0; .2, .5; .8, .5; 1, 0"/>
                                        <p:tgtEl>
                                          <p:spTgt spid="7"/>
                                        </p:tgtEl>
                                      </p:cBhvr>
                                    </p:animEffect>
                                    <p:animScale>
                                      <p:cBhvr>
                                        <p:cTn id="127" dur="250" autoRev="1" fill="hold"/>
                                        <p:tgtEl>
                                          <p:spTgt spid="7"/>
                                        </p:tgtEl>
                                      </p:cBhvr>
                                      <p:by x="105000" y="105000"/>
                                    </p:animScale>
                                  </p:childTnLst>
                                </p:cTn>
                              </p:par>
                            </p:childTnLst>
                          </p:cTn>
                        </p:par>
                        <p:par>
                          <p:cTn id="128" fill="hold">
                            <p:stCondLst>
                              <p:cond delay="3500"/>
                            </p:stCondLst>
                            <p:childTnLst>
                              <p:par>
                                <p:cTn id="129" presetID="22" presetClass="entr" presetSubtype="2" fill="hold" nodeType="afterEffect">
                                  <p:stCondLst>
                                    <p:cond delay="0"/>
                                  </p:stCondLst>
                                  <p:childTnLst>
                                    <p:set>
                                      <p:cBhvr>
                                        <p:cTn id="130" dur="1" fill="hold">
                                          <p:stCondLst>
                                            <p:cond delay="0"/>
                                          </p:stCondLst>
                                        </p:cTn>
                                        <p:tgtEl>
                                          <p:spTgt spid="39"/>
                                        </p:tgtEl>
                                        <p:attrNameLst>
                                          <p:attrName>style.visibility</p:attrName>
                                        </p:attrNameLst>
                                      </p:cBhvr>
                                      <p:to>
                                        <p:strVal val="visible"/>
                                      </p:to>
                                    </p:set>
                                    <p:animEffect transition="in" filter="wipe(right)">
                                      <p:cBhvr>
                                        <p:cTn id="131" dur="500"/>
                                        <p:tgtEl>
                                          <p:spTgt spid="39"/>
                                        </p:tgtEl>
                                      </p:cBhvr>
                                    </p:animEffect>
                                  </p:childTnLst>
                                </p:cTn>
                              </p:par>
                            </p:childTnLst>
                          </p:cTn>
                        </p:par>
                        <p:par>
                          <p:cTn id="132" fill="hold">
                            <p:stCondLst>
                              <p:cond delay="4000"/>
                            </p:stCondLst>
                            <p:childTnLst>
                              <p:par>
                                <p:cTn id="133" presetID="10" presetClass="exit" presetSubtype="0" fill="hold" nodeType="afterEffect">
                                  <p:stCondLst>
                                    <p:cond delay="0"/>
                                  </p:stCondLst>
                                  <p:childTnLst>
                                    <p:animEffect transition="out" filter="fade">
                                      <p:cBhvr>
                                        <p:cTn id="134" dur="500"/>
                                        <p:tgtEl>
                                          <p:spTgt spid="39"/>
                                        </p:tgtEl>
                                      </p:cBhvr>
                                    </p:animEffect>
                                    <p:set>
                                      <p:cBhvr>
                                        <p:cTn id="135" dur="1" fill="hold">
                                          <p:stCondLst>
                                            <p:cond delay="499"/>
                                          </p:stCondLst>
                                        </p:cTn>
                                        <p:tgtEl>
                                          <p:spTgt spid="39"/>
                                        </p:tgtEl>
                                        <p:attrNameLst>
                                          <p:attrName>style.visibility</p:attrName>
                                        </p:attrNameLst>
                                      </p:cBhvr>
                                      <p:to>
                                        <p:strVal val="hidden"/>
                                      </p:to>
                                    </p:set>
                                  </p:childTnLst>
                                </p:cTn>
                              </p:par>
                            </p:childTnLst>
                          </p:cTn>
                        </p:par>
                        <p:par>
                          <p:cTn id="136" fill="hold">
                            <p:stCondLst>
                              <p:cond delay="4500"/>
                            </p:stCondLst>
                            <p:childTnLst>
                              <p:par>
                                <p:cTn id="137" presetID="42" presetClass="path" presetSubtype="0" accel="50000" decel="50000" fill="hold" nodeType="afterEffect">
                                  <p:stCondLst>
                                    <p:cond delay="0"/>
                                  </p:stCondLst>
                                  <p:childTnLst>
                                    <p:animMotion origin="layout" path="M 0.30755 0.11769 L 0.48255 0.21456 " pathEditMode="relative" rAng="0" ptsTypes="AA">
                                      <p:cBhvr>
                                        <p:cTn id="138" dur="1000" fill="hold"/>
                                        <p:tgtEl>
                                          <p:spTgt spid="48"/>
                                        </p:tgtEl>
                                        <p:attrNameLst>
                                          <p:attrName>ppt_x</p:attrName>
                                          <p:attrName>ppt_y</p:attrName>
                                        </p:attrNameLst>
                                      </p:cBhvr>
                                      <p:rCtr x="8750" y="4832"/>
                                    </p:animMotion>
                                  </p:childTnLst>
                                </p:cTn>
                              </p:par>
                            </p:childTnLst>
                          </p:cTn>
                        </p:par>
                        <p:par>
                          <p:cTn id="139" fill="hold">
                            <p:stCondLst>
                              <p:cond delay="5500"/>
                            </p:stCondLst>
                            <p:childTnLst>
                              <p:par>
                                <p:cTn id="140" presetID="10" presetClass="exit" presetSubtype="0" fill="hold" nodeType="afterEffect">
                                  <p:stCondLst>
                                    <p:cond delay="0"/>
                                  </p:stCondLst>
                                  <p:childTnLst>
                                    <p:animEffect transition="out" filter="fade">
                                      <p:cBhvr>
                                        <p:cTn id="141" dur="500"/>
                                        <p:tgtEl>
                                          <p:spTgt spid="48"/>
                                        </p:tgtEl>
                                      </p:cBhvr>
                                    </p:animEffect>
                                    <p:set>
                                      <p:cBhvr>
                                        <p:cTn id="142" dur="1" fill="hold">
                                          <p:stCondLst>
                                            <p:cond delay="499"/>
                                          </p:stCondLst>
                                        </p:cTn>
                                        <p:tgtEl>
                                          <p:spTgt spid="48"/>
                                        </p:tgtEl>
                                        <p:attrNameLst>
                                          <p:attrName>style.visibility</p:attrName>
                                        </p:attrNameLst>
                                      </p:cBhvr>
                                      <p:to>
                                        <p:strVal val="hidden"/>
                                      </p:to>
                                    </p:set>
                                  </p:childTnLst>
                                </p:cTn>
                              </p:par>
                            </p:childTnLst>
                          </p:cTn>
                        </p:par>
                        <p:par>
                          <p:cTn id="143" fill="hold">
                            <p:stCondLst>
                              <p:cond delay="6000"/>
                            </p:stCondLst>
                            <p:childTnLst>
                              <p:par>
                                <p:cTn id="144" presetID="10" presetClass="entr" presetSubtype="0" fill="hold" grpId="0" nodeType="afterEffect">
                                  <p:stCondLst>
                                    <p:cond delay="0"/>
                                  </p:stCondLst>
                                  <p:childTnLst>
                                    <p:set>
                                      <p:cBhvr>
                                        <p:cTn id="145" dur="1" fill="hold">
                                          <p:stCondLst>
                                            <p:cond delay="0"/>
                                          </p:stCondLst>
                                        </p:cTn>
                                        <p:tgtEl>
                                          <p:spTgt spid="64"/>
                                        </p:tgtEl>
                                        <p:attrNameLst>
                                          <p:attrName>style.visibility</p:attrName>
                                        </p:attrNameLst>
                                      </p:cBhvr>
                                      <p:to>
                                        <p:strVal val="visible"/>
                                      </p:to>
                                    </p:set>
                                    <p:animEffect transition="in" filter="fade">
                                      <p:cBhvr>
                                        <p:cTn id="146" dur="500"/>
                                        <p:tgtEl>
                                          <p:spTgt spid="64"/>
                                        </p:tgtEl>
                                      </p:cBhvr>
                                    </p:animEffect>
                                  </p:childTnLst>
                                </p:cTn>
                              </p:par>
                            </p:childTnLst>
                          </p:cTn>
                        </p:par>
                        <p:par>
                          <p:cTn id="147" fill="hold">
                            <p:stCondLst>
                              <p:cond delay="6500"/>
                            </p:stCondLst>
                            <p:childTnLst>
                              <p:par>
                                <p:cTn id="148" presetID="26" presetClass="emph" presetSubtype="0" fill="hold" grpId="2" nodeType="afterEffect">
                                  <p:stCondLst>
                                    <p:cond delay="0"/>
                                  </p:stCondLst>
                                  <p:childTnLst>
                                    <p:animEffect transition="out" filter="fade">
                                      <p:cBhvr>
                                        <p:cTn id="149" dur="500" tmFilter="0, 0; .2, .5; .8, .5; 1, 0"/>
                                        <p:tgtEl>
                                          <p:spTgt spid="7"/>
                                        </p:tgtEl>
                                      </p:cBhvr>
                                    </p:animEffect>
                                    <p:animScale>
                                      <p:cBhvr>
                                        <p:cTn id="150" dur="250" autoRev="1" fill="hold"/>
                                        <p:tgtEl>
                                          <p:spTgt spid="7"/>
                                        </p:tgtEl>
                                      </p:cBhvr>
                                      <p:by x="105000" y="105000"/>
                                    </p:animScale>
                                  </p:childTnLst>
                                </p:cTn>
                              </p:par>
                            </p:childTnLst>
                          </p:cTn>
                        </p:par>
                        <p:par>
                          <p:cTn id="151" fill="hold">
                            <p:stCondLst>
                              <p:cond delay="7000"/>
                            </p:stCondLst>
                            <p:childTnLst>
                              <p:par>
                                <p:cTn id="152" presetID="22" presetClass="entr" presetSubtype="4" fill="hold" nodeType="afterEffect">
                                  <p:stCondLst>
                                    <p:cond delay="0"/>
                                  </p:stCondLst>
                                  <p:childTnLst>
                                    <p:set>
                                      <p:cBhvr>
                                        <p:cTn id="153" dur="1" fill="hold">
                                          <p:stCondLst>
                                            <p:cond delay="0"/>
                                          </p:stCondLst>
                                        </p:cTn>
                                        <p:tgtEl>
                                          <p:spTgt spid="39"/>
                                        </p:tgtEl>
                                        <p:attrNameLst>
                                          <p:attrName>style.visibility</p:attrName>
                                        </p:attrNameLst>
                                      </p:cBhvr>
                                      <p:to>
                                        <p:strVal val="visible"/>
                                      </p:to>
                                    </p:set>
                                    <p:animEffect transition="in" filter="wipe(down)">
                                      <p:cBhvr>
                                        <p:cTn id="154" dur="500"/>
                                        <p:tgtEl>
                                          <p:spTgt spid="39"/>
                                        </p:tgtEl>
                                      </p:cBhvr>
                                    </p:animEffect>
                                  </p:childTnLst>
                                </p:cTn>
                              </p:par>
                            </p:childTnLst>
                          </p:cTn>
                        </p:par>
                        <p:par>
                          <p:cTn id="155" fill="hold">
                            <p:stCondLst>
                              <p:cond delay="7500"/>
                            </p:stCondLst>
                            <p:childTnLst>
                              <p:par>
                                <p:cTn id="156" presetID="10" presetClass="exit" presetSubtype="0" fill="hold" nodeType="afterEffect">
                                  <p:stCondLst>
                                    <p:cond delay="0"/>
                                  </p:stCondLst>
                                  <p:childTnLst>
                                    <p:animEffect transition="out" filter="fade">
                                      <p:cBhvr>
                                        <p:cTn id="157" dur="500"/>
                                        <p:tgtEl>
                                          <p:spTgt spid="39"/>
                                        </p:tgtEl>
                                      </p:cBhvr>
                                    </p:animEffect>
                                    <p:set>
                                      <p:cBhvr>
                                        <p:cTn id="158" dur="1" fill="hold">
                                          <p:stCondLst>
                                            <p:cond delay="499"/>
                                          </p:stCondLst>
                                        </p:cTn>
                                        <p:tgtEl>
                                          <p:spTgt spid="39"/>
                                        </p:tgtEl>
                                        <p:attrNameLst>
                                          <p:attrName>style.visibility</p:attrName>
                                        </p:attrNameLst>
                                      </p:cBhvr>
                                      <p:to>
                                        <p:strVal val="hidden"/>
                                      </p:to>
                                    </p:set>
                                  </p:childTnLst>
                                </p:cTn>
                              </p:par>
                            </p:childTnLst>
                          </p:cTn>
                        </p:par>
                        <p:par>
                          <p:cTn id="159" fill="hold">
                            <p:stCondLst>
                              <p:cond delay="8000"/>
                            </p:stCondLst>
                            <p:childTnLst>
                              <p:par>
                                <p:cTn id="160" presetID="42" presetClass="path" presetSubtype="0" accel="50000" decel="50000" fill="hold" nodeType="afterEffect">
                                  <p:stCondLst>
                                    <p:cond delay="0"/>
                                  </p:stCondLst>
                                  <p:childTnLst>
                                    <p:animMotion origin="layout" path="M 0.22643 0.11469 L 0.48255 0.28925 " pathEditMode="relative" rAng="0" ptsTypes="AA">
                                      <p:cBhvr>
                                        <p:cTn id="161" dur="1250" fill="hold"/>
                                        <p:tgtEl>
                                          <p:spTgt spid="54"/>
                                        </p:tgtEl>
                                        <p:attrNameLst>
                                          <p:attrName>ppt_x</p:attrName>
                                          <p:attrName>ppt_y</p:attrName>
                                        </p:attrNameLst>
                                      </p:cBhvr>
                                      <p:rCtr x="12799" y="8717"/>
                                    </p:animMotion>
                                  </p:childTnLst>
                                </p:cTn>
                              </p:par>
                            </p:childTnLst>
                          </p:cTn>
                        </p:par>
                        <p:par>
                          <p:cTn id="162" fill="hold">
                            <p:stCondLst>
                              <p:cond delay="9250"/>
                            </p:stCondLst>
                            <p:childTnLst>
                              <p:par>
                                <p:cTn id="163" presetID="10" presetClass="exit" presetSubtype="0" fill="hold" nodeType="afterEffect">
                                  <p:stCondLst>
                                    <p:cond delay="0"/>
                                  </p:stCondLst>
                                  <p:childTnLst>
                                    <p:animEffect transition="out" filter="fade">
                                      <p:cBhvr>
                                        <p:cTn id="164" dur="500"/>
                                        <p:tgtEl>
                                          <p:spTgt spid="54"/>
                                        </p:tgtEl>
                                      </p:cBhvr>
                                    </p:animEffect>
                                    <p:set>
                                      <p:cBhvr>
                                        <p:cTn id="165" dur="1" fill="hold">
                                          <p:stCondLst>
                                            <p:cond delay="499"/>
                                          </p:stCondLst>
                                        </p:cTn>
                                        <p:tgtEl>
                                          <p:spTgt spid="54"/>
                                        </p:tgtEl>
                                        <p:attrNameLst>
                                          <p:attrName>style.visibility</p:attrName>
                                        </p:attrNameLst>
                                      </p:cBhvr>
                                      <p:to>
                                        <p:strVal val="hidden"/>
                                      </p:to>
                                    </p:set>
                                  </p:childTnLst>
                                </p:cTn>
                              </p:par>
                              <p:par>
                                <p:cTn id="166" presetID="10" presetClass="entr" presetSubtype="0" fill="hold" grpId="0" nodeType="withEffect">
                                  <p:stCondLst>
                                    <p:cond delay="0"/>
                                  </p:stCondLst>
                                  <p:childTnLst>
                                    <p:set>
                                      <p:cBhvr>
                                        <p:cTn id="167" dur="1" fill="hold">
                                          <p:stCondLst>
                                            <p:cond delay="0"/>
                                          </p:stCondLst>
                                        </p:cTn>
                                        <p:tgtEl>
                                          <p:spTgt spid="65"/>
                                        </p:tgtEl>
                                        <p:attrNameLst>
                                          <p:attrName>style.visibility</p:attrName>
                                        </p:attrNameLst>
                                      </p:cBhvr>
                                      <p:to>
                                        <p:strVal val="visible"/>
                                      </p:to>
                                    </p:set>
                                    <p:animEffect transition="in" filter="fade">
                                      <p:cBhvr>
                                        <p:cTn id="168" dur="500"/>
                                        <p:tgtEl>
                                          <p:spTgt spid="65"/>
                                        </p:tgtEl>
                                      </p:cBhvr>
                                    </p:animEffect>
                                  </p:childTnLst>
                                </p:cTn>
                              </p:par>
                            </p:childTnLst>
                          </p:cTn>
                        </p:par>
                        <p:par>
                          <p:cTn id="169" fill="hold">
                            <p:stCondLst>
                              <p:cond delay="9750"/>
                            </p:stCondLst>
                            <p:childTnLst>
                              <p:par>
                                <p:cTn id="170" presetID="47" presetClass="entr" presetSubtype="0" fill="hold" nodeType="afterEffect">
                                  <p:stCondLst>
                                    <p:cond delay="0"/>
                                  </p:stCondLst>
                                  <p:childTnLst>
                                    <p:set>
                                      <p:cBhvr>
                                        <p:cTn id="171" dur="1" fill="hold">
                                          <p:stCondLst>
                                            <p:cond delay="0"/>
                                          </p:stCondLst>
                                        </p:cTn>
                                        <p:tgtEl>
                                          <p:spTgt spid="80"/>
                                        </p:tgtEl>
                                        <p:attrNameLst>
                                          <p:attrName>style.visibility</p:attrName>
                                        </p:attrNameLst>
                                      </p:cBhvr>
                                      <p:to>
                                        <p:strVal val="visible"/>
                                      </p:to>
                                    </p:set>
                                    <p:animEffect transition="in" filter="fade">
                                      <p:cBhvr>
                                        <p:cTn id="172" dur="1000"/>
                                        <p:tgtEl>
                                          <p:spTgt spid="80"/>
                                        </p:tgtEl>
                                      </p:cBhvr>
                                    </p:animEffect>
                                    <p:anim calcmode="lin" valueType="num">
                                      <p:cBhvr>
                                        <p:cTn id="173" dur="1000" fill="hold"/>
                                        <p:tgtEl>
                                          <p:spTgt spid="80"/>
                                        </p:tgtEl>
                                        <p:attrNameLst>
                                          <p:attrName>ppt_x</p:attrName>
                                        </p:attrNameLst>
                                      </p:cBhvr>
                                      <p:tavLst>
                                        <p:tav tm="0">
                                          <p:val>
                                            <p:strVal val="#ppt_x"/>
                                          </p:val>
                                        </p:tav>
                                        <p:tav tm="100000">
                                          <p:val>
                                            <p:strVal val="#ppt_x"/>
                                          </p:val>
                                        </p:tav>
                                      </p:tavLst>
                                    </p:anim>
                                    <p:anim calcmode="lin" valueType="num">
                                      <p:cBhvr>
                                        <p:cTn id="174"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nodeType="clickEffect">
                                  <p:stCondLst>
                                    <p:cond delay="0"/>
                                  </p:stCondLst>
                                  <p:childTnLst>
                                    <p:set>
                                      <p:cBhvr>
                                        <p:cTn id="178" dur="1" fill="hold">
                                          <p:stCondLst>
                                            <p:cond delay="0"/>
                                          </p:stCondLst>
                                        </p:cTn>
                                        <p:tgtEl>
                                          <p:spTgt spid="69"/>
                                        </p:tgtEl>
                                        <p:attrNameLst>
                                          <p:attrName>style.visibility</p:attrName>
                                        </p:attrNameLst>
                                      </p:cBhvr>
                                      <p:to>
                                        <p:strVal val="visible"/>
                                      </p:to>
                                    </p:set>
                                    <p:animEffect transition="in" filter="fade">
                                      <p:cBhvr>
                                        <p:cTn id="179" dur="500"/>
                                        <p:tgtEl>
                                          <p:spTgt spid="69"/>
                                        </p:tgtEl>
                                      </p:cBhvr>
                                    </p:animEffect>
                                  </p:childTnLst>
                                </p:cTn>
                              </p:par>
                            </p:childTnLst>
                          </p:cTn>
                        </p:par>
                        <p:par>
                          <p:cTn id="180" fill="hold">
                            <p:stCondLst>
                              <p:cond delay="500"/>
                            </p:stCondLst>
                            <p:childTnLst>
                              <p:par>
                                <p:cTn id="181" presetID="42" presetClass="path" presetSubtype="0" fill="hold" nodeType="afterEffect">
                                  <p:stCondLst>
                                    <p:cond delay="0"/>
                                  </p:stCondLst>
                                  <p:childTnLst>
                                    <p:animMotion origin="layout" path="M -3.95833E-6 -2.31214E-7 L 0.16784 -0.1015 " pathEditMode="relative" rAng="0" ptsTypes="AA">
                                      <p:cBhvr>
                                        <p:cTn id="182" dur="1000" fill="hold"/>
                                        <p:tgtEl>
                                          <p:spTgt spid="69"/>
                                        </p:tgtEl>
                                        <p:attrNameLst>
                                          <p:attrName>ppt_x</p:attrName>
                                          <p:attrName>ppt_y</p:attrName>
                                        </p:attrNameLst>
                                      </p:cBhvr>
                                      <p:rCtr x="8385" y="-5087"/>
                                    </p:animMotion>
                                  </p:childTnLst>
                                </p:cTn>
                              </p:par>
                            </p:childTnLst>
                          </p:cTn>
                        </p:par>
                        <p:par>
                          <p:cTn id="183" fill="hold">
                            <p:stCondLst>
                              <p:cond delay="1500"/>
                            </p:stCondLst>
                            <p:childTnLst>
                              <p:par>
                                <p:cTn id="184" presetID="42" presetClass="path" presetSubtype="0" fill="hold" nodeType="afterEffect">
                                  <p:stCondLst>
                                    <p:cond delay="0"/>
                                  </p:stCondLst>
                                  <p:childTnLst>
                                    <p:animMotion origin="layout" path="M 0.1694 -0.1052 L 0.31797 -0.1052 " pathEditMode="relative" rAng="0" ptsTypes="AA">
                                      <p:cBhvr>
                                        <p:cTn id="185" dur="1000" fill="hold"/>
                                        <p:tgtEl>
                                          <p:spTgt spid="69"/>
                                        </p:tgtEl>
                                        <p:attrNameLst>
                                          <p:attrName>ppt_x</p:attrName>
                                          <p:attrName>ppt_y</p:attrName>
                                        </p:attrNameLst>
                                      </p:cBhvr>
                                      <p:rCtr x="7422" y="0"/>
                                    </p:animMotion>
                                  </p:childTnLst>
                                </p:cTn>
                              </p:par>
                            </p:childTnLst>
                          </p:cTn>
                        </p:par>
                        <p:par>
                          <p:cTn id="186" fill="hold">
                            <p:stCondLst>
                              <p:cond delay="2500"/>
                            </p:stCondLst>
                            <p:childTnLst>
                              <p:par>
                                <p:cTn id="187" presetID="42" presetClass="path" presetSubtype="0" decel="50000" fill="hold" nodeType="afterEffect">
                                  <p:stCondLst>
                                    <p:cond delay="0"/>
                                  </p:stCondLst>
                                  <p:childTnLst>
                                    <p:animMotion origin="layout" path="M 0.31797 -0.10404 L 0.46914 0.01064 " pathEditMode="relative" rAng="0" ptsTypes="AA">
                                      <p:cBhvr>
                                        <p:cTn id="188" dur="1000" fill="hold"/>
                                        <p:tgtEl>
                                          <p:spTgt spid="69"/>
                                        </p:tgtEl>
                                        <p:attrNameLst>
                                          <p:attrName>ppt_x</p:attrName>
                                          <p:attrName>ppt_y</p:attrName>
                                        </p:attrNameLst>
                                      </p:cBhvr>
                                      <p:rCtr x="7552" y="5734"/>
                                    </p:animMotion>
                                  </p:childTnLst>
                                </p:cTn>
                              </p:par>
                              <p:par>
                                <p:cTn id="189" presetID="42" presetClass="path" presetSubtype="0" accel="50000" decel="50000" fill="hold" nodeType="withEffect">
                                  <p:stCondLst>
                                    <p:cond delay="0"/>
                                  </p:stCondLst>
                                  <p:childTnLst>
                                    <p:animMotion origin="layout" path="M 0.15273 0.11168 L 0.22643 0.10867 " pathEditMode="relative" rAng="0" ptsTypes="AA">
                                      <p:cBhvr>
                                        <p:cTn id="190" dur="1000" fill="hold"/>
                                        <p:tgtEl>
                                          <p:spTgt spid="60"/>
                                        </p:tgtEl>
                                        <p:attrNameLst>
                                          <p:attrName>ppt_x</p:attrName>
                                          <p:attrName>ppt_y</p:attrName>
                                        </p:attrNameLst>
                                      </p:cBhvr>
                                      <p:rCtr x="3685" y="-162"/>
                                    </p:animMotion>
                                  </p:childTnLst>
                                </p:cTn>
                              </p:par>
                            </p:childTnLst>
                          </p:cTn>
                        </p:par>
                      </p:childTnLst>
                    </p:cTn>
                  </p:par>
                  <p:par>
                    <p:cTn id="191" fill="hold">
                      <p:stCondLst>
                        <p:cond delay="indefinite"/>
                      </p:stCondLst>
                      <p:childTnLst>
                        <p:par>
                          <p:cTn id="192" fill="hold">
                            <p:stCondLst>
                              <p:cond delay="0"/>
                            </p:stCondLst>
                            <p:childTnLst>
                              <p:par>
                                <p:cTn id="193" presetID="10" presetClass="entr" presetSubtype="0" fill="hold" nodeType="clickEffect">
                                  <p:stCondLst>
                                    <p:cond delay="0"/>
                                  </p:stCondLst>
                                  <p:childTnLst>
                                    <p:set>
                                      <p:cBhvr>
                                        <p:cTn id="194" dur="1" fill="hold">
                                          <p:stCondLst>
                                            <p:cond delay="0"/>
                                          </p:stCondLst>
                                        </p:cTn>
                                        <p:tgtEl>
                                          <p:spTgt spid="72"/>
                                        </p:tgtEl>
                                        <p:attrNameLst>
                                          <p:attrName>style.visibility</p:attrName>
                                        </p:attrNameLst>
                                      </p:cBhvr>
                                      <p:to>
                                        <p:strVal val="visible"/>
                                      </p:to>
                                    </p:set>
                                    <p:animEffect transition="in" filter="fade">
                                      <p:cBhvr>
                                        <p:cTn id="195" dur="500"/>
                                        <p:tgtEl>
                                          <p:spTgt spid="72"/>
                                        </p:tgtEl>
                                      </p:cBhvr>
                                    </p:animEffect>
                                  </p:childTnLst>
                                </p:cTn>
                              </p:par>
                            </p:childTnLst>
                          </p:cTn>
                        </p:par>
                        <p:par>
                          <p:cTn id="196" fill="hold">
                            <p:stCondLst>
                              <p:cond delay="500"/>
                            </p:stCondLst>
                            <p:childTnLst>
                              <p:par>
                                <p:cTn id="197" presetID="42" presetClass="path" presetSubtype="0" fill="hold" nodeType="afterEffect">
                                  <p:stCondLst>
                                    <p:cond delay="0"/>
                                  </p:stCondLst>
                                  <p:childTnLst>
                                    <p:animMotion origin="layout" path="M -3.95833E-6 -2.31214E-7 L 0.16784 -0.1015 " pathEditMode="relative" rAng="0" ptsTypes="AA">
                                      <p:cBhvr>
                                        <p:cTn id="198" dur="1000" fill="hold"/>
                                        <p:tgtEl>
                                          <p:spTgt spid="72"/>
                                        </p:tgtEl>
                                        <p:attrNameLst>
                                          <p:attrName>ppt_x</p:attrName>
                                          <p:attrName>ppt_y</p:attrName>
                                        </p:attrNameLst>
                                      </p:cBhvr>
                                      <p:rCtr x="8385" y="-5087"/>
                                    </p:animMotion>
                                  </p:childTnLst>
                                </p:cTn>
                              </p:par>
                            </p:childTnLst>
                          </p:cTn>
                        </p:par>
                        <p:par>
                          <p:cTn id="199" fill="hold">
                            <p:stCondLst>
                              <p:cond delay="1500"/>
                            </p:stCondLst>
                            <p:childTnLst>
                              <p:par>
                                <p:cTn id="200" presetID="42" presetClass="path" presetSubtype="0" fill="hold" nodeType="afterEffect">
                                  <p:stCondLst>
                                    <p:cond delay="0"/>
                                  </p:stCondLst>
                                  <p:childTnLst>
                                    <p:animMotion origin="layout" path="M 0.1694 -0.1052 L 0.31797 -0.1052 " pathEditMode="relative" rAng="0" ptsTypes="AA">
                                      <p:cBhvr>
                                        <p:cTn id="201" dur="1000" fill="hold"/>
                                        <p:tgtEl>
                                          <p:spTgt spid="72"/>
                                        </p:tgtEl>
                                        <p:attrNameLst>
                                          <p:attrName>ppt_x</p:attrName>
                                          <p:attrName>ppt_y</p:attrName>
                                        </p:attrNameLst>
                                      </p:cBhvr>
                                      <p:rCtr x="7422" y="0"/>
                                    </p:animMotion>
                                  </p:childTnLst>
                                </p:cTn>
                              </p:par>
                            </p:childTnLst>
                          </p:cTn>
                        </p:par>
                        <p:par>
                          <p:cTn id="202" fill="hold">
                            <p:stCondLst>
                              <p:cond delay="2500"/>
                            </p:stCondLst>
                            <p:childTnLst>
                              <p:par>
                                <p:cTn id="203" presetID="1" presetClass="entr" presetSubtype="0" fill="hold" nodeType="afterEffect">
                                  <p:stCondLst>
                                    <p:cond delay="0"/>
                                  </p:stCondLst>
                                  <p:childTnLst>
                                    <p:set>
                                      <p:cBhvr>
                                        <p:cTn id="204" dur="1" fill="hold">
                                          <p:stCondLst>
                                            <p:cond delay="0"/>
                                          </p:stCondLst>
                                        </p:cTn>
                                        <p:tgtEl>
                                          <p:spTgt spid="75"/>
                                        </p:tgtEl>
                                        <p:attrNameLst>
                                          <p:attrName>style.visibility</p:attrName>
                                        </p:attrNameLst>
                                      </p:cBhvr>
                                      <p:to>
                                        <p:strVal val="visible"/>
                                      </p:to>
                                    </p:set>
                                  </p:childTnLst>
                                </p:cTn>
                              </p:par>
                              <p:par>
                                <p:cTn id="205" presetID="42" presetClass="path" presetSubtype="0" decel="50000" fill="hold" nodeType="withEffect">
                                  <p:stCondLst>
                                    <p:cond delay="0"/>
                                  </p:stCondLst>
                                  <p:childTnLst>
                                    <p:animMotion origin="layout" path="M 0.0013 -2.08651E-6 L 0.1527 0.11474 " pathEditMode="relative" rAng="0" ptsTypes="AA">
                                      <p:cBhvr>
                                        <p:cTn id="206" dur="1000" fill="hold"/>
                                        <p:tgtEl>
                                          <p:spTgt spid="75"/>
                                        </p:tgtEl>
                                        <p:attrNameLst>
                                          <p:attrName>ppt_x</p:attrName>
                                          <p:attrName>ppt_y</p:attrName>
                                        </p:attrNameLst>
                                      </p:cBhvr>
                                      <p:rCtr x="7570" y="5737"/>
                                    </p:animMotion>
                                  </p:childTnLst>
                                </p:cTn>
                              </p:par>
                              <p:par>
                                <p:cTn id="207" presetID="42" presetClass="path" presetSubtype="0" decel="50000" fill="hold" nodeType="withEffect">
                                  <p:stCondLst>
                                    <p:cond delay="0"/>
                                  </p:stCondLst>
                                  <p:childTnLst>
                                    <p:animMotion origin="layout" path="M 0.31797 -0.10404 L 0.46914 -0.23352 " pathEditMode="relative" rAng="0" ptsTypes="AA">
                                      <p:cBhvr>
                                        <p:cTn id="208" dur="1000" fill="hold"/>
                                        <p:tgtEl>
                                          <p:spTgt spid="72"/>
                                        </p:tgtEl>
                                        <p:attrNameLst>
                                          <p:attrName>ppt_x</p:attrName>
                                          <p:attrName>ppt_y</p:attrName>
                                        </p:attrNameLst>
                                      </p:cBhvr>
                                      <p:rCtr x="7552" y="-6474"/>
                                    </p:animMotion>
                                  </p:childTnLst>
                                </p:cTn>
                              </p:par>
                              <p:par>
                                <p:cTn id="209" presetID="42" presetClass="path" presetSubtype="0" accel="50000" decel="50000" fill="hold" nodeType="withEffect">
                                  <p:stCondLst>
                                    <p:cond delay="0"/>
                                  </p:stCondLst>
                                  <p:childTnLst>
                                    <p:animMotion origin="layout" path="M 0.53919 -0.00393 L 0.62031 -0.00393 " pathEditMode="relative" rAng="0" ptsTypes="AA">
                                      <p:cBhvr>
                                        <p:cTn id="210" dur="1000" fill="hold"/>
                                        <p:tgtEl>
                                          <p:spTgt spid="51"/>
                                        </p:tgtEl>
                                        <p:attrNameLst>
                                          <p:attrName>ppt_x</p:attrName>
                                          <p:attrName>ppt_y</p:attrName>
                                        </p:attrNameLst>
                                      </p:cBhvr>
                                      <p:rCtr x="4049" y="0"/>
                                    </p:animMotion>
                                  </p:childTnLst>
                                </p:cTn>
                              </p:par>
                              <p:par>
                                <p:cTn id="211" presetID="42" presetClass="path" presetSubtype="0" accel="50000" decel="50000" fill="hold" nodeType="withEffect">
                                  <p:stCondLst>
                                    <p:cond delay="0"/>
                                  </p:stCondLst>
                                  <p:childTnLst>
                                    <p:animMotion origin="layout" path="M 0.46927 -0.23352 L 0.54284 -0.23352 " pathEditMode="relative" rAng="0" ptsTypes="AA">
                                      <p:cBhvr>
                                        <p:cTn id="212" dur="1000" fill="hold"/>
                                        <p:tgtEl>
                                          <p:spTgt spid="57"/>
                                        </p:tgtEl>
                                        <p:attrNameLst>
                                          <p:attrName>ppt_x</p:attrName>
                                          <p:attrName>ppt_y</p:attrName>
                                        </p:attrNameLst>
                                      </p:cBhvr>
                                      <p:rCtr x="3672" y="0"/>
                                    </p:animMotion>
                                  </p:childTnLst>
                                </p:cTn>
                              </p:par>
                              <p:par>
                                <p:cTn id="213" presetID="42" presetClass="path" presetSubtype="0" accel="50000" decel="50000" fill="hold" nodeType="withEffect">
                                  <p:stCondLst>
                                    <p:cond delay="0"/>
                                  </p:stCondLst>
                                  <p:childTnLst>
                                    <p:animMotion origin="layout" path="M 0.22643 0.11469 L 0.30755 0.11353 " pathEditMode="relative" rAng="0" ptsTypes="AA">
                                      <p:cBhvr>
                                        <p:cTn id="214" dur="1000" fill="hold"/>
                                        <p:tgtEl>
                                          <p:spTgt spid="60"/>
                                        </p:tgtEl>
                                        <p:attrNameLst>
                                          <p:attrName>ppt_x</p:attrName>
                                          <p:attrName>ppt_y</p:attrName>
                                        </p:attrNameLst>
                                      </p:cBhvr>
                                      <p:rCtr x="4049" y="-69"/>
                                    </p:animMotion>
                                  </p:childTnLst>
                                </p:cTn>
                              </p:par>
                              <p:par>
                                <p:cTn id="215" presetID="42" presetClass="path" presetSubtype="0" accel="50000" decel="50000" fill="hold" nodeType="withEffect">
                                  <p:stCondLst>
                                    <p:cond delay="0"/>
                                  </p:stCondLst>
                                  <p:childTnLst>
                                    <p:animMotion origin="layout" path="M 0.46914 0.01064 L 0.54284 0.01365 " pathEditMode="relative" rAng="0" ptsTypes="AA">
                                      <p:cBhvr>
                                        <p:cTn id="216" dur="1000" fill="hold"/>
                                        <p:tgtEl>
                                          <p:spTgt spid="69"/>
                                        </p:tgtEl>
                                        <p:attrNameLst>
                                          <p:attrName>ppt_x</p:attrName>
                                          <p:attrName>ppt_y</p:attrName>
                                        </p:attrNameLst>
                                      </p:cBhvr>
                                      <p:rCtr x="3685" y="139"/>
                                    </p:animMotion>
                                  </p:childTnLst>
                                </p:cTn>
                              </p:par>
                            </p:childTnLst>
                          </p:cTn>
                        </p:par>
                        <p:par>
                          <p:cTn id="217" fill="hold">
                            <p:stCondLst>
                              <p:cond delay="3500"/>
                            </p:stCondLst>
                            <p:childTnLst>
                              <p:par>
                                <p:cTn id="218" presetID="10" presetClass="entr" presetSubtype="0" fill="hold" nodeType="afterEffect">
                                  <p:stCondLst>
                                    <p:cond delay="0"/>
                                  </p:stCondLst>
                                  <p:childTnLst>
                                    <p:set>
                                      <p:cBhvr>
                                        <p:cTn id="219" dur="1" fill="hold">
                                          <p:stCondLst>
                                            <p:cond delay="0"/>
                                          </p:stCondLst>
                                        </p:cTn>
                                        <p:tgtEl>
                                          <p:spTgt spid="2"/>
                                        </p:tgtEl>
                                        <p:attrNameLst>
                                          <p:attrName>style.visibility</p:attrName>
                                        </p:attrNameLst>
                                      </p:cBhvr>
                                      <p:to>
                                        <p:strVal val="visible"/>
                                      </p:to>
                                    </p:set>
                                    <p:animEffect transition="in" filter="fade">
                                      <p:cBhvr>
                                        <p:cTn id="220" dur="500"/>
                                        <p:tgtEl>
                                          <p:spTgt spid="2"/>
                                        </p:tgtEl>
                                      </p:cBhvr>
                                    </p:animEffect>
                                  </p:childTnLst>
                                </p:cTn>
                              </p:par>
                              <p:par>
                                <p:cTn id="221" presetID="10" presetClass="entr" presetSubtype="0" fill="hold" nodeType="withEffect">
                                  <p:stCondLst>
                                    <p:cond delay="0"/>
                                  </p:stCondLst>
                                  <p:childTnLst>
                                    <p:set>
                                      <p:cBhvr>
                                        <p:cTn id="222" dur="1" fill="hold">
                                          <p:stCondLst>
                                            <p:cond delay="0"/>
                                          </p:stCondLst>
                                        </p:cTn>
                                        <p:tgtEl>
                                          <p:spTgt spid="92"/>
                                        </p:tgtEl>
                                        <p:attrNameLst>
                                          <p:attrName>style.visibility</p:attrName>
                                        </p:attrNameLst>
                                      </p:cBhvr>
                                      <p:to>
                                        <p:strVal val="visible"/>
                                      </p:to>
                                    </p:set>
                                    <p:animEffect transition="in" filter="fade">
                                      <p:cBhvr>
                                        <p:cTn id="223" dur="500"/>
                                        <p:tgtEl>
                                          <p:spTgt spid="92"/>
                                        </p:tgtEl>
                                      </p:cBhvr>
                                    </p:animEffect>
                                  </p:childTnLst>
                                </p:cTn>
                              </p:par>
                            </p:childTnLst>
                          </p:cTn>
                        </p:par>
                      </p:childTnLst>
                    </p:cTn>
                  </p:par>
                  <p:par>
                    <p:cTn id="224" fill="hold">
                      <p:stCondLst>
                        <p:cond delay="indefinite"/>
                      </p:stCondLst>
                      <p:childTnLst>
                        <p:par>
                          <p:cTn id="225" fill="hold">
                            <p:stCondLst>
                              <p:cond delay="0"/>
                            </p:stCondLst>
                            <p:childTnLst>
                              <p:par>
                                <p:cTn id="226" presetID="26" presetClass="emph" presetSubtype="0" fill="hold" grpId="1" nodeType="clickEffect">
                                  <p:stCondLst>
                                    <p:cond delay="0"/>
                                  </p:stCondLst>
                                  <p:childTnLst>
                                    <p:animEffect transition="out" filter="fade">
                                      <p:cBhvr>
                                        <p:cTn id="227" dur="500" tmFilter="0, 0; .2, .5; .8, .5; 1, 0"/>
                                        <p:tgtEl>
                                          <p:spTgt spid="5"/>
                                        </p:tgtEl>
                                      </p:cBhvr>
                                    </p:animEffect>
                                    <p:animScale>
                                      <p:cBhvr>
                                        <p:cTn id="228" dur="250" autoRev="1" fill="hold"/>
                                        <p:tgtEl>
                                          <p:spTgt spid="5"/>
                                        </p:tgtEl>
                                      </p:cBhvr>
                                      <p:by x="105000" y="105000"/>
                                    </p:animScale>
                                  </p:childTnLst>
                                </p:cTn>
                              </p:par>
                            </p:childTnLst>
                          </p:cTn>
                        </p:par>
                        <p:par>
                          <p:cTn id="229" fill="hold">
                            <p:stCondLst>
                              <p:cond delay="500"/>
                            </p:stCondLst>
                            <p:childTnLst>
                              <p:par>
                                <p:cTn id="230" presetID="22" presetClass="entr" presetSubtype="2" fill="hold" nodeType="afterEffect">
                                  <p:stCondLst>
                                    <p:cond delay="0"/>
                                  </p:stCondLst>
                                  <p:childTnLst>
                                    <p:set>
                                      <p:cBhvr>
                                        <p:cTn id="231" dur="1" fill="hold">
                                          <p:stCondLst>
                                            <p:cond delay="0"/>
                                          </p:stCondLst>
                                        </p:cTn>
                                        <p:tgtEl>
                                          <p:spTgt spid="33"/>
                                        </p:tgtEl>
                                        <p:attrNameLst>
                                          <p:attrName>style.visibility</p:attrName>
                                        </p:attrNameLst>
                                      </p:cBhvr>
                                      <p:to>
                                        <p:strVal val="visible"/>
                                      </p:to>
                                    </p:set>
                                    <p:animEffect transition="in" filter="wipe(right)">
                                      <p:cBhvr>
                                        <p:cTn id="232" dur="500"/>
                                        <p:tgtEl>
                                          <p:spTgt spid="33"/>
                                        </p:tgtEl>
                                      </p:cBhvr>
                                    </p:animEffect>
                                  </p:childTnLst>
                                </p:cTn>
                              </p:par>
                            </p:childTnLst>
                          </p:cTn>
                        </p:par>
                        <p:par>
                          <p:cTn id="233" fill="hold">
                            <p:stCondLst>
                              <p:cond delay="1000"/>
                            </p:stCondLst>
                            <p:childTnLst>
                              <p:par>
                                <p:cTn id="234" presetID="10" presetClass="exit" presetSubtype="0" fill="hold" nodeType="afterEffect">
                                  <p:stCondLst>
                                    <p:cond delay="0"/>
                                  </p:stCondLst>
                                  <p:childTnLst>
                                    <p:animEffect transition="out" filter="fade">
                                      <p:cBhvr>
                                        <p:cTn id="235" dur="500"/>
                                        <p:tgtEl>
                                          <p:spTgt spid="33"/>
                                        </p:tgtEl>
                                      </p:cBhvr>
                                    </p:animEffect>
                                    <p:set>
                                      <p:cBhvr>
                                        <p:cTn id="236" dur="1" fill="hold">
                                          <p:stCondLst>
                                            <p:cond delay="499"/>
                                          </p:stCondLst>
                                        </p:cTn>
                                        <p:tgtEl>
                                          <p:spTgt spid="33"/>
                                        </p:tgtEl>
                                        <p:attrNameLst>
                                          <p:attrName>style.visibility</p:attrName>
                                        </p:attrNameLst>
                                      </p:cBhvr>
                                      <p:to>
                                        <p:strVal val="hidden"/>
                                      </p:to>
                                    </p:set>
                                  </p:childTnLst>
                                </p:cTn>
                              </p:par>
                            </p:childTnLst>
                          </p:cTn>
                        </p:par>
                        <p:par>
                          <p:cTn id="237" fill="hold">
                            <p:stCondLst>
                              <p:cond delay="1500"/>
                            </p:stCondLst>
                            <p:childTnLst>
                              <p:par>
                                <p:cTn id="238" presetID="42" presetClass="path" presetSubtype="0" accel="50000" decel="50000" fill="hold" nodeType="afterEffect">
                                  <p:stCondLst>
                                    <p:cond delay="0"/>
                                  </p:stCondLst>
                                  <p:childTnLst>
                                    <p:animMotion origin="layout" path="M 0.62031 -0.00393 L 0.79531 -0.11492 " pathEditMode="relative" rAng="0" ptsTypes="AA">
                                      <p:cBhvr>
                                        <p:cTn id="239" dur="1000" fill="hold"/>
                                        <p:tgtEl>
                                          <p:spTgt spid="51"/>
                                        </p:tgtEl>
                                        <p:attrNameLst>
                                          <p:attrName>ppt_x</p:attrName>
                                          <p:attrName>ppt_y</p:attrName>
                                        </p:attrNameLst>
                                      </p:cBhvr>
                                      <p:rCtr x="8750" y="-5549"/>
                                    </p:animMotion>
                                  </p:childTnLst>
                                </p:cTn>
                              </p:par>
                            </p:childTnLst>
                          </p:cTn>
                        </p:par>
                        <p:par>
                          <p:cTn id="240" fill="hold">
                            <p:stCondLst>
                              <p:cond delay="2500"/>
                            </p:stCondLst>
                            <p:childTnLst>
                              <p:par>
                                <p:cTn id="241" presetID="10" presetClass="exit" presetSubtype="0" fill="hold" nodeType="afterEffect">
                                  <p:stCondLst>
                                    <p:cond delay="0"/>
                                  </p:stCondLst>
                                  <p:childTnLst>
                                    <p:animEffect transition="out" filter="fade">
                                      <p:cBhvr>
                                        <p:cTn id="242" dur="500"/>
                                        <p:tgtEl>
                                          <p:spTgt spid="51"/>
                                        </p:tgtEl>
                                      </p:cBhvr>
                                    </p:animEffect>
                                    <p:set>
                                      <p:cBhvr>
                                        <p:cTn id="243" dur="1" fill="hold">
                                          <p:stCondLst>
                                            <p:cond delay="499"/>
                                          </p:stCondLst>
                                        </p:cTn>
                                        <p:tgtEl>
                                          <p:spTgt spid="51"/>
                                        </p:tgtEl>
                                        <p:attrNameLst>
                                          <p:attrName>style.visibility</p:attrName>
                                        </p:attrNameLst>
                                      </p:cBhvr>
                                      <p:to>
                                        <p:strVal val="hidden"/>
                                      </p:to>
                                    </p:set>
                                  </p:childTnLst>
                                </p:cTn>
                              </p:par>
                            </p:childTnLst>
                          </p:cTn>
                        </p:par>
                        <p:par>
                          <p:cTn id="244" fill="hold">
                            <p:stCondLst>
                              <p:cond delay="3000"/>
                            </p:stCondLst>
                            <p:childTnLst>
                              <p:par>
                                <p:cTn id="245" presetID="10" presetClass="entr" presetSubtype="0" fill="hold" grpId="0" nodeType="afterEffect">
                                  <p:stCondLst>
                                    <p:cond delay="0"/>
                                  </p:stCondLst>
                                  <p:childTnLst>
                                    <p:set>
                                      <p:cBhvr>
                                        <p:cTn id="246" dur="1" fill="hold">
                                          <p:stCondLst>
                                            <p:cond delay="0"/>
                                          </p:stCondLst>
                                        </p:cTn>
                                        <p:tgtEl>
                                          <p:spTgt spid="78"/>
                                        </p:tgtEl>
                                        <p:attrNameLst>
                                          <p:attrName>style.visibility</p:attrName>
                                        </p:attrNameLst>
                                      </p:cBhvr>
                                      <p:to>
                                        <p:strVal val="visible"/>
                                      </p:to>
                                    </p:set>
                                    <p:animEffect transition="in" filter="fade">
                                      <p:cBhvr>
                                        <p:cTn id="247" dur="500"/>
                                        <p:tgtEl>
                                          <p:spTgt spid="78"/>
                                        </p:tgtEl>
                                      </p:cBhvr>
                                    </p:animEffect>
                                  </p:childTnLst>
                                </p:cTn>
                              </p:par>
                            </p:childTnLst>
                          </p:cTn>
                        </p:par>
                      </p:childTnLst>
                    </p:cTn>
                  </p:par>
                  <p:par>
                    <p:cTn id="248" fill="hold">
                      <p:stCondLst>
                        <p:cond delay="indefinite"/>
                      </p:stCondLst>
                      <p:childTnLst>
                        <p:par>
                          <p:cTn id="249" fill="hold">
                            <p:stCondLst>
                              <p:cond delay="0"/>
                            </p:stCondLst>
                            <p:childTnLst>
                              <p:par>
                                <p:cTn id="250" presetID="26" presetClass="emph" presetSubtype="0" fill="hold" grpId="2" nodeType="clickEffect">
                                  <p:stCondLst>
                                    <p:cond delay="0"/>
                                  </p:stCondLst>
                                  <p:childTnLst>
                                    <p:animEffect transition="out" filter="fade">
                                      <p:cBhvr>
                                        <p:cTn id="251" dur="500" tmFilter="0, 0; .2, .5; .8, .5; 1, 0"/>
                                        <p:tgtEl>
                                          <p:spTgt spid="6"/>
                                        </p:tgtEl>
                                      </p:cBhvr>
                                    </p:animEffect>
                                    <p:animScale>
                                      <p:cBhvr>
                                        <p:cTn id="252" dur="250" autoRev="1" fill="hold"/>
                                        <p:tgtEl>
                                          <p:spTgt spid="6"/>
                                        </p:tgtEl>
                                      </p:cBhvr>
                                      <p:by x="105000" y="105000"/>
                                    </p:animScale>
                                  </p:childTnLst>
                                </p:cTn>
                              </p:par>
                            </p:childTnLst>
                          </p:cTn>
                        </p:par>
                        <p:par>
                          <p:cTn id="253" fill="hold">
                            <p:stCondLst>
                              <p:cond delay="500"/>
                            </p:stCondLst>
                            <p:childTnLst>
                              <p:par>
                                <p:cTn id="254" presetID="22" presetClass="entr" presetSubtype="2" fill="hold" nodeType="afterEffect">
                                  <p:stCondLst>
                                    <p:cond delay="0"/>
                                  </p:stCondLst>
                                  <p:childTnLst>
                                    <p:set>
                                      <p:cBhvr>
                                        <p:cTn id="255" dur="1" fill="hold">
                                          <p:stCondLst>
                                            <p:cond delay="0"/>
                                          </p:stCondLst>
                                        </p:cTn>
                                        <p:tgtEl>
                                          <p:spTgt spid="36"/>
                                        </p:tgtEl>
                                        <p:attrNameLst>
                                          <p:attrName>style.visibility</p:attrName>
                                        </p:attrNameLst>
                                      </p:cBhvr>
                                      <p:to>
                                        <p:strVal val="visible"/>
                                      </p:to>
                                    </p:set>
                                    <p:animEffect transition="in" filter="wipe(right)">
                                      <p:cBhvr>
                                        <p:cTn id="256" dur="500"/>
                                        <p:tgtEl>
                                          <p:spTgt spid="36"/>
                                        </p:tgtEl>
                                      </p:cBhvr>
                                    </p:animEffect>
                                  </p:childTnLst>
                                </p:cTn>
                              </p:par>
                            </p:childTnLst>
                          </p:cTn>
                        </p:par>
                        <p:par>
                          <p:cTn id="257" fill="hold">
                            <p:stCondLst>
                              <p:cond delay="1000"/>
                            </p:stCondLst>
                            <p:childTnLst>
                              <p:par>
                                <p:cTn id="258" presetID="10" presetClass="exit" presetSubtype="0" fill="hold" nodeType="afterEffect">
                                  <p:stCondLst>
                                    <p:cond delay="0"/>
                                  </p:stCondLst>
                                  <p:childTnLst>
                                    <p:animEffect transition="out" filter="fade">
                                      <p:cBhvr>
                                        <p:cTn id="259" dur="500"/>
                                        <p:tgtEl>
                                          <p:spTgt spid="36"/>
                                        </p:tgtEl>
                                      </p:cBhvr>
                                    </p:animEffect>
                                    <p:set>
                                      <p:cBhvr>
                                        <p:cTn id="260" dur="1" fill="hold">
                                          <p:stCondLst>
                                            <p:cond delay="499"/>
                                          </p:stCondLst>
                                        </p:cTn>
                                        <p:tgtEl>
                                          <p:spTgt spid="36"/>
                                        </p:tgtEl>
                                        <p:attrNameLst>
                                          <p:attrName>style.visibility</p:attrName>
                                        </p:attrNameLst>
                                      </p:cBhvr>
                                      <p:to>
                                        <p:strVal val="hidden"/>
                                      </p:to>
                                    </p:set>
                                  </p:childTnLst>
                                </p:cTn>
                              </p:par>
                            </p:childTnLst>
                          </p:cTn>
                        </p:par>
                        <p:par>
                          <p:cTn id="261" fill="hold">
                            <p:stCondLst>
                              <p:cond delay="1500"/>
                            </p:stCondLst>
                            <p:childTnLst>
                              <p:par>
                                <p:cTn id="262" presetID="42" presetClass="path" presetSubtype="0" accel="50000" decel="50000" fill="hold" nodeType="afterEffect">
                                  <p:stCondLst>
                                    <p:cond delay="0"/>
                                  </p:stCondLst>
                                  <p:childTnLst>
                                    <p:animMotion origin="layout" path="M 0.54284 -0.23352 L 0.79896 -0.05595 " pathEditMode="relative" rAng="0" ptsTypes="AA">
                                      <p:cBhvr>
                                        <p:cTn id="263" dur="1000" fill="hold"/>
                                        <p:tgtEl>
                                          <p:spTgt spid="57"/>
                                        </p:tgtEl>
                                        <p:attrNameLst>
                                          <p:attrName>ppt_x</p:attrName>
                                          <p:attrName>ppt_y</p:attrName>
                                        </p:attrNameLst>
                                      </p:cBhvr>
                                      <p:rCtr x="12799" y="8879"/>
                                    </p:animMotion>
                                  </p:childTnLst>
                                </p:cTn>
                              </p:par>
                            </p:childTnLst>
                          </p:cTn>
                        </p:par>
                        <p:par>
                          <p:cTn id="264" fill="hold">
                            <p:stCondLst>
                              <p:cond delay="2500"/>
                            </p:stCondLst>
                            <p:childTnLst>
                              <p:par>
                                <p:cTn id="265" presetID="10" presetClass="exit" presetSubtype="0" fill="hold" nodeType="afterEffect">
                                  <p:stCondLst>
                                    <p:cond delay="0"/>
                                  </p:stCondLst>
                                  <p:childTnLst>
                                    <p:animEffect transition="out" filter="fade">
                                      <p:cBhvr>
                                        <p:cTn id="266" dur="500"/>
                                        <p:tgtEl>
                                          <p:spTgt spid="57"/>
                                        </p:tgtEl>
                                      </p:cBhvr>
                                    </p:animEffect>
                                    <p:set>
                                      <p:cBhvr>
                                        <p:cTn id="267" dur="1" fill="hold">
                                          <p:stCondLst>
                                            <p:cond delay="499"/>
                                          </p:stCondLst>
                                        </p:cTn>
                                        <p:tgtEl>
                                          <p:spTgt spid="57"/>
                                        </p:tgtEl>
                                        <p:attrNameLst>
                                          <p:attrName>style.visibility</p:attrName>
                                        </p:attrNameLst>
                                      </p:cBhvr>
                                      <p:to>
                                        <p:strVal val="hidden"/>
                                      </p:to>
                                    </p:set>
                                  </p:childTnLst>
                                </p:cTn>
                              </p:par>
                              <p:par>
                                <p:cTn id="268" presetID="10" presetClass="entr" presetSubtype="0" fill="hold" grpId="0" nodeType="withEffect">
                                  <p:stCondLst>
                                    <p:cond delay="0"/>
                                  </p:stCondLst>
                                  <p:childTnLst>
                                    <p:set>
                                      <p:cBhvr>
                                        <p:cTn id="269" dur="1" fill="hold">
                                          <p:stCondLst>
                                            <p:cond delay="0"/>
                                          </p:stCondLst>
                                        </p:cTn>
                                        <p:tgtEl>
                                          <p:spTgt spid="79"/>
                                        </p:tgtEl>
                                        <p:attrNameLst>
                                          <p:attrName>style.visibility</p:attrName>
                                        </p:attrNameLst>
                                      </p:cBhvr>
                                      <p:to>
                                        <p:strVal val="visible"/>
                                      </p:to>
                                    </p:set>
                                    <p:animEffect transition="in" filter="fade">
                                      <p:cBhvr>
                                        <p:cTn id="270"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6" grpId="2" animBg="1"/>
      <p:bldP spid="7" grpId="0" animBg="1"/>
      <p:bldP spid="7" grpId="1" animBg="1"/>
      <p:bldP spid="7" grpId="2" animBg="1"/>
      <p:bldP spid="63" grpId="0" animBg="1"/>
      <p:bldP spid="64" grpId="0" animBg="1"/>
      <p:bldP spid="65" grpId="0" animBg="1"/>
      <p:bldP spid="78" grpId="0" animBg="1"/>
      <p:bldP spid="79" grpId="0" animBg="1"/>
      <p:bldP spid="45" grpId="0" animBg="1"/>
      <p:bldP spid="45" grpId="1" animBg="1"/>
      <p:bldP spid="45" grpId="2" animBg="1"/>
    </p:bldLst>
  </p:timing>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3"/>
          <p:cNvSpPr>
            <a:spLocks noGrp="1"/>
          </p:cNvSpPr>
          <p:nvPr>
            <p:ph type="title"/>
          </p:nvPr>
        </p:nvSpPr>
        <p:spPr>
          <a:xfrm>
            <a:off x="389437" y="1028075"/>
            <a:ext cx="8363938" cy="683392"/>
          </a:xfrm>
        </p:spPr>
        <p:txBody>
          <a:bodyPr/>
          <a:lstStyle/>
          <a:p>
            <a:r>
              <a:rPr lang="en-US" sz="3601" b="1" dirty="0"/>
              <a:t>Service Bus Topics/Subscriptions</a:t>
            </a:r>
            <a:endParaRPr lang="en-US" sz="3601" dirty="0"/>
          </a:p>
        </p:txBody>
      </p:sp>
      <p:sp>
        <p:nvSpPr>
          <p:cNvPr id="4" name="Text Placeholder 1"/>
          <p:cNvSpPr txBox="1">
            <a:spLocks/>
          </p:cNvSpPr>
          <p:nvPr/>
        </p:nvSpPr>
        <p:spPr>
          <a:xfrm>
            <a:off x="229375" y="1991221"/>
            <a:ext cx="3452044" cy="3934409"/>
          </a:xfrm>
          <a:prstGeom prst="rect">
            <a:avLst/>
          </a:prstGeom>
        </p:spPr>
        <p:txBody>
          <a:bodyPr lIns="68598">
            <a:no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96051" lvl="1" indent="-178588" defTabSz="699743">
              <a:buSzPct val="90000"/>
              <a:buFont typeface="Wingdings" pitchFamily="2" charset="2"/>
              <a:buChar char=""/>
            </a:pPr>
            <a:r>
              <a:rPr lang="en-US" sz="1500" spc="-38" dirty="0">
                <a:gradFill>
                  <a:gsLst>
                    <a:gs pos="1250">
                      <a:schemeClr val="tx1"/>
                    </a:gs>
                    <a:gs pos="100000">
                      <a:schemeClr val="tx1"/>
                    </a:gs>
                  </a:gsLst>
                  <a:lin ang="5400000" scaled="0"/>
                </a:gradFill>
              </a:rPr>
              <a:t>Service Bus topics and subscriptions support a publish/subscribe messaging communication model. </a:t>
            </a:r>
          </a:p>
          <a:p>
            <a:pPr marL="396051" lvl="1" indent="-178588" defTabSz="699743">
              <a:buSzPct val="90000"/>
              <a:buFont typeface="Wingdings" pitchFamily="2" charset="2"/>
              <a:buChar char=""/>
            </a:pPr>
            <a:endParaRPr lang="en-US" sz="1500" spc="-38" dirty="0">
              <a:gradFill>
                <a:gsLst>
                  <a:gs pos="1250">
                    <a:schemeClr val="tx1"/>
                  </a:gs>
                  <a:gs pos="100000">
                    <a:schemeClr val="tx1"/>
                  </a:gs>
                </a:gsLst>
                <a:lin ang="5400000" scaled="0"/>
              </a:gradFill>
            </a:endParaRPr>
          </a:p>
          <a:p>
            <a:pPr marL="396051" lvl="1" indent="-178588" defTabSz="699743">
              <a:buSzPct val="90000"/>
              <a:buFont typeface="Wingdings" pitchFamily="2" charset="2"/>
              <a:buChar char=""/>
            </a:pPr>
            <a:r>
              <a:rPr lang="en-US" sz="1500" spc="-38" dirty="0">
                <a:gradFill>
                  <a:gsLst>
                    <a:gs pos="1250">
                      <a:schemeClr val="tx1"/>
                    </a:gs>
                    <a:gs pos="100000">
                      <a:schemeClr val="tx1"/>
                    </a:gs>
                  </a:gsLst>
                  <a:lin ang="5400000" scaled="0"/>
                </a:gradFill>
              </a:rPr>
              <a:t>Components of a distributed application do not communicate directly with each other, they instead exchange messages via a topic, which acts as an intermediary.</a:t>
            </a:r>
          </a:p>
          <a:p>
            <a:pPr marL="396051" lvl="1" indent="-178588" defTabSz="699743">
              <a:buSzPct val="90000"/>
              <a:buFont typeface="Wingdings" pitchFamily="2" charset="2"/>
              <a:buChar char=""/>
            </a:pPr>
            <a:endParaRPr lang="en-US" sz="1500" spc="-38" dirty="0">
              <a:gradFill>
                <a:gsLst>
                  <a:gs pos="1250">
                    <a:schemeClr val="tx1"/>
                  </a:gs>
                  <a:gs pos="100000">
                    <a:schemeClr val="tx1"/>
                  </a:gs>
                </a:gsLst>
                <a:lin ang="5400000" scaled="0"/>
              </a:gradFill>
            </a:endParaRPr>
          </a:p>
          <a:p>
            <a:pPr marL="396051" lvl="1" indent="-178588" defTabSz="699743">
              <a:buSzPct val="90000"/>
              <a:buFont typeface="Wingdings" pitchFamily="2" charset="2"/>
              <a:buChar char=""/>
            </a:pPr>
            <a:r>
              <a:rPr lang="en-US" sz="1500" spc="-38" dirty="0">
                <a:gradFill>
                  <a:gsLst>
                    <a:gs pos="1250">
                      <a:schemeClr val="tx1"/>
                    </a:gs>
                    <a:gs pos="100000">
                      <a:schemeClr val="tx1"/>
                    </a:gs>
                  </a:gsLst>
                  <a:lin ang="5400000" scaled="0"/>
                </a:gradFill>
              </a:rPr>
              <a:t>Subscriptions provide a one-to-many form of communication, using a publish/subscribe pattern</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10069" y="2383520"/>
            <a:ext cx="4286831" cy="2107692"/>
          </a:xfrm>
          <a:prstGeom prst="rect">
            <a:avLst/>
          </a:prstGeom>
        </p:spPr>
      </p:pic>
    </p:spTree>
    <p:extLst>
      <p:ext uri="{BB962C8B-B14F-4D97-AF65-F5344CB8AC3E}">
        <p14:creationId xmlns:p14="http://schemas.microsoft.com/office/powerpoint/2010/main" val="3284305391"/>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Example: </a:t>
            </a:r>
            <a:r>
              <a:rPr lang="en-US" dirty="0" err="1" smtClean="0"/>
              <a:t>ServiceBus</a:t>
            </a:r>
            <a:r>
              <a:rPr lang="en-US" dirty="0" smtClean="0"/>
              <a:t> Queues</a:t>
            </a:r>
            <a:endParaRPr lang="en-US" dirty="0"/>
          </a:p>
        </p:txBody>
      </p:sp>
      <p:grpSp>
        <p:nvGrpSpPr>
          <p:cNvPr id="39" name="Group 38"/>
          <p:cNvGrpSpPr/>
          <p:nvPr/>
        </p:nvGrpSpPr>
        <p:grpSpPr>
          <a:xfrm>
            <a:off x="2483377" y="4394382"/>
            <a:ext cx="3507165" cy="697951"/>
            <a:chOff x="4388541" y="3302815"/>
            <a:chExt cx="3411742" cy="1092853"/>
          </a:xfrm>
          <a:solidFill>
            <a:schemeClr val="accent6">
              <a:lumMod val="60000"/>
              <a:lumOff val="40000"/>
            </a:schemeClr>
          </a:solidFill>
        </p:grpSpPr>
        <p:sp>
          <p:nvSpPr>
            <p:cNvPr id="13" name="Rectangle 12"/>
            <p:cNvSpPr/>
            <p:nvPr/>
          </p:nvSpPr>
          <p:spPr bwMode="auto">
            <a:xfrm>
              <a:off x="4388541" y="3302815"/>
              <a:ext cx="3411742" cy="1092853"/>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13720" tIns="6860" rIns="6860" bIns="6860" numCol="1" rtlCol="0" anchor="b" anchorCtr="0" compatLnSpc="1">
              <a:prstTxWarp prst="textNoShape">
                <a:avLst/>
              </a:prstTxWarp>
            </a:bodyPr>
            <a:lstStyle/>
            <a:p>
              <a:pPr defTabSz="684901" fontAlgn="base">
                <a:lnSpc>
                  <a:spcPct val="90000"/>
                </a:lnSpc>
                <a:spcBef>
                  <a:spcPct val="0"/>
                </a:spcBef>
                <a:spcAft>
                  <a:spcPct val="0"/>
                </a:spcAft>
              </a:pPr>
              <a:endParaRPr lang="en-US" sz="900" dirty="0">
                <a:gradFill>
                  <a:gsLst>
                    <a:gs pos="0">
                      <a:srgbClr val="FFFFFF"/>
                    </a:gs>
                    <a:gs pos="100000">
                      <a:srgbClr val="FFFFFF"/>
                    </a:gs>
                  </a:gsLst>
                  <a:lin ang="5400000" scaled="0"/>
                </a:gradFill>
              </a:endParaRPr>
            </a:p>
          </p:txBody>
        </p:sp>
        <p:sp>
          <p:nvSpPr>
            <p:cNvPr id="14" name="TextBox 13"/>
            <p:cNvSpPr txBox="1"/>
            <p:nvPr/>
          </p:nvSpPr>
          <p:spPr>
            <a:xfrm>
              <a:off x="4427415" y="3924223"/>
              <a:ext cx="1487587" cy="405039"/>
            </a:xfrm>
            <a:prstGeom prst="rect">
              <a:avLst/>
            </a:prstGeom>
            <a:noFill/>
          </p:spPr>
          <p:txBody>
            <a:bodyPr wrap="none" lIns="0" tIns="0" rIns="0" bIns="0" rtlCol="0" anchor="ctr">
              <a:noAutofit/>
            </a:bodyPr>
            <a:lstStyle/>
            <a:p>
              <a:pPr defTabSz="685610"/>
              <a:r>
                <a:rPr lang="en-US" sz="1500" dirty="0">
                  <a:solidFill>
                    <a:srgbClr val="292929">
                      <a:lumMod val="90000"/>
                      <a:lumOff val="10000"/>
                    </a:srgbClr>
                  </a:solidFill>
                </a:rPr>
                <a:t>myqueue</a:t>
              </a:r>
            </a:p>
          </p:txBody>
        </p:sp>
      </p:grpSp>
      <p:sp>
        <p:nvSpPr>
          <p:cNvPr id="15" name="Rectangle 14"/>
          <p:cNvSpPr/>
          <p:nvPr/>
        </p:nvSpPr>
        <p:spPr bwMode="auto">
          <a:xfrm>
            <a:off x="396582" y="2507774"/>
            <a:ext cx="1451825" cy="1453418"/>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srgbClr>
                </a:solidFill>
              </a:rPr>
              <a:t>Publisher</a:t>
            </a:r>
          </a:p>
        </p:txBody>
      </p:sp>
      <p:sp>
        <p:nvSpPr>
          <p:cNvPr id="16" name="Freeform 6"/>
          <p:cNvSpPr>
            <a:spLocks noChangeAspect="1" noEditPoints="1"/>
          </p:cNvSpPr>
          <p:nvPr/>
        </p:nvSpPr>
        <p:spPr bwMode="black">
          <a:xfrm>
            <a:off x="708717" y="2830494"/>
            <a:ext cx="572921" cy="732888"/>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accent4"/>
          </a:solidFill>
          <a:ln w="7" cap="flat">
            <a:noFill/>
            <a:prstDash val="solid"/>
            <a:miter lim="800000"/>
            <a:headEnd/>
            <a:tailEnd/>
          </a:ln>
        </p:spPr>
        <p:txBody>
          <a:bodyPr vert="horz" wrap="square" lIns="68598" tIns="34299" rIns="68598" bIns="34299" numCol="1" anchor="t" anchorCtr="0" compatLnSpc="1">
            <a:prstTxWarp prst="textNoShape">
              <a:avLst/>
            </a:prstTxWarp>
          </a:bodyPr>
          <a:lstStyle/>
          <a:p>
            <a:endParaRPr lang="en-US" sz="1800" dirty="0">
              <a:solidFill>
                <a:srgbClr val="292929"/>
              </a:solidFill>
            </a:endParaRPr>
          </a:p>
        </p:txBody>
      </p:sp>
      <p:sp>
        <p:nvSpPr>
          <p:cNvPr id="26" name="Rectangle 25"/>
          <p:cNvSpPr/>
          <p:nvPr/>
        </p:nvSpPr>
        <p:spPr bwMode="auto">
          <a:xfrm>
            <a:off x="396582" y="4130703"/>
            <a:ext cx="1451825" cy="1453418"/>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srgbClr>
                </a:solidFill>
              </a:rPr>
              <a:t>Publisher</a:t>
            </a:r>
          </a:p>
        </p:txBody>
      </p:sp>
      <p:sp>
        <p:nvSpPr>
          <p:cNvPr id="27" name="Freeform 6"/>
          <p:cNvSpPr>
            <a:spLocks noChangeAspect="1" noEditPoints="1"/>
          </p:cNvSpPr>
          <p:nvPr/>
        </p:nvSpPr>
        <p:spPr bwMode="black">
          <a:xfrm>
            <a:off x="708717" y="4450808"/>
            <a:ext cx="572921" cy="732888"/>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accent1"/>
          </a:solidFill>
          <a:ln w="7" cap="flat">
            <a:noFill/>
            <a:prstDash val="solid"/>
            <a:miter lim="800000"/>
            <a:headEnd/>
            <a:tailEnd/>
          </a:ln>
        </p:spPr>
        <p:txBody>
          <a:bodyPr vert="horz" wrap="square" lIns="68598" tIns="34299" rIns="68598" bIns="34299" numCol="1" anchor="t" anchorCtr="0" compatLnSpc="1">
            <a:prstTxWarp prst="textNoShape">
              <a:avLst/>
            </a:prstTxWarp>
          </a:bodyPr>
          <a:lstStyle/>
          <a:p>
            <a:endParaRPr lang="en-US" sz="1800" dirty="0">
              <a:solidFill>
                <a:srgbClr val="292929"/>
              </a:solidFill>
            </a:endParaRPr>
          </a:p>
        </p:txBody>
      </p:sp>
      <p:sp>
        <p:nvSpPr>
          <p:cNvPr id="30" name="Rectangle 29"/>
          <p:cNvSpPr/>
          <p:nvPr/>
        </p:nvSpPr>
        <p:spPr bwMode="auto">
          <a:xfrm>
            <a:off x="7306798" y="2507774"/>
            <a:ext cx="1451825" cy="1453418"/>
          </a:xfrm>
          <a:prstGeom prst="rect">
            <a:avLst/>
          </a:prstGeom>
          <a:solidFill>
            <a:schemeClr val="accent2">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srgbClr>
                </a:solidFill>
              </a:rPr>
              <a:t>Consumer</a:t>
            </a:r>
          </a:p>
        </p:txBody>
      </p:sp>
      <p:sp>
        <p:nvSpPr>
          <p:cNvPr id="31" name="Freeform 6"/>
          <p:cNvSpPr>
            <a:spLocks noChangeAspect="1" noEditPoints="1"/>
          </p:cNvSpPr>
          <p:nvPr/>
        </p:nvSpPr>
        <p:spPr bwMode="black">
          <a:xfrm>
            <a:off x="7719790" y="2827369"/>
            <a:ext cx="572921" cy="732888"/>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accent4"/>
          </a:solidFill>
          <a:ln w="7" cap="flat">
            <a:noFill/>
            <a:prstDash val="solid"/>
            <a:miter lim="800000"/>
            <a:headEnd/>
            <a:tailEnd/>
          </a:ln>
        </p:spPr>
        <p:txBody>
          <a:bodyPr vert="horz" wrap="square" lIns="68598" tIns="34299" rIns="68598" bIns="34299" numCol="1" anchor="t" anchorCtr="0" compatLnSpc="1">
            <a:prstTxWarp prst="textNoShape">
              <a:avLst/>
            </a:prstTxWarp>
          </a:bodyPr>
          <a:lstStyle/>
          <a:p>
            <a:endParaRPr lang="en-US" sz="1800" dirty="0">
              <a:solidFill>
                <a:srgbClr val="292929"/>
              </a:solidFill>
            </a:endParaRPr>
          </a:p>
        </p:txBody>
      </p:sp>
      <p:sp>
        <p:nvSpPr>
          <p:cNvPr id="40" name="Freeform 6"/>
          <p:cNvSpPr>
            <a:spLocks noChangeAspect="1" noEditPoints="1"/>
          </p:cNvSpPr>
          <p:nvPr/>
        </p:nvSpPr>
        <p:spPr bwMode="black">
          <a:xfrm>
            <a:off x="7719790" y="2827369"/>
            <a:ext cx="572921" cy="732888"/>
          </a:xfrm>
          <a:custGeom>
            <a:avLst/>
            <a:gdLst>
              <a:gd name="T0" fmla="*/ 326 w 813"/>
              <a:gd name="T1" fmla="*/ 0 h 1040"/>
              <a:gd name="T2" fmla="*/ 121 w 813"/>
              <a:gd name="T3" fmla="*/ 174 h 1040"/>
              <a:gd name="T4" fmla="*/ 121 w 813"/>
              <a:gd name="T5" fmla="*/ 254 h 1040"/>
              <a:gd name="T6" fmla="*/ 0 w 813"/>
              <a:gd name="T7" fmla="*/ 357 h 1040"/>
              <a:gd name="T8" fmla="*/ 0 w 813"/>
              <a:gd name="T9" fmla="*/ 1040 h 1040"/>
              <a:gd name="T10" fmla="*/ 692 w 813"/>
              <a:gd name="T11" fmla="*/ 1040 h 1040"/>
              <a:gd name="T12" fmla="*/ 692 w 813"/>
              <a:gd name="T13" fmla="*/ 857 h 1040"/>
              <a:gd name="T14" fmla="*/ 813 w 813"/>
              <a:gd name="T15" fmla="*/ 857 h 1040"/>
              <a:gd name="T16" fmla="*/ 813 w 813"/>
              <a:gd name="T17" fmla="*/ 0 h 1040"/>
              <a:gd name="T18" fmla="*/ 326 w 813"/>
              <a:gd name="T19" fmla="*/ 0 h 1040"/>
              <a:gd name="T20" fmla="*/ 619 w 813"/>
              <a:gd name="T21" fmla="*/ 978 h 1040"/>
              <a:gd name="T22" fmla="*/ 73 w 813"/>
              <a:gd name="T23" fmla="*/ 978 h 1040"/>
              <a:gd name="T24" fmla="*/ 73 w 813"/>
              <a:gd name="T25" fmla="*/ 424 h 1040"/>
              <a:gd name="T26" fmla="*/ 121 w 813"/>
              <a:gd name="T27" fmla="*/ 424 h 1040"/>
              <a:gd name="T28" fmla="*/ 121 w 813"/>
              <a:gd name="T29" fmla="*/ 857 h 1040"/>
              <a:gd name="T30" fmla="*/ 619 w 813"/>
              <a:gd name="T31" fmla="*/ 857 h 1040"/>
              <a:gd name="T32" fmla="*/ 619 w 813"/>
              <a:gd name="T33" fmla="*/ 978 h 1040"/>
              <a:gd name="T34" fmla="*/ 740 w 813"/>
              <a:gd name="T35" fmla="*/ 796 h 1040"/>
              <a:gd name="T36" fmla="*/ 194 w 813"/>
              <a:gd name="T37" fmla="*/ 796 h 1040"/>
              <a:gd name="T38" fmla="*/ 194 w 813"/>
              <a:gd name="T39" fmla="*/ 241 h 1040"/>
              <a:gd name="T40" fmla="*/ 404 w 813"/>
              <a:gd name="T41" fmla="*/ 241 h 1040"/>
              <a:gd name="T42" fmla="*/ 404 w 813"/>
              <a:gd name="T43" fmla="*/ 62 h 1040"/>
              <a:gd name="T44" fmla="*/ 740 w 813"/>
              <a:gd name="T45" fmla="*/ 62 h 1040"/>
              <a:gd name="T46" fmla="*/ 740 w 813"/>
              <a:gd name="T47" fmla="*/ 796 h 10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13" h="1040">
                <a:moveTo>
                  <a:pt x="326" y="0"/>
                </a:moveTo>
                <a:lnTo>
                  <a:pt x="121" y="174"/>
                </a:lnTo>
                <a:lnTo>
                  <a:pt x="121" y="254"/>
                </a:lnTo>
                <a:lnTo>
                  <a:pt x="0" y="357"/>
                </a:lnTo>
                <a:lnTo>
                  <a:pt x="0" y="1040"/>
                </a:lnTo>
                <a:lnTo>
                  <a:pt x="692" y="1040"/>
                </a:lnTo>
                <a:lnTo>
                  <a:pt x="692" y="857"/>
                </a:lnTo>
                <a:lnTo>
                  <a:pt x="813" y="857"/>
                </a:lnTo>
                <a:lnTo>
                  <a:pt x="813" y="0"/>
                </a:lnTo>
                <a:lnTo>
                  <a:pt x="326" y="0"/>
                </a:lnTo>
                <a:close/>
                <a:moveTo>
                  <a:pt x="619" y="978"/>
                </a:moveTo>
                <a:lnTo>
                  <a:pt x="73" y="978"/>
                </a:lnTo>
                <a:lnTo>
                  <a:pt x="73" y="424"/>
                </a:lnTo>
                <a:lnTo>
                  <a:pt x="121" y="424"/>
                </a:lnTo>
                <a:lnTo>
                  <a:pt x="121" y="857"/>
                </a:lnTo>
                <a:lnTo>
                  <a:pt x="619" y="857"/>
                </a:lnTo>
                <a:lnTo>
                  <a:pt x="619" y="978"/>
                </a:lnTo>
                <a:close/>
                <a:moveTo>
                  <a:pt x="740" y="796"/>
                </a:moveTo>
                <a:lnTo>
                  <a:pt x="194" y="796"/>
                </a:lnTo>
                <a:lnTo>
                  <a:pt x="194" y="241"/>
                </a:lnTo>
                <a:lnTo>
                  <a:pt x="404" y="241"/>
                </a:lnTo>
                <a:lnTo>
                  <a:pt x="404" y="62"/>
                </a:lnTo>
                <a:lnTo>
                  <a:pt x="740" y="62"/>
                </a:lnTo>
                <a:lnTo>
                  <a:pt x="740" y="796"/>
                </a:lnTo>
                <a:close/>
              </a:path>
            </a:pathLst>
          </a:custGeom>
          <a:solidFill>
            <a:schemeClr val="accent1"/>
          </a:solidFill>
          <a:ln w="7" cap="flat">
            <a:noFill/>
            <a:prstDash val="solid"/>
            <a:miter lim="800000"/>
            <a:headEnd/>
            <a:tailEnd/>
          </a:ln>
        </p:spPr>
        <p:txBody>
          <a:bodyPr vert="horz" wrap="square" lIns="68598" tIns="34299" rIns="68598" bIns="34299" numCol="1" anchor="t" anchorCtr="0" compatLnSpc="1">
            <a:prstTxWarp prst="textNoShape">
              <a:avLst/>
            </a:prstTxWarp>
          </a:bodyPr>
          <a:lstStyle/>
          <a:p>
            <a:endParaRPr lang="en-US" sz="1800" dirty="0">
              <a:solidFill>
                <a:srgbClr val="292929"/>
              </a:solidFill>
            </a:endParaRPr>
          </a:p>
        </p:txBody>
      </p:sp>
      <p:pic>
        <p:nvPicPr>
          <p:cNvPr id="33" name="Picture 3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6771" y="2974063"/>
            <a:ext cx="433585" cy="418292"/>
          </a:xfrm>
          <a:prstGeom prst="rect">
            <a:avLst/>
          </a:prstGeom>
        </p:spPr>
      </p:pic>
      <p:pic>
        <p:nvPicPr>
          <p:cNvPr id="25" name="Picture 2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416" y="3117692"/>
            <a:ext cx="433585" cy="418292"/>
          </a:xfrm>
          <a:prstGeom prst="rect">
            <a:avLst/>
          </a:prstGeom>
        </p:spPr>
      </p:pic>
      <p:sp>
        <p:nvSpPr>
          <p:cNvPr id="28" name="Freeform 128"/>
          <p:cNvSpPr>
            <a:spLocks noEditPoints="1"/>
          </p:cNvSpPr>
          <p:nvPr/>
        </p:nvSpPr>
        <p:spPr bwMode="black">
          <a:xfrm>
            <a:off x="1010416" y="4821912"/>
            <a:ext cx="433585" cy="303245"/>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2"/>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pic>
        <p:nvPicPr>
          <p:cNvPr id="29" name="Picture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10415" y="4738006"/>
            <a:ext cx="433585" cy="418292"/>
          </a:xfrm>
          <a:prstGeom prst="rect">
            <a:avLst/>
          </a:prstGeom>
        </p:spPr>
      </p:pic>
      <p:sp>
        <p:nvSpPr>
          <p:cNvPr id="17" name="Freeform 128"/>
          <p:cNvSpPr>
            <a:spLocks noEditPoints="1"/>
          </p:cNvSpPr>
          <p:nvPr/>
        </p:nvSpPr>
        <p:spPr bwMode="black">
          <a:xfrm>
            <a:off x="1010416" y="3201598"/>
            <a:ext cx="433585" cy="303245"/>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2"/>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00012" y="3353220"/>
            <a:ext cx="1923486" cy="1923486"/>
          </a:xfrm>
          <a:prstGeom prst="rect">
            <a:avLst/>
          </a:prstGeom>
        </p:spPr>
      </p:pic>
    </p:spTree>
    <p:extLst>
      <p:ext uri="{BB962C8B-B14F-4D97-AF65-F5344CB8AC3E}">
        <p14:creationId xmlns:p14="http://schemas.microsoft.com/office/powerpoint/2010/main" val="12470003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fad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00"/>
                                        <p:tgtEl>
                                          <p:spTgt spid="2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xit" presetSubtype="0" fill="hold" grpId="1" nodeType="clickEffect">
                                  <p:stCondLst>
                                    <p:cond delay="0"/>
                                  </p:stCondLst>
                                  <p:childTnLst>
                                    <p:animEffect transition="out" filter="fade">
                                      <p:cBhvr>
                                        <p:cTn id="32" dur="500"/>
                                        <p:tgtEl>
                                          <p:spTgt spid="16"/>
                                        </p:tgtEl>
                                      </p:cBhvr>
                                    </p:animEffect>
                                    <p:set>
                                      <p:cBhvr>
                                        <p:cTn id="33" dur="1" fill="hold">
                                          <p:stCondLst>
                                            <p:cond delay="499"/>
                                          </p:stCondLst>
                                        </p:cTn>
                                        <p:tgtEl>
                                          <p:spTgt spid="16"/>
                                        </p:tgtEl>
                                        <p:attrNameLst>
                                          <p:attrName>style.visibility</p:attrName>
                                        </p:attrNameLst>
                                      </p:cBhvr>
                                      <p:to>
                                        <p:strVal val="hidden"/>
                                      </p:to>
                                    </p:set>
                                  </p:childTnLst>
                                </p:cTn>
                              </p:par>
                              <p:par>
                                <p:cTn id="34" presetID="10" presetClass="exit" presetSubtype="0" fill="hold" nodeType="withEffect">
                                  <p:stCondLst>
                                    <p:cond delay="0"/>
                                  </p:stCondLst>
                                  <p:childTnLst>
                                    <p:animEffect transition="out" filter="fade">
                                      <p:cBhvr>
                                        <p:cTn id="35" dur="500"/>
                                        <p:tgtEl>
                                          <p:spTgt spid="25"/>
                                        </p:tgtEl>
                                      </p:cBhvr>
                                    </p:animEffect>
                                    <p:set>
                                      <p:cBhvr>
                                        <p:cTn id="36" dur="1" fill="hold">
                                          <p:stCondLst>
                                            <p:cond delay="499"/>
                                          </p:stCondLst>
                                        </p:cTn>
                                        <p:tgtEl>
                                          <p:spTgt spid="25"/>
                                        </p:tgtEl>
                                        <p:attrNameLst>
                                          <p:attrName>style.visibility</p:attrName>
                                        </p:attrNameLst>
                                      </p:cBhvr>
                                      <p:to>
                                        <p:strVal val="hidden"/>
                                      </p:to>
                                    </p:set>
                                  </p:childTnLst>
                                </p:cTn>
                              </p:par>
                              <p:par>
                                <p:cTn id="37" presetID="10" presetClass="entr" presetSubtype="0"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500"/>
                                        <p:tgtEl>
                                          <p:spTgt spid="17"/>
                                        </p:tgtEl>
                                      </p:cBhvr>
                                    </p:animEffect>
                                  </p:childTnLst>
                                </p:cTn>
                              </p:par>
                            </p:childTnLst>
                          </p:cTn>
                        </p:par>
                      </p:childTnLst>
                    </p:cTn>
                  </p:par>
                  <p:par>
                    <p:cTn id="40" fill="hold">
                      <p:stCondLst>
                        <p:cond delay="indefinite"/>
                      </p:stCondLst>
                      <p:childTnLst>
                        <p:par>
                          <p:cTn id="41" fill="hold">
                            <p:stCondLst>
                              <p:cond delay="0"/>
                            </p:stCondLst>
                            <p:childTnLst>
                              <p:par>
                                <p:cTn id="42" presetID="36" presetClass="path" presetSubtype="0" accel="50000" decel="50000" fill="hold" grpId="1" nodeType="clickEffect">
                                  <p:stCondLst>
                                    <p:cond delay="0"/>
                                  </p:stCondLst>
                                  <p:childTnLst>
                                    <p:animMotion origin="layout" path="M -4.07605E-6 7.40741E-7 L -4.07605E-6 0.12569 C -4.07605E-6 0.18218 0.08361 0.25301 0.15172 0.25301 L 0.30369 0.25301 " pathEditMode="relative" rAng="0" ptsTypes="FfFF">
                                      <p:cBhvr>
                                        <p:cTn id="43" dur="2000" fill="hold"/>
                                        <p:tgtEl>
                                          <p:spTgt spid="17"/>
                                        </p:tgtEl>
                                        <p:attrNameLst>
                                          <p:attrName>ppt_x</p:attrName>
                                          <p:attrName>ppt_y</p:attrName>
                                        </p:attrNameLst>
                                      </p:cBhvr>
                                      <p:rCtr x="15184" y="12639"/>
                                    </p:animMotion>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fade">
                                      <p:cBhvr>
                                        <p:cTn id="48" dur="500"/>
                                        <p:tgtEl>
                                          <p:spTgt spid="27"/>
                                        </p:tgtEl>
                                      </p:cBhvr>
                                    </p:animEffect>
                                  </p:childTnLst>
                                </p:cTn>
                              </p:par>
                              <p:par>
                                <p:cTn id="49" presetID="10" presetClass="entr" presetSubtype="0" fill="hold" nodeType="withEffect">
                                  <p:stCondLst>
                                    <p:cond delay="0"/>
                                  </p:stCondLst>
                                  <p:childTnLst>
                                    <p:set>
                                      <p:cBhvr>
                                        <p:cTn id="50" dur="1" fill="hold">
                                          <p:stCondLst>
                                            <p:cond delay="0"/>
                                          </p:stCondLst>
                                        </p:cTn>
                                        <p:tgtEl>
                                          <p:spTgt spid="29"/>
                                        </p:tgtEl>
                                        <p:attrNameLst>
                                          <p:attrName>style.visibility</p:attrName>
                                        </p:attrNameLst>
                                      </p:cBhvr>
                                      <p:to>
                                        <p:strVal val="visible"/>
                                      </p:to>
                                    </p:set>
                                    <p:animEffect transition="in" filter="fade">
                                      <p:cBhvr>
                                        <p:cTn id="51" dur="500"/>
                                        <p:tgtEl>
                                          <p:spTgt spid="29"/>
                                        </p:tgtEl>
                                      </p:cBhvr>
                                    </p:animEffect>
                                  </p:childTnLst>
                                </p:cTn>
                              </p:par>
                            </p:childTnLst>
                          </p:cTn>
                        </p:par>
                        <p:par>
                          <p:cTn id="52" fill="hold">
                            <p:stCondLst>
                              <p:cond delay="500"/>
                            </p:stCondLst>
                            <p:childTnLst>
                              <p:par>
                                <p:cTn id="53" presetID="10" presetClass="exit" presetSubtype="0" fill="hold" grpId="1" nodeType="afterEffect">
                                  <p:stCondLst>
                                    <p:cond delay="0"/>
                                  </p:stCondLst>
                                  <p:childTnLst>
                                    <p:animEffect transition="out" filter="fade">
                                      <p:cBhvr>
                                        <p:cTn id="54" dur="500"/>
                                        <p:tgtEl>
                                          <p:spTgt spid="27"/>
                                        </p:tgtEl>
                                      </p:cBhvr>
                                    </p:animEffect>
                                    <p:set>
                                      <p:cBhvr>
                                        <p:cTn id="55" dur="1" fill="hold">
                                          <p:stCondLst>
                                            <p:cond delay="499"/>
                                          </p:stCondLst>
                                        </p:cTn>
                                        <p:tgtEl>
                                          <p:spTgt spid="27"/>
                                        </p:tgtEl>
                                        <p:attrNameLst>
                                          <p:attrName>style.visibility</p:attrName>
                                        </p:attrNameLst>
                                      </p:cBhvr>
                                      <p:to>
                                        <p:strVal val="hidden"/>
                                      </p:to>
                                    </p:set>
                                  </p:childTnLst>
                                </p:cTn>
                              </p:par>
                              <p:par>
                                <p:cTn id="56" presetID="10" presetClass="exit" presetSubtype="0" fill="hold" nodeType="withEffect">
                                  <p:stCondLst>
                                    <p:cond delay="0"/>
                                  </p:stCondLst>
                                  <p:childTnLst>
                                    <p:animEffect transition="out" filter="fade">
                                      <p:cBhvr>
                                        <p:cTn id="57" dur="500"/>
                                        <p:tgtEl>
                                          <p:spTgt spid="29"/>
                                        </p:tgtEl>
                                      </p:cBhvr>
                                    </p:animEffect>
                                    <p:set>
                                      <p:cBhvr>
                                        <p:cTn id="58" dur="1" fill="hold">
                                          <p:stCondLst>
                                            <p:cond delay="499"/>
                                          </p:stCondLst>
                                        </p:cTn>
                                        <p:tgtEl>
                                          <p:spTgt spid="29"/>
                                        </p:tgtEl>
                                        <p:attrNameLst>
                                          <p:attrName>style.visibility</p:attrName>
                                        </p:attrNameLst>
                                      </p:cBhvr>
                                      <p:to>
                                        <p:strVal val="hidden"/>
                                      </p:to>
                                    </p:set>
                                  </p:childTnLst>
                                </p:cTn>
                              </p:par>
                              <p:par>
                                <p:cTn id="59" presetID="10" presetClass="entr" presetSubtype="0" fill="hold" grpId="0" nodeType="withEffect">
                                  <p:stCondLst>
                                    <p:cond delay="0"/>
                                  </p:stCondLst>
                                  <p:childTnLst>
                                    <p:set>
                                      <p:cBhvr>
                                        <p:cTn id="60" dur="1" fill="hold">
                                          <p:stCondLst>
                                            <p:cond delay="0"/>
                                          </p:stCondLst>
                                        </p:cTn>
                                        <p:tgtEl>
                                          <p:spTgt spid="28"/>
                                        </p:tgtEl>
                                        <p:attrNameLst>
                                          <p:attrName>style.visibility</p:attrName>
                                        </p:attrNameLst>
                                      </p:cBhvr>
                                      <p:to>
                                        <p:strVal val="visible"/>
                                      </p:to>
                                    </p:set>
                                    <p:animEffect transition="in" filter="fade">
                                      <p:cBhvr>
                                        <p:cTn id="61" dur="500"/>
                                        <p:tgtEl>
                                          <p:spTgt spid="28"/>
                                        </p:tgtEl>
                                      </p:cBhvr>
                                    </p:animEffect>
                                  </p:childTnLst>
                                </p:cTn>
                              </p:par>
                            </p:childTnLst>
                          </p:cTn>
                        </p:par>
                        <p:par>
                          <p:cTn id="62" fill="hold">
                            <p:stCondLst>
                              <p:cond delay="1000"/>
                            </p:stCondLst>
                            <p:childTnLst>
                              <p:par>
                                <p:cTn id="63" presetID="36" presetClass="path" presetSubtype="0" accel="50000" decel="50000" fill="hold" grpId="1" nodeType="afterEffect">
                                  <p:stCondLst>
                                    <p:cond delay="0"/>
                                  </p:stCondLst>
                                  <p:childTnLst>
                                    <p:animMotion origin="layout" path="M 9.33959E-7 3.7037E-6 L 9.33959E-7 -0.03218 C 9.33959E-7 -0.04653 0.0831 -0.06436 0.15097 -0.06436 L 0.30272 -0.06436 " pathEditMode="relative" rAng="0" ptsTypes="FfFF">
                                      <p:cBhvr>
                                        <p:cTn id="64" dur="2000" fill="hold"/>
                                        <p:tgtEl>
                                          <p:spTgt spid="28"/>
                                        </p:tgtEl>
                                        <p:attrNameLst>
                                          <p:attrName>ppt_x</p:attrName>
                                          <p:attrName>ppt_y</p:attrName>
                                        </p:attrNameLst>
                                      </p:cBhvr>
                                      <p:rCtr x="15136" y="-3218"/>
                                    </p:animMotion>
                                  </p:childTnLst>
                                </p:cTn>
                              </p:par>
                              <p:par>
                                <p:cTn id="65" presetID="63" presetClass="path" presetSubtype="0" accel="50000" decel="50000" fill="hold" grpId="2" nodeType="withEffect">
                                  <p:stCondLst>
                                    <p:cond delay="1000"/>
                                  </p:stCondLst>
                                  <p:childTnLst>
                                    <p:animMotion origin="layout" path="M 0.30369 0.25301 L 0.36476 0.25301 " pathEditMode="relative" rAng="0" ptsTypes="AA">
                                      <p:cBhvr>
                                        <p:cTn id="66" dur="1000" fill="hold"/>
                                        <p:tgtEl>
                                          <p:spTgt spid="17"/>
                                        </p:tgtEl>
                                        <p:attrNameLst>
                                          <p:attrName>ppt_x</p:attrName>
                                          <p:attrName>ppt_y</p:attrName>
                                        </p:attrNameLst>
                                      </p:cBhvr>
                                      <p:rCtr x="3047" y="0"/>
                                    </p:animMotion>
                                  </p:childTnLst>
                                </p:cTn>
                              </p:par>
                            </p:childTnLst>
                          </p:cTn>
                        </p:par>
                      </p:childTnLst>
                    </p:cTn>
                  </p:par>
                  <p:par>
                    <p:cTn id="67" fill="hold">
                      <p:stCondLst>
                        <p:cond delay="indefinite"/>
                      </p:stCondLst>
                      <p:childTnLst>
                        <p:par>
                          <p:cTn id="68" fill="hold">
                            <p:stCondLst>
                              <p:cond delay="0"/>
                            </p:stCondLst>
                            <p:childTnLst>
                              <p:par>
                                <p:cTn id="69" presetID="43" presetClass="path" presetSubtype="0" accel="50000" decel="50000" fill="hold" grpId="3" nodeType="clickEffect">
                                  <p:stCondLst>
                                    <p:cond delay="0"/>
                                  </p:stCondLst>
                                  <p:childTnLst>
                                    <p:animMotion origin="layout" path="M 0.36477 0.25301 L 0.56661 0.25301 C 0.65699 0.25301 0.76951 0.17523 0.76951 0.11296 L 0.76951 -0.02639 " pathEditMode="relative" rAng="0" ptsTypes="FfFF">
                                      <p:cBhvr>
                                        <p:cTn id="70" dur="2000" fill="hold"/>
                                        <p:tgtEl>
                                          <p:spTgt spid="17"/>
                                        </p:tgtEl>
                                        <p:attrNameLst>
                                          <p:attrName>ppt_x</p:attrName>
                                          <p:attrName>ppt_y</p:attrName>
                                        </p:attrNameLst>
                                      </p:cBhvr>
                                      <p:rCtr x="20237" y="-13981"/>
                                    </p:animMotion>
                                  </p:childTnLst>
                                </p:cTn>
                              </p:par>
                            </p:childTnLst>
                          </p:cTn>
                        </p:par>
                        <p:par>
                          <p:cTn id="71" fill="hold">
                            <p:stCondLst>
                              <p:cond delay="2000"/>
                            </p:stCondLst>
                            <p:childTnLst>
                              <p:par>
                                <p:cTn id="72" presetID="10" presetClass="exit" presetSubtype="0" fill="hold" grpId="4" nodeType="afterEffect">
                                  <p:stCondLst>
                                    <p:cond delay="0"/>
                                  </p:stCondLst>
                                  <p:childTnLst>
                                    <p:animEffect transition="out" filter="fade">
                                      <p:cBhvr>
                                        <p:cTn id="73" dur="1000"/>
                                        <p:tgtEl>
                                          <p:spTgt spid="17"/>
                                        </p:tgtEl>
                                      </p:cBhvr>
                                    </p:animEffect>
                                    <p:set>
                                      <p:cBhvr>
                                        <p:cTn id="74" dur="1" fill="hold">
                                          <p:stCondLst>
                                            <p:cond delay="999"/>
                                          </p:stCondLst>
                                        </p:cTn>
                                        <p:tgtEl>
                                          <p:spTgt spid="17"/>
                                        </p:tgtEl>
                                        <p:attrNameLst>
                                          <p:attrName>style.visibility</p:attrName>
                                        </p:attrNameLst>
                                      </p:cBhvr>
                                      <p:to>
                                        <p:strVal val="hidden"/>
                                      </p:to>
                                    </p:set>
                                  </p:childTnLst>
                                </p:cTn>
                              </p:par>
                            </p:childTnLst>
                          </p:cTn>
                        </p:par>
                        <p:par>
                          <p:cTn id="75" fill="hold">
                            <p:stCondLst>
                              <p:cond delay="3000"/>
                            </p:stCondLst>
                            <p:childTnLst>
                              <p:par>
                                <p:cTn id="76" presetID="10" presetClass="entr" presetSubtype="0" fill="hold" nodeType="after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1000"/>
                                        <p:tgtEl>
                                          <p:spTgt spid="33"/>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1"/>
                                        </p:tgtEl>
                                        <p:attrNameLst>
                                          <p:attrName>style.visibility</p:attrName>
                                        </p:attrNameLst>
                                      </p:cBhvr>
                                      <p:to>
                                        <p:strVal val="visible"/>
                                      </p:to>
                                    </p:set>
                                    <p:animEffect transition="in" filter="fade">
                                      <p:cBhvr>
                                        <p:cTn id="81" dur="1000"/>
                                        <p:tgtEl>
                                          <p:spTgt spid="31"/>
                                        </p:tgtEl>
                                      </p:cBhvr>
                                    </p:animEffect>
                                  </p:childTnLst>
                                </p:cTn>
                              </p:par>
                            </p:childTnLst>
                          </p:cTn>
                        </p:par>
                        <p:par>
                          <p:cTn id="82" fill="hold">
                            <p:stCondLst>
                              <p:cond delay="4000"/>
                            </p:stCondLst>
                            <p:childTnLst>
                              <p:par>
                                <p:cTn id="83" presetID="10" presetClass="exit" presetSubtype="0" fill="hold" nodeType="afterEffect">
                                  <p:stCondLst>
                                    <p:cond delay="0"/>
                                  </p:stCondLst>
                                  <p:childTnLst>
                                    <p:animEffect transition="out" filter="fade">
                                      <p:cBhvr>
                                        <p:cTn id="84" dur="1000"/>
                                        <p:tgtEl>
                                          <p:spTgt spid="33"/>
                                        </p:tgtEl>
                                      </p:cBhvr>
                                    </p:animEffect>
                                    <p:set>
                                      <p:cBhvr>
                                        <p:cTn id="85" dur="1" fill="hold">
                                          <p:stCondLst>
                                            <p:cond delay="999"/>
                                          </p:stCondLst>
                                        </p:cTn>
                                        <p:tgtEl>
                                          <p:spTgt spid="33"/>
                                        </p:tgtEl>
                                        <p:attrNameLst>
                                          <p:attrName>style.visibility</p:attrName>
                                        </p:attrNameLst>
                                      </p:cBhvr>
                                      <p:to>
                                        <p:strVal val="hidden"/>
                                      </p:to>
                                    </p:set>
                                  </p:childTnLst>
                                </p:cTn>
                              </p:par>
                            </p:childTnLst>
                          </p:cTn>
                        </p:par>
                        <p:par>
                          <p:cTn id="86" fill="hold">
                            <p:stCondLst>
                              <p:cond delay="5000"/>
                            </p:stCondLst>
                            <p:childTnLst>
                              <p:par>
                                <p:cTn id="87" presetID="63" presetClass="path" presetSubtype="0" accel="50000" decel="50000" fill="hold" grpId="1" nodeType="afterEffect">
                                  <p:stCondLst>
                                    <p:cond delay="0"/>
                                  </p:stCondLst>
                                  <p:childTnLst>
                                    <p:animMotion origin="layout" path="M 4.48033E-7 -1.85185E-6 L 0.21985 -0.15301 " pathEditMode="relative" rAng="0" ptsTypes="AA">
                                      <p:cBhvr>
                                        <p:cTn id="88" dur="1000" fill="hold"/>
                                        <p:tgtEl>
                                          <p:spTgt spid="31"/>
                                        </p:tgtEl>
                                        <p:attrNameLst>
                                          <p:attrName>ppt_x</p:attrName>
                                          <p:attrName>ppt_y</p:attrName>
                                        </p:attrNameLst>
                                      </p:cBhvr>
                                      <p:rCtr x="10992" y="-7662"/>
                                    </p:animMotion>
                                  </p:childTnLst>
                                </p:cTn>
                              </p:par>
                            </p:childTnLst>
                          </p:cTn>
                        </p:par>
                      </p:childTnLst>
                    </p:cTn>
                  </p:par>
                  <p:par>
                    <p:cTn id="89" fill="hold">
                      <p:stCondLst>
                        <p:cond delay="indefinite"/>
                      </p:stCondLst>
                      <p:childTnLst>
                        <p:par>
                          <p:cTn id="90" fill="hold">
                            <p:stCondLst>
                              <p:cond delay="0"/>
                            </p:stCondLst>
                            <p:childTnLst>
                              <p:par>
                                <p:cTn id="91" presetID="43" presetClass="path" presetSubtype="0" accel="50000" decel="50000" fill="hold" grpId="2" nodeType="clickEffect">
                                  <p:stCondLst>
                                    <p:cond delay="0"/>
                                  </p:stCondLst>
                                  <p:childTnLst>
                                    <p:animMotion origin="layout" path="M 0.30373 -0.06199 L 0.53543 -0.06199 C 0.63975 -0.06199 0.76856 -0.1381 0.76856 -0.19916 L 0.76856 -0.33564 " pathEditMode="relative" rAng="0" ptsTypes="FfFF">
                                      <p:cBhvr>
                                        <p:cTn id="92" dur="2000" fill="hold"/>
                                        <p:tgtEl>
                                          <p:spTgt spid="28"/>
                                        </p:tgtEl>
                                        <p:attrNameLst>
                                          <p:attrName>ppt_x</p:attrName>
                                          <p:attrName>ppt_y</p:attrName>
                                        </p:attrNameLst>
                                      </p:cBhvr>
                                      <p:rCtr x="23235" y="-13694"/>
                                    </p:animMotion>
                                  </p:childTnLst>
                                </p:cTn>
                              </p:par>
                            </p:childTnLst>
                          </p:cTn>
                        </p:par>
                        <p:par>
                          <p:cTn id="93" fill="hold">
                            <p:stCondLst>
                              <p:cond delay="2000"/>
                            </p:stCondLst>
                            <p:childTnLst>
                              <p:par>
                                <p:cTn id="94" presetID="10" presetClass="exit" presetSubtype="0" fill="hold" grpId="3" nodeType="afterEffect">
                                  <p:stCondLst>
                                    <p:cond delay="0"/>
                                  </p:stCondLst>
                                  <p:childTnLst>
                                    <p:animEffect transition="out" filter="fade">
                                      <p:cBhvr>
                                        <p:cTn id="95" dur="1000"/>
                                        <p:tgtEl>
                                          <p:spTgt spid="28"/>
                                        </p:tgtEl>
                                      </p:cBhvr>
                                    </p:animEffect>
                                    <p:set>
                                      <p:cBhvr>
                                        <p:cTn id="96" dur="1" fill="hold">
                                          <p:stCondLst>
                                            <p:cond delay="999"/>
                                          </p:stCondLst>
                                        </p:cTn>
                                        <p:tgtEl>
                                          <p:spTgt spid="28"/>
                                        </p:tgtEl>
                                        <p:attrNameLst>
                                          <p:attrName>style.visibility</p:attrName>
                                        </p:attrNameLst>
                                      </p:cBhvr>
                                      <p:to>
                                        <p:strVal val="hidden"/>
                                      </p:to>
                                    </p:set>
                                  </p:childTnLst>
                                </p:cTn>
                              </p:par>
                              <p:par>
                                <p:cTn id="97" presetID="10" presetClass="entr" presetSubtype="0" fill="hold" grpId="0" nodeType="with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1000"/>
                                        <p:tgtEl>
                                          <p:spTgt spid="40"/>
                                        </p:tgtEl>
                                      </p:cBhvr>
                                    </p:animEffect>
                                  </p:childTnLst>
                                </p:cTn>
                              </p:par>
                              <p:par>
                                <p:cTn id="100" presetID="10" presetClass="entr" presetSubtype="0" fill="hold"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1000"/>
                                        <p:tgtEl>
                                          <p:spTgt spid="33"/>
                                        </p:tgtEl>
                                      </p:cBhvr>
                                    </p:animEffect>
                                  </p:childTnLst>
                                </p:cTn>
                              </p:par>
                            </p:childTnLst>
                          </p:cTn>
                        </p:par>
                        <p:par>
                          <p:cTn id="103" fill="hold">
                            <p:stCondLst>
                              <p:cond delay="3000"/>
                            </p:stCondLst>
                            <p:childTnLst>
                              <p:par>
                                <p:cTn id="104" presetID="10" presetClass="exit" presetSubtype="0" fill="hold" nodeType="afterEffect">
                                  <p:stCondLst>
                                    <p:cond delay="0"/>
                                  </p:stCondLst>
                                  <p:childTnLst>
                                    <p:animEffect transition="out" filter="fade">
                                      <p:cBhvr>
                                        <p:cTn id="105" dur="1000"/>
                                        <p:tgtEl>
                                          <p:spTgt spid="33"/>
                                        </p:tgtEl>
                                      </p:cBhvr>
                                    </p:animEffect>
                                    <p:set>
                                      <p:cBhvr>
                                        <p:cTn id="106" dur="1" fill="hold">
                                          <p:stCondLst>
                                            <p:cond delay="999"/>
                                          </p:stCondLst>
                                        </p:cTn>
                                        <p:tgtEl>
                                          <p:spTgt spid="33"/>
                                        </p:tgtEl>
                                        <p:attrNameLst>
                                          <p:attrName>style.visibility</p:attrName>
                                        </p:attrNameLst>
                                      </p:cBhvr>
                                      <p:to>
                                        <p:strVal val="hidden"/>
                                      </p:to>
                                    </p:set>
                                  </p:childTnLst>
                                </p:cTn>
                              </p:par>
                            </p:childTnLst>
                          </p:cTn>
                        </p:par>
                        <p:par>
                          <p:cTn id="107" fill="hold">
                            <p:stCondLst>
                              <p:cond delay="4000"/>
                            </p:stCondLst>
                            <p:childTnLst>
                              <p:par>
                                <p:cTn id="108" presetID="63" presetClass="path" presetSubtype="0" accel="50000" decel="50000" fill="hold" grpId="1" nodeType="afterEffect">
                                  <p:stCondLst>
                                    <p:cond delay="0"/>
                                  </p:stCondLst>
                                  <p:childTnLst>
                                    <p:animMotion origin="layout" path="M 1.34931E-6 3.33333E-6 L 0.23391 0.18935 " pathEditMode="relative" rAng="0" ptsTypes="AA">
                                      <p:cBhvr>
                                        <p:cTn id="109" dur="1000" fill="hold"/>
                                        <p:tgtEl>
                                          <p:spTgt spid="40"/>
                                        </p:tgtEl>
                                        <p:attrNameLst>
                                          <p:attrName>ppt_x</p:attrName>
                                          <p:attrName>ppt_y</p:attrName>
                                        </p:attrNameLst>
                                      </p:cBhvr>
                                      <p:rCtr x="11696" y="946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6" grpId="1" animBg="1"/>
      <p:bldP spid="26" grpId="0" animBg="1"/>
      <p:bldP spid="27" grpId="0" animBg="1"/>
      <p:bldP spid="27" grpId="1" animBg="1"/>
      <p:bldP spid="30" grpId="0" animBg="1"/>
      <p:bldP spid="31" grpId="0" animBg="1"/>
      <p:bldP spid="31" grpId="1" animBg="1"/>
      <p:bldP spid="40" grpId="0" animBg="1"/>
      <p:bldP spid="40" grpId="1" animBg="1"/>
      <p:bldP spid="28" grpId="0" animBg="1"/>
      <p:bldP spid="28" grpId="1" animBg="1"/>
      <p:bldP spid="28" grpId="2" animBg="1"/>
      <p:bldP spid="28" grpId="3" animBg="1"/>
      <p:bldP spid="17" grpId="0" animBg="1"/>
      <p:bldP spid="17" grpId="1" animBg="1"/>
      <p:bldP spid="17" grpId="2" animBg="1"/>
      <p:bldP spid="17" grpId="3" animBg="1"/>
      <p:bldP spid="17" grpId="4" animBg="1"/>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39" name="Straight Arrow Connector 38"/>
          <p:cNvCxnSpPr/>
          <p:nvPr/>
        </p:nvCxnSpPr>
        <p:spPr>
          <a:xfrm flipH="1" flipV="1">
            <a:off x="7097545" y="4495697"/>
            <a:ext cx="581606" cy="212708"/>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6" name="Straight Arrow Connector 35"/>
          <p:cNvCxnSpPr/>
          <p:nvPr/>
        </p:nvCxnSpPr>
        <p:spPr>
          <a:xfrm flipH="1" flipV="1">
            <a:off x="7097545" y="3220376"/>
            <a:ext cx="807999" cy="261727"/>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3" name="Straight Arrow Connector 32"/>
          <p:cNvCxnSpPr/>
          <p:nvPr/>
        </p:nvCxnSpPr>
        <p:spPr>
          <a:xfrm flipH="1">
            <a:off x="7097545" y="2502864"/>
            <a:ext cx="704863" cy="233760"/>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1" name="Straight Arrow Connector 20"/>
          <p:cNvCxnSpPr/>
          <p:nvPr/>
        </p:nvCxnSpPr>
        <p:spPr>
          <a:xfrm flipV="1">
            <a:off x="1334370" y="3737690"/>
            <a:ext cx="729951" cy="242819"/>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4" name="Straight Arrow Connector 23"/>
          <p:cNvCxnSpPr/>
          <p:nvPr/>
        </p:nvCxnSpPr>
        <p:spPr>
          <a:xfrm>
            <a:off x="1400529" y="3100787"/>
            <a:ext cx="663792" cy="306336"/>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27" name="Straight Arrow Connector 26"/>
          <p:cNvCxnSpPr/>
          <p:nvPr/>
        </p:nvCxnSpPr>
        <p:spPr>
          <a:xfrm>
            <a:off x="4207336" y="3737689"/>
            <a:ext cx="647371" cy="300175"/>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cxnSp>
        <p:nvCxnSpPr>
          <p:cNvPr id="30" name="Straight Arrow Connector 29"/>
          <p:cNvCxnSpPr/>
          <p:nvPr/>
        </p:nvCxnSpPr>
        <p:spPr>
          <a:xfrm flipV="1">
            <a:off x="4180327" y="3100787"/>
            <a:ext cx="674380" cy="316036"/>
          </a:xfrm>
          <a:prstGeom prst="straightConnector1">
            <a:avLst/>
          </a:prstGeom>
          <a:noFill/>
          <a:ln w="60325">
            <a:solidFill>
              <a:schemeClr val="accent2"/>
            </a:solidFill>
            <a:headEnd type="none" w="med" len="med"/>
            <a:tailEnd type="triangle" w="med" len="med"/>
          </a:ln>
          <a:effectLst/>
        </p:spPr>
        <p:style>
          <a:lnRef idx="1">
            <a:schemeClr val="accent4"/>
          </a:lnRef>
          <a:fillRef idx="3">
            <a:schemeClr val="accent4"/>
          </a:fillRef>
          <a:effectRef idx="2">
            <a:schemeClr val="accent4"/>
          </a:effectRef>
          <a:fontRef idx="minor">
            <a:schemeClr val="lt1"/>
          </a:fontRef>
        </p:style>
      </p:cxnSp>
      <p:sp>
        <p:nvSpPr>
          <p:cNvPr id="4" name="Title 3"/>
          <p:cNvSpPr>
            <a:spLocks noGrp="1"/>
          </p:cNvSpPr>
          <p:nvPr>
            <p:ph type="title"/>
          </p:nvPr>
        </p:nvSpPr>
        <p:spPr/>
        <p:txBody>
          <a:bodyPr/>
          <a:lstStyle/>
          <a:p>
            <a:r>
              <a:rPr lang="en-US" dirty="0"/>
              <a:t>Service Bus Topics</a:t>
            </a:r>
          </a:p>
        </p:txBody>
      </p:sp>
      <p:sp>
        <p:nvSpPr>
          <p:cNvPr id="5" name="Rectangle 4"/>
          <p:cNvSpPr/>
          <p:nvPr/>
        </p:nvSpPr>
        <p:spPr bwMode="auto">
          <a:xfrm>
            <a:off x="7645093" y="1942154"/>
            <a:ext cx="1120190" cy="1121419"/>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Consumer 1</a:t>
            </a:r>
          </a:p>
        </p:txBody>
      </p:sp>
      <p:sp>
        <p:nvSpPr>
          <p:cNvPr id="6" name="Rectangle 5"/>
          <p:cNvSpPr/>
          <p:nvPr/>
        </p:nvSpPr>
        <p:spPr bwMode="auto">
          <a:xfrm>
            <a:off x="7645093" y="3204451"/>
            <a:ext cx="1120190" cy="1121419"/>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Consumer 2</a:t>
            </a:r>
          </a:p>
        </p:txBody>
      </p:sp>
      <p:sp>
        <p:nvSpPr>
          <p:cNvPr id="7" name="Rectangle 6"/>
          <p:cNvSpPr/>
          <p:nvPr/>
        </p:nvSpPr>
        <p:spPr bwMode="auto">
          <a:xfrm>
            <a:off x="7645093" y="4466748"/>
            <a:ext cx="1120190" cy="1121419"/>
          </a:xfrm>
          <a:prstGeom prst="rect">
            <a:avLst/>
          </a:prstGeom>
          <a:solidFill>
            <a:schemeClr val="bg2">
              <a:lumMod val="9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Consumer 3</a:t>
            </a:r>
          </a:p>
        </p:txBody>
      </p:sp>
      <p:sp>
        <p:nvSpPr>
          <p:cNvPr id="8" name="Rectangle 7"/>
          <p:cNvSpPr/>
          <p:nvPr/>
        </p:nvSpPr>
        <p:spPr bwMode="auto">
          <a:xfrm>
            <a:off x="396582" y="2409674"/>
            <a:ext cx="1120190" cy="1121419"/>
          </a:xfrm>
          <a:prstGeom prst="rect">
            <a:avLst/>
          </a:prstGeom>
          <a:solidFill>
            <a:schemeClr val="accent1">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Publisher</a:t>
            </a:r>
          </a:p>
        </p:txBody>
      </p:sp>
      <p:sp>
        <p:nvSpPr>
          <p:cNvPr id="9" name="Rectangle 8"/>
          <p:cNvSpPr/>
          <p:nvPr/>
        </p:nvSpPr>
        <p:spPr bwMode="auto">
          <a:xfrm>
            <a:off x="396582" y="3662619"/>
            <a:ext cx="1120190" cy="1121419"/>
          </a:xfrm>
          <a:prstGeom prst="rect">
            <a:avLst/>
          </a:prstGeom>
          <a:solidFill>
            <a:schemeClr val="accent4">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Publisher</a:t>
            </a:r>
          </a:p>
        </p:txBody>
      </p:sp>
      <p:sp>
        <p:nvSpPr>
          <p:cNvPr id="10" name="Rectangle 9"/>
          <p:cNvSpPr/>
          <p:nvPr/>
        </p:nvSpPr>
        <p:spPr bwMode="auto">
          <a:xfrm>
            <a:off x="1854915" y="3943483"/>
            <a:ext cx="2242838" cy="709344"/>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myTopic</a:t>
            </a:r>
          </a:p>
        </p:txBody>
      </p:sp>
      <p:sp>
        <p:nvSpPr>
          <p:cNvPr id="11" name="Rectangle 10"/>
          <p:cNvSpPr/>
          <p:nvPr/>
        </p:nvSpPr>
        <p:spPr bwMode="auto">
          <a:xfrm>
            <a:off x="4854707" y="2409674"/>
            <a:ext cx="2242838" cy="1121419"/>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my</a:t>
            </a:r>
            <a:r>
              <a:rPr lang="en-US" sz="1500" b="1" dirty="0">
                <a:solidFill>
                  <a:srgbClr val="292929">
                    <a:lumMod val="90000"/>
                    <a:lumOff val="10000"/>
                    <a:alpha val="99000"/>
                  </a:srgbClr>
                </a:solidFill>
              </a:rPr>
              <a:t>First</a:t>
            </a:r>
            <a:r>
              <a:rPr lang="en-US" sz="1500" dirty="0">
                <a:solidFill>
                  <a:srgbClr val="292929">
                    <a:lumMod val="90000"/>
                    <a:lumOff val="10000"/>
                    <a:alpha val="99000"/>
                  </a:srgbClr>
                </a:solidFill>
              </a:rPr>
              <a:t>Subscription </a:t>
            </a:r>
          </a:p>
        </p:txBody>
      </p:sp>
      <p:sp>
        <p:nvSpPr>
          <p:cNvPr id="12" name="Rectangle 11"/>
          <p:cNvSpPr/>
          <p:nvPr/>
        </p:nvSpPr>
        <p:spPr bwMode="auto">
          <a:xfrm>
            <a:off x="4854707" y="3662619"/>
            <a:ext cx="2242838" cy="1121419"/>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60" rIns="6860" bIns="68598" numCol="1" rtlCol="0" anchor="b" anchorCtr="0" compatLnSpc="1">
            <a:prstTxWarp prst="textNoShape">
              <a:avLst/>
            </a:prstTxWarp>
          </a:bodyPr>
          <a:lstStyle/>
          <a:p>
            <a:pPr defTabSz="684901" fontAlgn="base">
              <a:lnSpc>
                <a:spcPct val="90000"/>
              </a:lnSpc>
              <a:spcBef>
                <a:spcPct val="0"/>
              </a:spcBef>
              <a:spcAft>
                <a:spcPct val="0"/>
              </a:spcAft>
            </a:pPr>
            <a:r>
              <a:rPr lang="en-US" sz="1500" dirty="0">
                <a:solidFill>
                  <a:srgbClr val="292929">
                    <a:lumMod val="90000"/>
                    <a:lumOff val="10000"/>
                    <a:alpha val="99000"/>
                  </a:srgbClr>
                </a:solidFill>
              </a:rPr>
              <a:t>my</a:t>
            </a:r>
            <a:r>
              <a:rPr lang="en-US" sz="1500" b="1" dirty="0">
                <a:solidFill>
                  <a:srgbClr val="292929">
                    <a:lumMod val="90000"/>
                    <a:lumOff val="10000"/>
                    <a:alpha val="99000"/>
                  </a:srgbClr>
                </a:solidFill>
              </a:rPr>
              <a:t>Second</a:t>
            </a:r>
            <a:r>
              <a:rPr lang="en-US" sz="1500" dirty="0">
                <a:solidFill>
                  <a:srgbClr val="292929">
                    <a:lumMod val="90000"/>
                    <a:lumOff val="10000"/>
                    <a:alpha val="99000"/>
                  </a:srgbClr>
                </a:solidFill>
              </a:rPr>
              <a:t>Subscription</a:t>
            </a:r>
          </a:p>
        </p:txBody>
      </p:sp>
      <p:pic>
        <p:nvPicPr>
          <p:cNvPr id="44" name="Picture 4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7648" y="2620651"/>
            <a:ext cx="498058" cy="479780"/>
          </a:xfrm>
          <a:prstGeom prst="rect">
            <a:avLst/>
          </a:prstGeom>
        </p:spPr>
      </p:pic>
      <p:sp>
        <p:nvSpPr>
          <p:cNvPr id="45" name="Oval 44"/>
          <p:cNvSpPr/>
          <p:nvPr/>
        </p:nvSpPr>
        <p:spPr bwMode="auto">
          <a:xfrm>
            <a:off x="1194735" y="2463140"/>
            <a:ext cx="205794" cy="205794"/>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A</a:t>
            </a:r>
          </a:p>
        </p:txBody>
      </p:sp>
      <p:grpSp>
        <p:nvGrpSpPr>
          <p:cNvPr id="47" name="A"/>
          <p:cNvGrpSpPr/>
          <p:nvPr/>
        </p:nvGrpSpPr>
        <p:grpSpPr>
          <a:xfrm>
            <a:off x="707648" y="2759417"/>
            <a:ext cx="498058" cy="348337"/>
            <a:chOff x="2513012" y="2060920"/>
            <a:chExt cx="663905" cy="464329"/>
          </a:xfrm>
        </p:grpSpPr>
        <p:sp>
          <p:nvSpPr>
            <p:cNvPr id="43"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6">
                <a:lumMod val="50000"/>
              </a:schemeClr>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46" name="Oval 45"/>
            <p:cNvSpPr/>
            <p:nvPr/>
          </p:nvSpPr>
          <p:spPr bwMode="auto">
            <a:xfrm>
              <a:off x="2707804" y="2155924"/>
              <a:ext cx="274320" cy="274320"/>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A</a:t>
              </a:r>
            </a:p>
          </p:txBody>
        </p:sp>
      </p:grpSp>
      <p:grpSp>
        <p:nvGrpSpPr>
          <p:cNvPr id="48" name="A2"/>
          <p:cNvGrpSpPr/>
          <p:nvPr/>
        </p:nvGrpSpPr>
        <p:grpSpPr>
          <a:xfrm>
            <a:off x="3567723" y="3407123"/>
            <a:ext cx="498058" cy="348337"/>
            <a:chOff x="2513012" y="2060920"/>
            <a:chExt cx="663905" cy="464329"/>
          </a:xfrm>
        </p:grpSpPr>
        <p:sp>
          <p:nvSpPr>
            <p:cNvPr id="49"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6">
                <a:lumMod val="50000"/>
              </a:schemeClr>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50" name="Oval 49"/>
            <p:cNvSpPr/>
            <p:nvPr/>
          </p:nvSpPr>
          <p:spPr bwMode="auto">
            <a:xfrm>
              <a:off x="2707804" y="2155924"/>
              <a:ext cx="274320" cy="274320"/>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A</a:t>
              </a:r>
            </a:p>
          </p:txBody>
        </p:sp>
      </p:grpSp>
      <p:grpSp>
        <p:nvGrpSpPr>
          <p:cNvPr id="51" name="B"/>
          <p:cNvGrpSpPr/>
          <p:nvPr/>
        </p:nvGrpSpPr>
        <p:grpSpPr>
          <a:xfrm>
            <a:off x="707649" y="2761200"/>
            <a:ext cx="498058" cy="348337"/>
            <a:chOff x="2513012" y="2060920"/>
            <a:chExt cx="663905" cy="464329"/>
          </a:xfrm>
          <a:solidFill>
            <a:schemeClr val="accent6">
              <a:lumMod val="50000"/>
            </a:schemeClr>
          </a:solidFill>
        </p:grpSpPr>
        <p:sp>
          <p:nvSpPr>
            <p:cNvPr id="52"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6">
                <a:lumMod val="50000"/>
              </a:schemeClr>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53" name="Oval 52"/>
            <p:cNvSpPr/>
            <p:nvPr/>
          </p:nvSpPr>
          <p:spPr bwMode="auto">
            <a:xfrm>
              <a:off x="2707804" y="2155924"/>
              <a:ext cx="274320" cy="274320"/>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B</a:t>
              </a:r>
            </a:p>
          </p:txBody>
        </p:sp>
      </p:grpSp>
      <p:grpSp>
        <p:nvGrpSpPr>
          <p:cNvPr id="54" name="B2"/>
          <p:cNvGrpSpPr/>
          <p:nvPr/>
        </p:nvGrpSpPr>
        <p:grpSpPr>
          <a:xfrm>
            <a:off x="3567723" y="3422688"/>
            <a:ext cx="498058" cy="348337"/>
            <a:chOff x="2513012" y="2060920"/>
            <a:chExt cx="663905" cy="464329"/>
          </a:xfrm>
        </p:grpSpPr>
        <p:sp>
          <p:nvSpPr>
            <p:cNvPr id="55"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6">
                <a:lumMod val="50000"/>
              </a:schemeClr>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56" name="Oval 55"/>
            <p:cNvSpPr/>
            <p:nvPr/>
          </p:nvSpPr>
          <p:spPr bwMode="auto">
            <a:xfrm>
              <a:off x="2707804" y="2155924"/>
              <a:ext cx="274320" cy="274320"/>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B</a:t>
              </a:r>
            </a:p>
          </p:txBody>
        </p:sp>
      </p:grpSp>
      <p:grpSp>
        <p:nvGrpSpPr>
          <p:cNvPr id="57" name="C"/>
          <p:cNvGrpSpPr/>
          <p:nvPr/>
        </p:nvGrpSpPr>
        <p:grpSpPr>
          <a:xfrm>
            <a:off x="673786" y="3943485"/>
            <a:ext cx="498058" cy="348337"/>
            <a:chOff x="2513012" y="2060920"/>
            <a:chExt cx="663905" cy="464329"/>
          </a:xfrm>
        </p:grpSpPr>
        <p:sp>
          <p:nvSpPr>
            <p:cNvPr id="58"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59" name="Oval 58"/>
            <p:cNvSpPr/>
            <p:nvPr/>
          </p:nvSpPr>
          <p:spPr bwMode="auto">
            <a:xfrm>
              <a:off x="2707804" y="2155924"/>
              <a:ext cx="274320" cy="27432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C</a:t>
              </a:r>
            </a:p>
          </p:txBody>
        </p:sp>
      </p:grpSp>
      <p:grpSp>
        <p:nvGrpSpPr>
          <p:cNvPr id="60" name="C2"/>
          <p:cNvGrpSpPr/>
          <p:nvPr/>
        </p:nvGrpSpPr>
        <p:grpSpPr>
          <a:xfrm>
            <a:off x="3567723" y="3422688"/>
            <a:ext cx="498058" cy="348337"/>
            <a:chOff x="2513012" y="2060920"/>
            <a:chExt cx="663905" cy="464329"/>
          </a:xfrm>
        </p:grpSpPr>
        <p:sp>
          <p:nvSpPr>
            <p:cNvPr id="61"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62" name="Oval 61"/>
            <p:cNvSpPr/>
            <p:nvPr/>
          </p:nvSpPr>
          <p:spPr bwMode="auto">
            <a:xfrm>
              <a:off x="2707804" y="2155924"/>
              <a:ext cx="274320" cy="274320"/>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C</a:t>
              </a:r>
            </a:p>
          </p:txBody>
        </p:sp>
      </p:grpSp>
      <p:sp>
        <p:nvSpPr>
          <p:cNvPr id="63" name="Oval 62"/>
          <p:cNvSpPr/>
          <p:nvPr/>
        </p:nvSpPr>
        <p:spPr bwMode="auto">
          <a:xfrm>
            <a:off x="8102291" y="3325300"/>
            <a:ext cx="205794" cy="205794"/>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A</a:t>
            </a:r>
          </a:p>
        </p:txBody>
      </p:sp>
      <p:sp>
        <p:nvSpPr>
          <p:cNvPr id="64" name="Oval 63"/>
          <p:cNvSpPr/>
          <p:nvPr/>
        </p:nvSpPr>
        <p:spPr bwMode="auto">
          <a:xfrm>
            <a:off x="8102956" y="4578244"/>
            <a:ext cx="205794" cy="205794"/>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A</a:t>
            </a:r>
          </a:p>
        </p:txBody>
      </p:sp>
      <p:sp>
        <p:nvSpPr>
          <p:cNvPr id="65" name="Oval 64"/>
          <p:cNvSpPr/>
          <p:nvPr/>
        </p:nvSpPr>
        <p:spPr bwMode="auto">
          <a:xfrm>
            <a:off x="8097645" y="4995318"/>
            <a:ext cx="205794" cy="205794"/>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B</a:t>
            </a:r>
          </a:p>
        </p:txBody>
      </p:sp>
      <p:grpSp>
        <p:nvGrpSpPr>
          <p:cNvPr id="69" name="D"/>
          <p:cNvGrpSpPr/>
          <p:nvPr/>
        </p:nvGrpSpPr>
        <p:grpSpPr>
          <a:xfrm>
            <a:off x="673785" y="3943484"/>
            <a:ext cx="498058" cy="348337"/>
            <a:chOff x="2513012" y="2060920"/>
            <a:chExt cx="663905" cy="464329"/>
          </a:xfrm>
        </p:grpSpPr>
        <p:sp>
          <p:nvSpPr>
            <p:cNvPr id="70"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6">
                <a:lumMod val="50000"/>
              </a:schemeClr>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71" name="Oval 70"/>
            <p:cNvSpPr/>
            <p:nvPr/>
          </p:nvSpPr>
          <p:spPr bwMode="auto">
            <a:xfrm>
              <a:off x="2707804" y="2155924"/>
              <a:ext cx="274320" cy="274320"/>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D</a:t>
              </a:r>
            </a:p>
          </p:txBody>
        </p:sp>
      </p:grpSp>
      <p:grpSp>
        <p:nvGrpSpPr>
          <p:cNvPr id="72" name="E"/>
          <p:cNvGrpSpPr/>
          <p:nvPr/>
        </p:nvGrpSpPr>
        <p:grpSpPr>
          <a:xfrm>
            <a:off x="673784" y="3943483"/>
            <a:ext cx="498058" cy="348337"/>
            <a:chOff x="2513012" y="2060920"/>
            <a:chExt cx="663905" cy="464329"/>
          </a:xfrm>
          <a:solidFill>
            <a:schemeClr val="accent4"/>
          </a:solidFill>
        </p:grpSpPr>
        <p:sp>
          <p:nvSpPr>
            <p:cNvPr id="73"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74" name="Oval 73"/>
            <p:cNvSpPr/>
            <p:nvPr/>
          </p:nvSpPr>
          <p:spPr bwMode="auto">
            <a:xfrm>
              <a:off x="2707804" y="2155924"/>
              <a:ext cx="274320" cy="274320"/>
            </a:xfrm>
            <a:prstGeom prst="ellipse">
              <a:avLst/>
            </a:prstGeom>
            <a:solidFill>
              <a:schemeClr val="accent4"/>
            </a:solidFill>
            <a:ln w="19050">
              <a:noFill/>
            </a:ln>
          </p:spPr>
          <p:txBody>
            <a:bodyPr vert="horz" wrap="square" lIns="61745" tIns="30873" rIns="61745" bIns="30873" numCol="1"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E</a:t>
              </a:r>
            </a:p>
          </p:txBody>
        </p:sp>
      </p:grpSp>
      <p:grpSp>
        <p:nvGrpSpPr>
          <p:cNvPr id="75" name="E2"/>
          <p:cNvGrpSpPr/>
          <p:nvPr/>
        </p:nvGrpSpPr>
        <p:grpSpPr>
          <a:xfrm>
            <a:off x="3567722" y="3410980"/>
            <a:ext cx="498058" cy="348337"/>
            <a:chOff x="2513012" y="2060920"/>
            <a:chExt cx="663905" cy="464329"/>
          </a:xfrm>
        </p:grpSpPr>
        <p:sp>
          <p:nvSpPr>
            <p:cNvPr id="76" name="Freeform 128"/>
            <p:cNvSpPr>
              <a:spLocks noEditPoints="1"/>
            </p:cNvSpPr>
            <p:nvPr/>
          </p:nvSpPr>
          <p:spPr bwMode="black">
            <a:xfrm>
              <a:off x="2513012" y="2060920"/>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77" name="Oval 76"/>
            <p:cNvSpPr/>
            <p:nvPr/>
          </p:nvSpPr>
          <p:spPr bwMode="auto">
            <a:xfrm>
              <a:off x="2707804" y="2155924"/>
              <a:ext cx="274320" cy="274320"/>
            </a:xfrm>
            <a:prstGeom prst="ellipse">
              <a:avLst/>
            </a:prstGeom>
            <a:solidFill>
              <a:schemeClr val="accent4"/>
            </a:solidFill>
            <a:ln w="19050">
              <a:noFill/>
            </a:ln>
          </p:spPr>
          <p:txBody>
            <a:bodyPr vert="horz" wrap="square" lIns="61745" tIns="30873" rIns="61745" bIns="30873" numCol="1"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E</a:t>
              </a:r>
            </a:p>
          </p:txBody>
        </p:sp>
      </p:grpSp>
      <p:sp>
        <p:nvSpPr>
          <p:cNvPr id="78" name="Oval 77"/>
          <p:cNvSpPr/>
          <p:nvPr/>
        </p:nvSpPr>
        <p:spPr bwMode="auto">
          <a:xfrm>
            <a:off x="8109346" y="2257346"/>
            <a:ext cx="205794" cy="205794"/>
          </a:xfrm>
          <a:prstGeom prst="ellipse">
            <a:avLst/>
          </a:prstGeom>
          <a:solidFill>
            <a:schemeClr val="accent6">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B</a:t>
            </a:r>
          </a:p>
        </p:txBody>
      </p:sp>
      <p:sp>
        <p:nvSpPr>
          <p:cNvPr id="79" name="Oval 78"/>
          <p:cNvSpPr/>
          <p:nvPr/>
        </p:nvSpPr>
        <p:spPr bwMode="auto">
          <a:xfrm>
            <a:off x="8113938" y="3737689"/>
            <a:ext cx="205794" cy="205794"/>
          </a:xfrm>
          <a:prstGeom prst="ellipse">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0" tIns="0" rIns="0" bIns="0" numCol="1" rtlCol="0"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C</a:t>
            </a:r>
          </a:p>
        </p:txBody>
      </p:sp>
      <p:sp>
        <p:nvSpPr>
          <p:cNvPr id="85" name="Rectangle 84"/>
          <p:cNvSpPr/>
          <p:nvPr/>
        </p:nvSpPr>
        <p:spPr bwMode="auto">
          <a:xfrm>
            <a:off x="4854707" y="2409674"/>
            <a:ext cx="2242838" cy="1121419"/>
          </a:xfrm>
          <a:prstGeom prst="rect">
            <a:avLst/>
          </a:prstGeom>
          <a:noFill/>
          <a:ln w="73025">
            <a:solidFill>
              <a:schemeClr val="accent6"/>
            </a:solidFill>
            <a:prstDash val="sysDash"/>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598" rIns="68598" bIns="68598" numCol="1" rtlCol="0" anchor="b" anchorCtr="0" compatLnSpc="1">
            <a:prstTxWarp prst="textNoShape">
              <a:avLst/>
            </a:prstTxWarp>
          </a:bodyPr>
          <a:lstStyle/>
          <a:p>
            <a:pPr defTabSz="684901" fontAlgn="base">
              <a:lnSpc>
                <a:spcPct val="90000"/>
              </a:lnSpc>
              <a:spcBef>
                <a:spcPct val="0"/>
              </a:spcBef>
              <a:spcAft>
                <a:spcPct val="0"/>
              </a:spcAft>
            </a:pPr>
            <a:endParaRPr lang="en-US" sz="2101" dirty="0">
              <a:gradFill>
                <a:gsLst>
                  <a:gs pos="0">
                    <a:srgbClr val="FFFFFF"/>
                  </a:gs>
                  <a:gs pos="100000">
                    <a:srgbClr val="FFFFFF"/>
                  </a:gs>
                </a:gsLst>
                <a:lin ang="5400000" scaled="0"/>
              </a:gradFill>
            </a:endParaRPr>
          </a:p>
        </p:txBody>
      </p:sp>
      <p:sp>
        <p:nvSpPr>
          <p:cNvPr id="86" name="Rectangle 85"/>
          <p:cNvSpPr/>
          <p:nvPr/>
        </p:nvSpPr>
        <p:spPr bwMode="auto">
          <a:xfrm>
            <a:off x="4854707" y="3662619"/>
            <a:ext cx="2242838" cy="1142922"/>
          </a:xfrm>
          <a:prstGeom prst="rect">
            <a:avLst/>
          </a:prstGeom>
          <a:noFill/>
          <a:ln w="73025">
            <a:solidFill>
              <a:schemeClr val="accent6"/>
            </a:solidFill>
            <a:prstDash val="sysDash"/>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68598" tIns="68598" rIns="68598" bIns="68598" numCol="1" rtlCol="0" anchor="b" anchorCtr="0" compatLnSpc="1">
            <a:prstTxWarp prst="textNoShape">
              <a:avLst/>
            </a:prstTxWarp>
          </a:bodyPr>
          <a:lstStyle/>
          <a:p>
            <a:pPr defTabSz="684901" fontAlgn="base">
              <a:lnSpc>
                <a:spcPct val="90000"/>
              </a:lnSpc>
              <a:spcBef>
                <a:spcPct val="0"/>
              </a:spcBef>
              <a:spcAft>
                <a:spcPct val="0"/>
              </a:spcAft>
            </a:pPr>
            <a:endParaRPr lang="en-US" sz="2101" dirty="0">
              <a:gradFill>
                <a:gsLst>
                  <a:gs pos="0">
                    <a:srgbClr val="FFFFFF"/>
                  </a:gs>
                  <a:gs pos="100000">
                    <a:srgbClr val="FFFFFF"/>
                  </a:gs>
                </a:gsLst>
                <a:lin ang="5400000" scaled="0"/>
              </a:gradFill>
            </a:endParaRPr>
          </a:p>
        </p:txBody>
      </p:sp>
      <p:grpSp>
        <p:nvGrpSpPr>
          <p:cNvPr id="2" name="Group 1"/>
          <p:cNvGrpSpPr/>
          <p:nvPr/>
        </p:nvGrpSpPr>
        <p:grpSpPr>
          <a:xfrm>
            <a:off x="4962224" y="2742119"/>
            <a:ext cx="498058" cy="348337"/>
            <a:chOff x="2751710" y="5843074"/>
            <a:chExt cx="663905" cy="464329"/>
          </a:xfrm>
        </p:grpSpPr>
        <p:sp>
          <p:nvSpPr>
            <p:cNvPr id="84" name="Freeform 128"/>
            <p:cNvSpPr>
              <a:spLocks noEditPoints="1"/>
            </p:cNvSpPr>
            <p:nvPr/>
          </p:nvSpPr>
          <p:spPr bwMode="black">
            <a:xfrm>
              <a:off x="2751710" y="5843074"/>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91" name="Oval 90"/>
            <p:cNvSpPr/>
            <p:nvPr/>
          </p:nvSpPr>
          <p:spPr bwMode="auto">
            <a:xfrm>
              <a:off x="2946502" y="5938078"/>
              <a:ext cx="274320" cy="274320"/>
            </a:xfrm>
            <a:prstGeom prst="ellipse">
              <a:avLst/>
            </a:prstGeom>
            <a:solidFill>
              <a:schemeClr val="accent4"/>
            </a:solidFill>
            <a:ln w="19050">
              <a:noFill/>
            </a:ln>
          </p:spPr>
          <p:txBody>
            <a:bodyPr vert="horz" wrap="square" lIns="61745" tIns="30873" rIns="61745" bIns="30873" numCol="1"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E</a:t>
              </a:r>
            </a:p>
          </p:txBody>
        </p:sp>
      </p:grpSp>
      <p:grpSp>
        <p:nvGrpSpPr>
          <p:cNvPr id="92" name="Group 91"/>
          <p:cNvGrpSpPr/>
          <p:nvPr/>
        </p:nvGrpSpPr>
        <p:grpSpPr>
          <a:xfrm>
            <a:off x="4964290" y="4004154"/>
            <a:ext cx="498058" cy="348337"/>
            <a:chOff x="2751710" y="5843074"/>
            <a:chExt cx="663905" cy="464329"/>
          </a:xfrm>
        </p:grpSpPr>
        <p:sp>
          <p:nvSpPr>
            <p:cNvPr id="93" name="Freeform 128"/>
            <p:cNvSpPr>
              <a:spLocks noEditPoints="1"/>
            </p:cNvSpPr>
            <p:nvPr/>
          </p:nvSpPr>
          <p:spPr bwMode="black">
            <a:xfrm>
              <a:off x="2751710" y="5843074"/>
              <a:ext cx="663905" cy="464329"/>
            </a:xfrm>
            <a:custGeom>
              <a:avLst/>
              <a:gdLst>
                <a:gd name="T0" fmla="*/ 7 w 300"/>
                <a:gd name="T1" fmla="*/ 0 h 210"/>
                <a:gd name="T2" fmla="*/ 293 w 300"/>
                <a:gd name="T3" fmla="*/ 0 h 210"/>
                <a:gd name="T4" fmla="*/ 150 w 300"/>
                <a:gd name="T5" fmla="*/ 120 h 210"/>
                <a:gd name="T6" fmla="*/ 7 w 300"/>
                <a:gd name="T7" fmla="*/ 0 h 210"/>
                <a:gd name="T8" fmla="*/ 153 w 300"/>
                <a:gd name="T9" fmla="*/ 130 h 210"/>
                <a:gd name="T10" fmla="*/ 153 w 300"/>
                <a:gd name="T11" fmla="*/ 130 h 210"/>
                <a:gd name="T12" fmla="*/ 153 w 300"/>
                <a:gd name="T13" fmla="*/ 131 h 210"/>
                <a:gd name="T14" fmla="*/ 152 w 300"/>
                <a:gd name="T15" fmla="*/ 131 h 210"/>
                <a:gd name="T16" fmla="*/ 152 w 300"/>
                <a:gd name="T17" fmla="*/ 131 h 210"/>
                <a:gd name="T18" fmla="*/ 151 w 300"/>
                <a:gd name="T19" fmla="*/ 131 h 210"/>
                <a:gd name="T20" fmla="*/ 151 w 300"/>
                <a:gd name="T21" fmla="*/ 131 h 210"/>
                <a:gd name="T22" fmla="*/ 150 w 300"/>
                <a:gd name="T23" fmla="*/ 131 h 210"/>
                <a:gd name="T24" fmla="*/ 150 w 300"/>
                <a:gd name="T25" fmla="*/ 131 h 210"/>
                <a:gd name="T26" fmla="*/ 150 w 300"/>
                <a:gd name="T27" fmla="*/ 131 h 210"/>
                <a:gd name="T28" fmla="*/ 149 w 300"/>
                <a:gd name="T29" fmla="*/ 131 h 210"/>
                <a:gd name="T30" fmla="*/ 149 w 300"/>
                <a:gd name="T31" fmla="*/ 131 h 210"/>
                <a:gd name="T32" fmla="*/ 148 w 300"/>
                <a:gd name="T33" fmla="*/ 131 h 210"/>
                <a:gd name="T34" fmla="*/ 148 w 300"/>
                <a:gd name="T35" fmla="*/ 131 h 210"/>
                <a:gd name="T36" fmla="*/ 147 w 300"/>
                <a:gd name="T37" fmla="*/ 131 h 210"/>
                <a:gd name="T38" fmla="*/ 147 w 300"/>
                <a:gd name="T39" fmla="*/ 130 h 210"/>
                <a:gd name="T40" fmla="*/ 147 w 300"/>
                <a:gd name="T41" fmla="*/ 130 h 210"/>
                <a:gd name="T42" fmla="*/ 125 w 300"/>
                <a:gd name="T43" fmla="*/ 112 h 210"/>
                <a:gd name="T44" fmla="*/ 8 w 300"/>
                <a:gd name="T45" fmla="*/ 210 h 210"/>
                <a:gd name="T46" fmla="*/ 293 w 300"/>
                <a:gd name="T47" fmla="*/ 210 h 210"/>
                <a:gd name="T48" fmla="*/ 175 w 300"/>
                <a:gd name="T49" fmla="*/ 112 h 210"/>
                <a:gd name="T50" fmla="*/ 153 w 300"/>
                <a:gd name="T51" fmla="*/ 130 h 210"/>
                <a:gd name="T52" fmla="*/ 0 w 300"/>
                <a:gd name="T53" fmla="*/ 6 h 210"/>
                <a:gd name="T54" fmla="*/ 0 w 300"/>
                <a:gd name="T55" fmla="*/ 204 h 210"/>
                <a:gd name="T56" fmla="*/ 118 w 300"/>
                <a:gd name="T57" fmla="*/ 106 h 210"/>
                <a:gd name="T58" fmla="*/ 0 w 300"/>
                <a:gd name="T59" fmla="*/ 6 h 210"/>
                <a:gd name="T60" fmla="*/ 182 w 300"/>
                <a:gd name="T61" fmla="*/ 106 h 210"/>
                <a:gd name="T62" fmla="*/ 300 w 300"/>
                <a:gd name="T63" fmla="*/ 204 h 210"/>
                <a:gd name="T64" fmla="*/ 300 w 300"/>
                <a:gd name="T65" fmla="*/ 6 h 210"/>
                <a:gd name="T66" fmla="*/ 182 w 300"/>
                <a:gd name="T67" fmla="*/ 106 h 2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0" h="210">
                  <a:moveTo>
                    <a:pt x="7" y="0"/>
                  </a:moveTo>
                  <a:cubicBezTo>
                    <a:pt x="293" y="0"/>
                    <a:pt x="293" y="0"/>
                    <a:pt x="293" y="0"/>
                  </a:cubicBezTo>
                  <a:cubicBezTo>
                    <a:pt x="150" y="120"/>
                    <a:pt x="150" y="120"/>
                    <a:pt x="150" y="120"/>
                  </a:cubicBezTo>
                  <a:lnTo>
                    <a:pt x="7" y="0"/>
                  </a:lnTo>
                  <a:close/>
                  <a:moveTo>
                    <a:pt x="153" y="130"/>
                  </a:moveTo>
                  <a:cubicBezTo>
                    <a:pt x="153" y="130"/>
                    <a:pt x="153" y="130"/>
                    <a:pt x="153" y="130"/>
                  </a:cubicBezTo>
                  <a:cubicBezTo>
                    <a:pt x="153" y="130"/>
                    <a:pt x="153" y="130"/>
                    <a:pt x="153" y="131"/>
                  </a:cubicBezTo>
                  <a:cubicBezTo>
                    <a:pt x="153" y="131"/>
                    <a:pt x="152" y="131"/>
                    <a:pt x="152" y="131"/>
                  </a:cubicBezTo>
                  <a:cubicBezTo>
                    <a:pt x="152" y="131"/>
                    <a:pt x="152" y="131"/>
                    <a:pt x="152" y="131"/>
                  </a:cubicBezTo>
                  <a:cubicBezTo>
                    <a:pt x="152" y="131"/>
                    <a:pt x="151" y="131"/>
                    <a:pt x="151" y="131"/>
                  </a:cubicBezTo>
                  <a:cubicBezTo>
                    <a:pt x="151" y="131"/>
                    <a:pt x="151" y="131"/>
                    <a:pt x="151" y="131"/>
                  </a:cubicBezTo>
                  <a:cubicBezTo>
                    <a:pt x="151" y="131"/>
                    <a:pt x="150" y="131"/>
                    <a:pt x="150" y="131"/>
                  </a:cubicBezTo>
                  <a:cubicBezTo>
                    <a:pt x="150" y="131"/>
                    <a:pt x="150" y="131"/>
                    <a:pt x="150" y="131"/>
                  </a:cubicBezTo>
                  <a:cubicBezTo>
                    <a:pt x="150" y="131"/>
                    <a:pt x="150" y="131"/>
                    <a:pt x="150" y="131"/>
                  </a:cubicBezTo>
                  <a:cubicBezTo>
                    <a:pt x="150" y="131"/>
                    <a:pt x="149" y="131"/>
                    <a:pt x="149" y="131"/>
                  </a:cubicBezTo>
                  <a:cubicBezTo>
                    <a:pt x="149" y="131"/>
                    <a:pt x="149" y="131"/>
                    <a:pt x="149" y="131"/>
                  </a:cubicBezTo>
                  <a:cubicBezTo>
                    <a:pt x="149" y="131"/>
                    <a:pt x="148" y="131"/>
                    <a:pt x="148" y="131"/>
                  </a:cubicBezTo>
                  <a:cubicBezTo>
                    <a:pt x="148" y="131"/>
                    <a:pt x="148" y="131"/>
                    <a:pt x="148" y="131"/>
                  </a:cubicBezTo>
                  <a:cubicBezTo>
                    <a:pt x="148" y="131"/>
                    <a:pt x="148" y="131"/>
                    <a:pt x="147" y="131"/>
                  </a:cubicBezTo>
                  <a:cubicBezTo>
                    <a:pt x="147" y="130"/>
                    <a:pt x="147" y="130"/>
                    <a:pt x="147" y="130"/>
                  </a:cubicBezTo>
                  <a:cubicBezTo>
                    <a:pt x="147" y="130"/>
                    <a:pt x="147" y="130"/>
                    <a:pt x="147" y="130"/>
                  </a:cubicBezTo>
                  <a:cubicBezTo>
                    <a:pt x="125" y="112"/>
                    <a:pt x="125" y="112"/>
                    <a:pt x="125" y="112"/>
                  </a:cubicBezTo>
                  <a:cubicBezTo>
                    <a:pt x="8" y="210"/>
                    <a:pt x="8" y="210"/>
                    <a:pt x="8" y="210"/>
                  </a:cubicBezTo>
                  <a:cubicBezTo>
                    <a:pt x="293" y="210"/>
                    <a:pt x="293" y="210"/>
                    <a:pt x="293" y="210"/>
                  </a:cubicBezTo>
                  <a:cubicBezTo>
                    <a:pt x="175" y="112"/>
                    <a:pt x="175" y="112"/>
                    <a:pt x="175" y="112"/>
                  </a:cubicBezTo>
                  <a:lnTo>
                    <a:pt x="153" y="130"/>
                  </a:lnTo>
                  <a:close/>
                  <a:moveTo>
                    <a:pt x="0" y="6"/>
                  </a:moveTo>
                  <a:cubicBezTo>
                    <a:pt x="0" y="204"/>
                    <a:pt x="0" y="204"/>
                    <a:pt x="0" y="204"/>
                  </a:cubicBezTo>
                  <a:cubicBezTo>
                    <a:pt x="118" y="106"/>
                    <a:pt x="118" y="106"/>
                    <a:pt x="118" y="106"/>
                  </a:cubicBezTo>
                  <a:lnTo>
                    <a:pt x="0" y="6"/>
                  </a:lnTo>
                  <a:close/>
                  <a:moveTo>
                    <a:pt x="182" y="106"/>
                  </a:moveTo>
                  <a:cubicBezTo>
                    <a:pt x="300" y="204"/>
                    <a:pt x="300" y="204"/>
                    <a:pt x="300" y="204"/>
                  </a:cubicBezTo>
                  <a:cubicBezTo>
                    <a:pt x="300" y="6"/>
                    <a:pt x="300" y="6"/>
                    <a:pt x="300" y="6"/>
                  </a:cubicBezTo>
                  <a:lnTo>
                    <a:pt x="182" y="106"/>
                  </a:lnTo>
                  <a:close/>
                </a:path>
              </a:pathLst>
            </a:custGeom>
            <a:solidFill>
              <a:schemeClr val="accent4"/>
            </a:solidFill>
            <a:ln>
              <a:no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94" name="Oval 93"/>
            <p:cNvSpPr/>
            <p:nvPr/>
          </p:nvSpPr>
          <p:spPr bwMode="auto">
            <a:xfrm>
              <a:off x="2946502" y="5938078"/>
              <a:ext cx="274320" cy="274320"/>
            </a:xfrm>
            <a:prstGeom prst="ellipse">
              <a:avLst/>
            </a:prstGeom>
            <a:solidFill>
              <a:schemeClr val="accent4"/>
            </a:solidFill>
            <a:ln w="19050">
              <a:noFill/>
            </a:ln>
          </p:spPr>
          <p:txBody>
            <a:bodyPr vert="horz" wrap="square" lIns="61745" tIns="30873" rIns="61745" bIns="30873" numCol="1" anchor="ctr" anchorCtr="0" compatLnSpc="1">
              <a:prstTxWarp prst="textNoShape">
                <a:avLst/>
              </a:prstTxWarp>
            </a:bodyPr>
            <a:lstStyle/>
            <a:p>
              <a:pPr algn="ctr" defTabSz="684901" fontAlgn="base">
                <a:lnSpc>
                  <a:spcPct val="90000"/>
                </a:lnSpc>
                <a:spcBef>
                  <a:spcPct val="0"/>
                </a:spcBef>
                <a:spcAft>
                  <a:spcPct val="0"/>
                </a:spcAft>
              </a:pPr>
              <a:r>
                <a:rPr lang="en-US" sz="1350" b="1" dirty="0">
                  <a:solidFill>
                    <a:srgbClr val="FFFFFF">
                      <a:alpha val="99000"/>
                    </a:srgbClr>
                  </a:solidFill>
                </a:rPr>
                <a:t>E</a:t>
              </a:r>
            </a:p>
          </p:txBody>
        </p:sp>
      </p:grpSp>
      <p:grpSp>
        <p:nvGrpSpPr>
          <p:cNvPr id="80" name="Group 79"/>
          <p:cNvGrpSpPr/>
          <p:nvPr/>
        </p:nvGrpSpPr>
        <p:grpSpPr>
          <a:xfrm>
            <a:off x="4053749" y="2515030"/>
            <a:ext cx="685785" cy="877640"/>
            <a:chOff x="5399573" y="2209800"/>
            <a:chExt cx="914142" cy="1169882"/>
          </a:xfrm>
        </p:grpSpPr>
        <p:sp>
          <p:nvSpPr>
            <p:cNvPr id="81" name="Freeform 104"/>
            <p:cNvSpPr>
              <a:spLocks noEditPoints="1"/>
            </p:cNvSpPr>
            <p:nvPr/>
          </p:nvSpPr>
          <p:spPr bwMode="black">
            <a:xfrm>
              <a:off x="5846083" y="2912050"/>
              <a:ext cx="467632" cy="467632"/>
            </a:xfrm>
            <a:custGeom>
              <a:avLst/>
              <a:gdLst>
                <a:gd name="T0" fmla="*/ 37 w 61"/>
                <a:gd name="T1" fmla="*/ 43 h 61"/>
                <a:gd name="T2" fmla="*/ 18 w 61"/>
                <a:gd name="T3" fmla="*/ 37 h 61"/>
                <a:gd name="T4" fmla="*/ 24 w 61"/>
                <a:gd name="T5" fmla="*/ 18 h 61"/>
                <a:gd name="T6" fmla="*/ 43 w 61"/>
                <a:gd name="T7" fmla="*/ 24 h 61"/>
                <a:gd name="T8" fmla="*/ 37 w 61"/>
                <a:gd name="T9" fmla="*/ 43 h 61"/>
                <a:gd name="T10" fmla="*/ 61 w 61"/>
                <a:gd name="T11" fmla="*/ 28 h 61"/>
                <a:gd name="T12" fmla="*/ 58 w 61"/>
                <a:gd name="T13" fmla="*/ 18 h 61"/>
                <a:gd name="T14" fmla="*/ 50 w 61"/>
                <a:gd name="T15" fmla="*/ 19 h 61"/>
                <a:gd name="T16" fmla="*/ 47 w 61"/>
                <a:gd name="T17" fmla="*/ 15 h 61"/>
                <a:gd name="T18" fmla="*/ 50 w 61"/>
                <a:gd name="T19" fmla="*/ 7 h 61"/>
                <a:gd name="T20" fmla="*/ 41 w 61"/>
                <a:gd name="T21" fmla="*/ 2 h 61"/>
                <a:gd name="T22" fmla="*/ 36 w 61"/>
                <a:gd name="T23" fmla="*/ 9 h 61"/>
                <a:gd name="T24" fmla="*/ 30 w 61"/>
                <a:gd name="T25" fmla="*/ 8 h 61"/>
                <a:gd name="T26" fmla="*/ 27 w 61"/>
                <a:gd name="T27" fmla="*/ 0 h 61"/>
                <a:gd name="T28" fmla="*/ 17 w 61"/>
                <a:gd name="T29" fmla="*/ 3 h 61"/>
                <a:gd name="T30" fmla="*/ 18 w 61"/>
                <a:gd name="T31" fmla="*/ 11 h 61"/>
                <a:gd name="T32" fmla="*/ 15 w 61"/>
                <a:gd name="T33" fmla="*/ 14 h 61"/>
                <a:gd name="T34" fmla="*/ 7 w 61"/>
                <a:gd name="T35" fmla="*/ 11 h 61"/>
                <a:gd name="T36" fmla="*/ 2 w 61"/>
                <a:gd name="T37" fmla="*/ 20 h 61"/>
                <a:gd name="T38" fmla="*/ 8 w 61"/>
                <a:gd name="T39" fmla="*/ 25 h 61"/>
                <a:gd name="T40" fmla="*/ 7 w 61"/>
                <a:gd name="T41" fmla="*/ 30 h 61"/>
                <a:gd name="T42" fmla="*/ 0 w 61"/>
                <a:gd name="T43" fmla="*/ 33 h 61"/>
                <a:gd name="T44" fmla="*/ 2 w 61"/>
                <a:gd name="T45" fmla="*/ 43 h 61"/>
                <a:gd name="T46" fmla="*/ 11 w 61"/>
                <a:gd name="T47" fmla="*/ 42 h 61"/>
                <a:gd name="T48" fmla="*/ 14 w 61"/>
                <a:gd name="T49" fmla="*/ 47 h 61"/>
                <a:gd name="T50" fmla="*/ 11 w 61"/>
                <a:gd name="T51" fmla="*/ 54 h 61"/>
                <a:gd name="T52" fmla="*/ 20 w 61"/>
                <a:gd name="T53" fmla="*/ 59 h 61"/>
                <a:gd name="T54" fmla="*/ 25 w 61"/>
                <a:gd name="T55" fmla="*/ 53 h 61"/>
                <a:gd name="T56" fmla="*/ 30 w 61"/>
                <a:gd name="T57" fmla="*/ 53 h 61"/>
                <a:gd name="T58" fmla="*/ 33 w 61"/>
                <a:gd name="T59" fmla="*/ 61 h 61"/>
                <a:gd name="T60" fmla="*/ 43 w 61"/>
                <a:gd name="T61" fmla="*/ 58 h 61"/>
                <a:gd name="T62" fmla="*/ 42 w 61"/>
                <a:gd name="T63" fmla="*/ 50 h 61"/>
                <a:gd name="T64" fmla="*/ 46 w 61"/>
                <a:gd name="T65" fmla="*/ 47 h 61"/>
                <a:gd name="T66" fmla="*/ 54 w 61"/>
                <a:gd name="T67" fmla="*/ 50 h 61"/>
                <a:gd name="T68" fmla="*/ 59 w 61"/>
                <a:gd name="T69" fmla="*/ 41 h 61"/>
                <a:gd name="T70" fmla="*/ 52 w 61"/>
                <a:gd name="T71" fmla="*/ 36 h 61"/>
                <a:gd name="T72" fmla="*/ 53 w 61"/>
                <a:gd name="T73" fmla="*/ 31 h 61"/>
                <a:gd name="T74" fmla="*/ 61 w 61"/>
                <a:gd name="T75" fmla="*/ 28 h 61"/>
                <a:gd name="T76" fmla="*/ 28 w 61"/>
                <a:gd name="T77" fmla="*/ 26 h 61"/>
                <a:gd name="T78" fmla="*/ 26 w 61"/>
                <a:gd name="T79" fmla="*/ 33 h 61"/>
                <a:gd name="T80" fmla="*/ 33 w 61"/>
                <a:gd name="T81" fmla="*/ 35 h 61"/>
                <a:gd name="T82" fmla="*/ 35 w 61"/>
                <a:gd name="T83" fmla="*/ 28 h 61"/>
                <a:gd name="T84" fmla="*/ 28 w 61"/>
                <a:gd name="T85" fmla="*/ 26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1" h="61">
                  <a:moveTo>
                    <a:pt x="37" y="43"/>
                  </a:moveTo>
                  <a:cubicBezTo>
                    <a:pt x="30" y="47"/>
                    <a:pt x="21" y="44"/>
                    <a:pt x="18" y="37"/>
                  </a:cubicBezTo>
                  <a:cubicBezTo>
                    <a:pt x="14" y="30"/>
                    <a:pt x="17" y="21"/>
                    <a:pt x="24" y="18"/>
                  </a:cubicBezTo>
                  <a:cubicBezTo>
                    <a:pt x="31" y="14"/>
                    <a:pt x="39" y="17"/>
                    <a:pt x="43" y="24"/>
                  </a:cubicBezTo>
                  <a:cubicBezTo>
                    <a:pt x="47" y="31"/>
                    <a:pt x="44" y="40"/>
                    <a:pt x="37" y="43"/>
                  </a:cubicBezTo>
                  <a:moveTo>
                    <a:pt x="61" y="28"/>
                  </a:moveTo>
                  <a:cubicBezTo>
                    <a:pt x="58" y="18"/>
                    <a:pt x="58" y="18"/>
                    <a:pt x="58" y="18"/>
                  </a:cubicBezTo>
                  <a:cubicBezTo>
                    <a:pt x="50" y="19"/>
                    <a:pt x="50" y="19"/>
                    <a:pt x="50" y="19"/>
                  </a:cubicBezTo>
                  <a:cubicBezTo>
                    <a:pt x="49" y="17"/>
                    <a:pt x="48" y="16"/>
                    <a:pt x="47" y="15"/>
                  </a:cubicBezTo>
                  <a:cubicBezTo>
                    <a:pt x="50" y="7"/>
                    <a:pt x="50" y="7"/>
                    <a:pt x="50" y="7"/>
                  </a:cubicBezTo>
                  <a:cubicBezTo>
                    <a:pt x="41" y="2"/>
                    <a:pt x="41" y="2"/>
                    <a:pt x="41" y="2"/>
                  </a:cubicBezTo>
                  <a:cubicBezTo>
                    <a:pt x="36" y="9"/>
                    <a:pt x="36" y="9"/>
                    <a:pt x="36" y="9"/>
                  </a:cubicBezTo>
                  <a:cubicBezTo>
                    <a:pt x="34" y="8"/>
                    <a:pt x="32" y="8"/>
                    <a:pt x="30" y="8"/>
                  </a:cubicBezTo>
                  <a:cubicBezTo>
                    <a:pt x="27" y="0"/>
                    <a:pt x="27" y="0"/>
                    <a:pt x="27" y="0"/>
                  </a:cubicBezTo>
                  <a:cubicBezTo>
                    <a:pt x="17" y="3"/>
                    <a:pt x="17" y="3"/>
                    <a:pt x="17" y="3"/>
                  </a:cubicBezTo>
                  <a:cubicBezTo>
                    <a:pt x="18" y="11"/>
                    <a:pt x="18" y="11"/>
                    <a:pt x="18" y="11"/>
                  </a:cubicBezTo>
                  <a:cubicBezTo>
                    <a:pt x="17" y="12"/>
                    <a:pt x="16" y="13"/>
                    <a:pt x="15" y="14"/>
                  </a:cubicBezTo>
                  <a:cubicBezTo>
                    <a:pt x="7" y="11"/>
                    <a:pt x="7" y="11"/>
                    <a:pt x="7" y="11"/>
                  </a:cubicBezTo>
                  <a:cubicBezTo>
                    <a:pt x="2" y="20"/>
                    <a:pt x="2" y="20"/>
                    <a:pt x="2" y="20"/>
                  </a:cubicBezTo>
                  <a:cubicBezTo>
                    <a:pt x="8" y="25"/>
                    <a:pt x="8" y="25"/>
                    <a:pt x="8" y="25"/>
                  </a:cubicBezTo>
                  <a:cubicBezTo>
                    <a:pt x="8" y="27"/>
                    <a:pt x="7" y="28"/>
                    <a:pt x="7" y="30"/>
                  </a:cubicBezTo>
                  <a:cubicBezTo>
                    <a:pt x="0" y="33"/>
                    <a:pt x="0" y="33"/>
                    <a:pt x="0" y="33"/>
                  </a:cubicBezTo>
                  <a:cubicBezTo>
                    <a:pt x="2" y="43"/>
                    <a:pt x="2" y="43"/>
                    <a:pt x="2" y="43"/>
                  </a:cubicBezTo>
                  <a:cubicBezTo>
                    <a:pt x="11" y="42"/>
                    <a:pt x="11" y="42"/>
                    <a:pt x="11" y="42"/>
                  </a:cubicBezTo>
                  <a:cubicBezTo>
                    <a:pt x="12" y="44"/>
                    <a:pt x="13" y="45"/>
                    <a:pt x="14" y="47"/>
                  </a:cubicBezTo>
                  <a:cubicBezTo>
                    <a:pt x="11" y="54"/>
                    <a:pt x="11" y="54"/>
                    <a:pt x="11" y="54"/>
                  </a:cubicBezTo>
                  <a:cubicBezTo>
                    <a:pt x="20" y="59"/>
                    <a:pt x="20" y="59"/>
                    <a:pt x="20" y="59"/>
                  </a:cubicBezTo>
                  <a:cubicBezTo>
                    <a:pt x="25" y="53"/>
                    <a:pt x="25" y="53"/>
                    <a:pt x="25" y="53"/>
                  </a:cubicBezTo>
                  <a:cubicBezTo>
                    <a:pt x="26" y="53"/>
                    <a:pt x="28" y="53"/>
                    <a:pt x="30" y="53"/>
                  </a:cubicBezTo>
                  <a:cubicBezTo>
                    <a:pt x="33" y="61"/>
                    <a:pt x="33" y="61"/>
                    <a:pt x="33" y="61"/>
                  </a:cubicBezTo>
                  <a:cubicBezTo>
                    <a:pt x="43" y="58"/>
                    <a:pt x="43" y="58"/>
                    <a:pt x="43" y="58"/>
                  </a:cubicBezTo>
                  <a:cubicBezTo>
                    <a:pt x="42" y="50"/>
                    <a:pt x="42" y="50"/>
                    <a:pt x="42" y="50"/>
                  </a:cubicBezTo>
                  <a:cubicBezTo>
                    <a:pt x="44" y="49"/>
                    <a:pt x="45" y="48"/>
                    <a:pt x="46" y="47"/>
                  </a:cubicBezTo>
                  <a:cubicBezTo>
                    <a:pt x="54" y="50"/>
                    <a:pt x="54" y="50"/>
                    <a:pt x="54" y="50"/>
                  </a:cubicBezTo>
                  <a:cubicBezTo>
                    <a:pt x="59" y="41"/>
                    <a:pt x="59" y="41"/>
                    <a:pt x="59" y="41"/>
                  </a:cubicBezTo>
                  <a:cubicBezTo>
                    <a:pt x="52" y="36"/>
                    <a:pt x="52" y="36"/>
                    <a:pt x="52" y="36"/>
                  </a:cubicBezTo>
                  <a:cubicBezTo>
                    <a:pt x="53" y="34"/>
                    <a:pt x="53" y="33"/>
                    <a:pt x="53" y="31"/>
                  </a:cubicBezTo>
                  <a:lnTo>
                    <a:pt x="61" y="28"/>
                  </a:lnTo>
                  <a:close/>
                  <a:moveTo>
                    <a:pt x="28" y="26"/>
                  </a:moveTo>
                  <a:cubicBezTo>
                    <a:pt x="25" y="27"/>
                    <a:pt x="24" y="30"/>
                    <a:pt x="26" y="33"/>
                  </a:cubicBezTo>
                  <a:cubicBezTo>
                    <a:pt x="27" y="35"/>
                    <a:pt x="30" y="36"/>
                    <a:pt x="33" y="35"/>
                  </a:cubicBezTo>
                  <a:cubicBezTo>
                    <a:pt x="35" y="34"/>
                    <a:pt x="36" y="31"/>
                    <a:pt x="35" y="28"/>
                  </a:cubicBezTo>
                  <a:cubicBezTo>
                    <a:pt x="34" y="26"/>
                    <a:pt x="31" y="25"/>
                    <a:pt x="28" y="26"/>
                  </a:cubicBezTo>
                  <a:close/>
                </a:path>
              </a:pathLst>
            </a:custGeom>
            <a:solidFill>
              <a:schemeClr val="accent4"/>
            </a:solidFill>
            <a:ln w="19050">
              <a:solidFill>
                <a:schemeClr val="bg1"/>
              </a:solidFill>
            </a:ln>
            <a:extLst/>
          </p:spPr>
          <p:txBody>
            <a:bodyPr vert="horz" wrap="square" lIns="61745" tIns="30873" rIns="61745" bIns="30873" numCol="1" anchor="t" anchorCtr="0" compatLnSpc="1">
              <a:prstTxWarp prst="textNoShape">
                <a:avLst/>
              </a:prstTxWarp>
            </a:bodyPr>
            <a:lstStyle/>
            <a:p>
              <a:endParaRPr lang="en-US" sz="1200" dirty="0">
                <a:solidFill>
                  <a:srgbClr val="292929"/>
                </a:solidFill>
              </a:endParaRPr>
            </a:p>
          </p:txBody>
        </p:sp>
        <p:sp>
          <p:nvSpPr>
            <p:cNvPr id="82" name="TextBox 81"/>
            <p:cNvSpPr txBox="1"/>
            <p:nvPr/>
          </p:nvSpPr>
          <p:spPr>
            <a:xfrm>
              <a:off x="5399573" y="2209800"/>
              <a:ext cx="820505" cy="410252"/>
            </a:xfrm>
            <a:prstGeom prst="rect">
              <a:avLst/>
            </a:prstGeom>
            <a:noFill/>
          </p:spPr>
          <p:txBody>
            <a:bodyPr wrap="none" lIns="0" tIns="0" rIns="0" bIns="0" rtlCol="0">
              <a:noAutofit/>
            </a:bodyPr>
            <a:lstStyle/>
            <a:p>
              <a:pPr algn="ctr" defTabSz="685766">
                <a:lnSpc>
                  <a:spcPct val="90000"/>
                </a:lnSpc>
              </a:pPr>
              <a:r>
                <a:rPr lang="en-US" sz="1200" dirty="0">
                  <a:solidFill>
                    <a:srgbClr val="FFFFFF">
                      <a:alpha val="99000"/>
                    </a:srgbClr>
                  </a:solidFill>
                </a:rPr>
                <a:t>Subscription</a:t>
              </a:r>
            </a:p>
            <a:p>
              <a:pPr algn="ctr" defTabSz="685766">
                <a:lnSpc>
                  <a:spcPct val="90000"/>
                </a:lnSpc>
              </a:pPr>
              <a:r>
                <a:rPr lang="en-US" sz="1200" dirty="0">
                  <a:solidFill>
                    <a:srgbClr val="FFFFFF">
                      <a:alpha val="99000"/>
                    </a:srgbClr>
                  </a:solidFill>
                </a:rPr>
                <a:t>Rule</a:t>
              </a:r>
            </a:p>
            <a:p>
              <a:pPr algn="ctr" defTabSz="685766">
                <a:lnSpc>
                  <a:spcPct val="90000"/>
                </a:lnSpc>
              </a:pPr>
              <a:r>
                <a:rPr lang="en-US" sz="1200" dirty="0">
                  <a:solidFill>
                    <a:srgbClr val="FFFFFF">
                      <a:alpha val="99000"/>
                    </a:srgbClr>
                  </a:solidFill>
                </a:rPr>
                <a:t>Color=</a:t>
              </a:r>
              <a:r>
                <a:rPr lang="en-US" sz="1200" b="1" dirty="0">
                  <a:ln>
                    <a:solidFill>
                      <a:srgbClr val="8CC600">
                        <a:lumMod val="50000"/>
                      </a:srgbClr>
                    </a:solidFill>
                    <a:miter lim="800000"/>
                  </a:ln>
                  <a:solidFill>
                    <a:srgbClr val="8CC600">
                      <a:lumMod val="20000"/>
                      <a:lumOff val="80000"/>
                    </a:srgbClr>
                  </a:solidFill>
                </a:rPr>
                <a:t>GREEN</a:t>
              </a:r>
            </a:p>
          </p:txBody>
        </p:sp>
      </p:grpSp>
      <p:pic>
        <p:nvPicPr>
          <p:cNvPr id="66" name="Picture 6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00936" y="2619547"/>
            <a:ext cx="1923486" cy="1923486"/>
          </a:xfrm>
          <a:prstGeom prst="rect">
            <a:avLst/>
          </a:prstGeom>
        </p:spPr>
      </p:pic>
    </p:spTree>
    <p:extLst>
      <p:ext uri="{BB962C8B-B14F-4D97-AF65-F5344CB8AC3E}">
        <p14:creationId xmlns:p14="http://schemas.microsoft.com/office/powerpoint/2010/main" val="39893475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fade">
                                      <p:cBhvr>
                                        <p:cTn id="7" dur="500"/>
                                        <p:tgtEl>
                                          <p:spTgt spid="4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fade">
                                      <p:cBhvr>
                                        <p:cTn id="11" dur="500"/>
                                        <p:tgtEl>
                                          <p:spTgt spid="45"/>
                                        </p:tgtEl>
                                      </p:cBhvr>
                                    </p:animEffect>
                                  </p:childTnLst>
                                </p:cTn>
                              </p:par>
                            </p:childTnLst>
                          </p:cTn>
                        </p:par>
                        <p:par>
                          <p:cTn id="12" fill="hold">
                            <p:stCondLst>
                              <p:cond delay="1000"/>
                            </p:stCondLst>
                            <p:childTnLst>
                              <p:par>
                                <p:cTn id="13" presetID="42" presetClass="path" presetSubtype="0" accel="50000" decel="50000" fill="hold" grpId="1" nodeType="afterEffect">
                                  <p:stCondLst>
                                    <p:cond delay="0"/>
                                  </p:stCondLst>
                                  <p:childTnLst>
                                    <p:animMotion origin="layout" path="M 7.49186E-7 4.59172E-6 L -0.0357 0.06777 " pathEditMode="relative" rAng="0" ptsTypes="AA">
                                      <p:cBhvr>
                                        <p:cTn id="14" dur="1000" fill="hold"/>
                                        <p:tgtEl>
                                          <p:spTgt spid="45"/>
                                        </p:tgtEl>
                                        <p:attrNameLst>
                                          <p:attrName>ppt_x</p:attrName>
                                          <p:attrName>ppt_y</p:attrName>
                                        </p:attrNameLst>
                                      </p:cBhvr>
                                      <p:rCtr x="-1785" y="3377"/>
                                    </p:animMotion>
                                  </p:childTnLst>
                                </p:cTn>
                              </p:par>
                            </p:childTnLst>
                          </p:cTn>
                        </p:par>
                        <p:par>
                          <p:cTn id="15" fill="hold">
                            <p:stCondLst>
                              <p:cond delay="2000"/>
                            </p:stCondLst>
                            <p:childTnLst>
                              <p:par>
                                <p:cTn id="16" presetID="10" presetClass="exit" presetSubtype="0" fill="hold" nodeType="afterEffect">
                                  <p:stCondLst>
                                    <p:cond delay="0"/>
                                  </p:stCondLst>
                                  <p:childTnLst>
                                    <p:animEffect transition="out" filter="fade">
                                      <p:cBhvr>
                                        <p:cTn id="17" dur="500"/>
                                        <p:tgtEl>
                                          <p:spTgt spid="44"/>
                                        </p:tgtEl>
                                      </p:cBhvr>
                                    </p:animEffect>
                                    <p:set>
                                      <p:cBhvr>
                                        <p:cTn id="18" dur="1" fill="hold">
                                          <p:stCondLst>
                                            <p:cond delay="499"/>
                                          </p:stCondLst>
                                        </p:cTn>
                                        <p:tgtEl>
                                          <p:spTgt spid="44"/>
                                        </p:tgtEl>
                                        <p:attrNameLst>
                                          <p:attrName>style.visibility</p:attrName>
                                        </p:attrNameLst>
                                      </p:cBhvr>
                                      <p:to>
                                        <p:strVal val="hidden"/>
                                      </p:to>
                                    </p:set>
                                  </p:childTnLst>
                                </p:cTn>
                              </p:par>
                              <p:par>
                                <p:cTn id="19" presetID="10" presetClass="exit" presetSubtype="0" fill="hold" grpId="2" nodeType="withEffect">
                                  <p:stCondLst>
                                    <p:cond delay="0"/>
                                  </p:stCondLst>
                                  <p:childTnLst>
                                    <p:animEffect transition="out" filter="fade">
                                      <p:cBhvr>
                                        <p:cTn id="20" dur="500"/>
                                        <p:tgtEl>
                                          <p:spTgt spid="45"/>
                                        </p:tgtEl>
                                      </p:cBhvr>
                                    </p:animEffect>
                                    <p:set>
                                      <p:cBhvr>
                                        <p:cTn id="21" dur="1" fill="hold">
                                          <p:stCondLst>
                                            <p:cond delay="499"/>
                                          </p:stCondLst>
                                        </p:cTn>
                                        <p:tgtEl>
                                          <p:spTgt spid="45"/>
                                        </p:tgtEl>
                                        <p:attrNameLst>
                                          <p:attrName>style.visibility</p:attrName>
                                        </p:attrNameLst>
                                      </p:cBhvr>
                                      <p:to>
                                        <p:strVal val="hidden"/>
                                      </p:to>
                                    </p:set>
                                  </p:childTnLst>
                                </p:cTn>
                              </p:par>
                              <p:par>
                                <p:cTn id="22" presetID="10" presetClass="entr" presetSubtype="0" fill="hold" nodeType="withEffect">
                                  <p:stCondLst>
                                    <p:cond delay="0"/>
                                  </p:stCondLst>
                                  <p:childTnLst>
                                    <p:set>
                                      <p:cBhvr>
                                        <p:cTn id="23" dur="1" fill="hold">
                                          <p:stCondLst>
                                            <p:cond delay="0"/>
                                          </p:stCondLst>
                                        </p:cTn>
                                        <p:tgtEl>
                                          <p:spTgt spid="47"/>
                                        </p:tgtEl>
                                        <p:attrNameLst>
                                          <p:attrName>style.visibility</p:attrName>
                                        </p:attrNameLst>
                                      </p:cBhvr>
                                      <p:to>
                                        <p:strVal val="visible"/>
                                      </p:to>
                                    </p:set>
                                    <p:animEffect transition="in" filter="fade">
                                      <p:cBhvr>
                                        <p:cTn id="24" dur="500"/>
                                        <p:tgtEl>
                                          <p:spTgt spid="47"/>
                                        </p:tgtEl>
                                      </p:cBhvr>
                                    </p:animEffect>
                                  </p:childTnLst>
                                </p:cTn>
                              </p:par>
                            </p:childTnLst>
                          </p:cTn>
                        </p:par>
                        <p:par>
                          <p:cTn id="25" fill="hold">
                            <p:stCondLst>
                              <p:cond delay="2500"/>
                            </p:stCondLst>
                            <p:childTnLst>
                              <p:par>
                                <p:cTn id="26" presetID="42" presetClass="path" presetSubtype="0" fill="hold" nodeType="afterEffect">
                                  <p:stCondLst>
                                    <p:cond delay="0"/>
                                  </p:stCondLst>
                                  <p:childTnLst>
                                    <p:animMotion origin="layout" path="M 0.00157 -0.0037 L 0.16573 0.12584 " pathEditMode="relative" rAng="0" ptsTypes="AA">
                                      <p:cBhvr>
                                        <p:cTn id="27" dur="1000" fill="hold"/>
                                        <p:tgtEl>
                                          <p:spTgt spid="47"/>
                                        </p:tgtEl>
                                        <p:attrNameLst>
                                          <p:attrName>ppt_x</p:attrName>
                                          <p:attrName>ppt_y</p:attrName>
                                        </p:attrNameLst>
                                      </p:cBhvr>
                                      <p:rCtr x="8208" y="6477"/>
                                    </p:animMotion>
                                  </p:childTnLst>
                                </p:cTn>
                              </p:par>
                            </p:childTnLst>
                          </p:cTn>
                        </p:par>
                        <p:par>
                          <p:cTn id="28" fill="hold">
                            <p:stCondLst>
                              <p:cond delay="3500"/>
                            </p:stCondLst>
                            <p:childTnLst>
                              <p:par>
                                <p:cTn id="29" presetID="42" presetClass="path" presetSubtype="0" fill="hold" nodeType="afterEffect">
                                  <p:stCondLst>
                                    <p:cond delay="0"/>
                                  </p:stCondLst>
                                  <p:childTnLst>
                                    <p:animMotion origin="layout" path="M 0.16573 0.12584 L 0.31426 0.12584 " pathEditMode="relative" rAng="0" ptsTypes="AA">
                                      <p:cBhvr>
                                        <p:cTn id="30" dur="1000" fill="hold"/>
                                        <p:tgtEl>
                                          <p:spTgt spid="47"/>
                                        </p:tgtEl>
                                        <p:attrNameLst>
                                          <p:attrName>ppt_x</p:attrName>
                                          <p:attrName>ppt_y</p:attrName>
                                        </p:attrNameLst>
                                      </p:cBhvr>
                                      <p:rCtr x="7427" y="0"/>
                                    </p:animMotion>
                                  </p:childTnLst>
                                </p:cTn>
                              </p:par>
                            </p:childTnLst>
                          </p:cTn>
                        </p:par>
                        <p:par>
                          <p:cTn id="31" fill="hold">
                            <p:stCondLst>
                              <p:cond delay="4500"/>
                            </p:stCondLst>
                            <p:childTnLst>
                              <p:par>
                                <p:cTn id="32" presetID="1" presetClass="entr" presetSubtype="0" fill="hold" nodeType="afterEffect">
                                  <p:stCondLst>
                                    <p:cond delay="0"/>
                                  </p:stCondLst>
                                  <p:childTnLst>
                                    <p:set>
                                      <p:cBhvr>
                                        <p:cTn id="33" dur="1" fill="hold">
                                          <p:stCondLst>
                                            <p:cond delay="0"/>
                                          </p:stCondLst>
                                        </p:cTn>
                                        <p:tgtEl>
                                          <p:spTgt spid="48"/>
                                        </p:tgtEl>
                                        <p:attrNameLst>
                                          <p:attrName>style.visibility</p:attrName>
                                        </p:attrNameLst>
                                      </p:cBhvr>
                                      <p:to>
                                        <p:strVal val="visible"/>
                                      </p:to>
                                    </p:set>
                                  </p:childTnLst>
                                </p:cTn>
                              </p:par>
                            </p:childTnLst>
                          </p:cTn>
                        </p:par>
                        <p:par>
                          <p:cTn id="34" fill="hold">
                            <p:stCondLst>
                              <p:cond delay="4500"/>
                            </p:stCondLst>
                            <p:childTnLst>
                              <p:par>
                                <p:cTn id="35" presetID="42" presetClass="path" presetSubtype="0" decel="50000" fill="hold" nodeType="afterEffect">
                                  <p:stCondLst>
                                    <p:cond delay="0"/>
                                  </p:stCondLst>
                                  <p:childTnLst>
                                    <p:animMotion origin="layout" path="M 0.31426 0.12584 L 0.46566 -0.0037 " pathEditMode="relative" rAng="0" ptsTypes="AA">
                                      <p:cBhvr>
                                        <p:cTn id="36" dur="1000" fill="hold"/>
                                        <p:tgtEl>
                                          <p:spTgt spid="47"/>
                                        </p:tgtEl>
                                        <p:attrNameLst>
                                          <p:attrName>ppt_x</p:attrName>
                                          <p:attrName>ppt_y</p:attrName>
                                        </p:attrNameLst>
                                      </p:cBhvr>
                                      <p:rCtr x="7570" y="-6477"/>
                                    </p:animMotion>
                                  </p:childTnLst>
                                </p:cTn>
                              </p:par>
                              <p:par>
                                <p:cTn id="37" presetID="42" presetClass="path" presetSubtype="0" decel="50000" fill="hold" nodeType="withEffect">
                                  <p:stCondLst>
                                    <p:cond delay="0"/>
                                  </p:stCondLst>
                                  <p:childTnLst>
                                    <p:animMotion origin="layout" path="M 0.0013 -2.08651E-6 L 0.1527 0.11474 " pathEditMode="relative" rAng="0" ptsTypes="AA">
                                      <p:cBhvr>
                                        <p:cTn id="38" dur="1000" fill="hold"/>
                                        <p:tgtEl>
                                          <p:spTgt spid="48"/>
                                        </p:tgtEl>
                                        <p:attrNameLst>
                                          <p:attrName>ppt_x</p:attrName>
                                          <p:attrName>ppt_y</p:attrName>
                                        </p:attrNameLst>
                                      </p:cBhvr>
                                      <p:rCtr x="7570" y="5737"/>
                                    </p:animMotion>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51"/>
                                        </p:tgtEl>
                                        <p:attrNameLst>
                                          <p:attrName>style.visibility</p:attrName>
                                        </p:attrNameLst>
                                      </p:cBhvr>
                                      <p:to>
                                        <p:strVal val="visible"/>
                                      </p:to>
                                    </p:set>
                                    <p:animEffect transition="in" filter="fade">
                                      <p:cBhvr>
                                        <p:cTn id="43" dur="500"/>
                                        <p:tgtEl>
                                          <p:spTgt spid="51"/>
                                        </p:tgtEl>
                                      </p:cBhvr>
                                    </p:animEffect>
                                  </p:childTnLst>
                                </p:cTn>
                              </p:par>
                            </p:childTnLst>
                          </p:cTn>
                        </p:par>
                        <p:par>
                          <p:cTn id="44" fill="hold">
                            <p:stCondLst>
                              <p:cond delay="500"/>
                            </p:stCondLst>
                            <p:childTnLst>
                              <p:par>
                                <p:cTn id="45" presetID="42" presetClass="path" presetSubtype="0" fill="hold" nodeType="afterEffect">
                                  <p:stCondLst>
                                    <p:cond delay="0"/>
                                  </p:stCondLst>
                                  <p:childTnLst>
                                    <p:animMotion origin="layout" path="M 0.00157 -0.0037 L 0.16573 0.12584 " pathEditMode="relative" rAng="0" ptsTypes="AA">
                                      <p:cBhvr>
                                        <p:cTn id="46" dur="1000" fill="hold"/>
                                        <p:tgtEl>
                                          <p:spTgt spid="51"/>
                                        </p:tgtEl>
                                        <p:attrNameLst>
                                          <p:attrName>ppt_x</p:attrName>
                                          <p:attrName>ppt_y</p:attrName>
                                        </p:attrNameLst>
                                      </p:cBhvr>
                                      <p:rCtr x="8208" y="6477"/>
                                    </p:animMotion>
                                  </p:childTnLst>
                                </p:cTn>
                              </p:par>
                            </p:childTnLst>
                          </p:cTn>
                        </p:par>
                        <p:par>
                          <p:cTn id="47" fill="hold">
                            <p:stCondLst>
                              <p:cond delay="1500"/>
                            </p:stCondLst>
                            <p:childTnLst>
                              <p:par>
                                <p:cTn id="48" presetID="42" presetClass="path" presetSubtype="0" fill="hold" nodeType="afterEffect">
                                  <p:stCondLst>
                                    <p:cond delay="0"/>
                                  </p:stCondLst>
                                  <p:childTnLst>
                                    <p:animMotion origin="layout" path="M 0.16573 0.12584 L 0.31426 0.12584 " pathEditMode="relative" rAng="0" ptsTypes="AA">
                                      <p:cBhvr>
                                        <p:cTn id="49" dur="1000" fill="hold"/>
                                        <p:tgtEl>
                                          <p:spTgt spid="51"/>
                                        </p:tgtEl>
                                        <p:attrNameLst>
                                          <p:attrName>ppt_x</p:attrName>
                                          <p:attrName>ppt_y</p:attrName>
                                        </p:attrNameLst>
                                      </p:cBhvr>
                                      <p:rCtr x="7427" y="0"/>
                                    </p:animMotion>
                                  </p:childTnLst>
                                </p:cTn>
                              </p:par>
                            </p:childTnLst>
                          </p:cTn>
                        </p:par>
                        <p:par>
                          <p:cTn id="50" fill="hold">
                            <p:stCondLst>
                              <p:cond delay="2500"/>
                            </p:stCondLst>
                            <p:childTnLst>
                              <p:par>
                                <p:cTn id="51" presetID="1" presetClass="entr" presetSubtype="0" fill="hold" nodeType="after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42" presetClass="path" presetSubtype="0" decel="50000" fill="hold" nodeType="withEffect">
                                  <p:stCondLst>
                                    <p:cond delay="0"/>
                                  </p:stCondLst>
                                  <p:childTnLst>
                                    <p:animMotion origin="layout" path="M 0.0013 -2.08651E-6 L 0.1527 0.11474 " pathEditMode="relative" rAng="0" ptsTypes="AA">
                                      <p:cBhvr>
                                        <p:cTn id="54" dur="1000" fill="hold"/>
                                        <p:tgtEl>
                                          <p:spTgt spid="54"/>
                                        </p:tgtEl>
                                        <p:attrNameLst>
                                          <p:attrName>ppt_x</p:attrName>
                                          <p:attrName>ppt_y</p:attrName>
                                        </p:attrNameLst>
                                      </p:cBhvr>
                                      <p:rCtr x="7570" y="5737"/>
                                    </p:animMotion>
                                  </p:childTnLst>
                                </p:cTn>
                              </p:par>
                              <p:par>
                                <p:cTn id="55" presetID="42" presetClass="path" presetSubtype="0" decel="50000" fill="hold" nodeType="withEffect">
                                  <p:stCondLst>
                                    <p:cond delay="0"/>
                                  </p:stCondLst>
                                  <p:childTnLst>
                                    <p:animMotion origin="layout" path="M 0.31426 0.12584 L 0.46566 -0.0037 " pathEditMode="relative" rAng="0" ptsTypes="AA">
                                      <p:cBhvr>
                                        <p:cTn id="56" dur="1000" fill="hold"/>
                                        <p:tgtEl>
                                          <p:spTgt spid="51"/>
                                        </p:tgtEl>
                                        <p:attrNameLst>
                                          <p:attrName>ppt_x</p:attrName>
                                          <p:attrName>ppt_y</p:attrName>
                                        </p:attrNameLst>
                                      </p:cBhvr>
                                      <p:rCtr x="7570" y="-6477"/>
                                    </p:animMotion>
                                  </p:childTnLst>
                                </p:cTn>
                              </p:par>
                              <p:par>
                                <p:cTn id="57" presetID="42" presetClass="path" presetSubtype="0" accel="50000" decel="50000" fill="hold" nodeType="withEffect">
                                  <p:stCondLst>
                                    <p:cond delay="0"/>
                                  </p:stCondLst>
                                  <p:childTnLst>
                                    <p:animMotion origin="layout" path="M 0.46562 -0.0037 L 0.53919 -0.0037 " pathEditMode="relative" rAng="0" ptsTypes="AA">
                                      <p:cBhvr>
                                        <p:cTn id="58" dur="1000" fill="hold"/>
                                        <p:tgtEl>
                                          <p:spTgt spid="47"/>
                                        </p:tgtEl>
                                        <p:attrNameLst>
                                          <p:attrName>ppt_x</p:attrName>
                                          <p:attrName>ppt_y</p:attrName>
                                        </p:attrNameLst>
                                      </p:cBhvr>
                                      <p:rCtr x="3672" y="0"/>
                                    </p:animMotion>
                                  </p:childTnLst>
                                </p:cTn>
                              </p:par>
                              <p:par>
                                <p:cTn id="59" presetID="42" presetClass="path" presetSubtype="0" accel="50000" decel="50000" fill="hold" nodeType="withEffect">
                                  <p:stCondLst>
                                    <p:cond delay="0"/>
                                  </p:stCondLst>
                                  <p:childTnLst>
                                    <p:animMotion origin="layout" path="M 0.15273 0.11468 L 0.22643 0.11769 " pathEditMode="relative" rAng="0" ptsTypes="AA">
                                      <p:cBhvr>
                                        <p:cTn id="60" dur="1000" fill="hold"/>
                                        <p:tgtEl>
                                          <p:spTgt spid="48"/>
                                        </p:tgtEl>
                                        <p:attrNameLst>
                                          <p:attrName>ppt_x</p:attrName>
                                          <p:attrName>ppt_y</p:attrName>
                                        </p:attrNameLst>
                                      </p:cBhvr>
                                      <p:rCtr x="3685" y="139"/>
                                    </p:animMotion>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57"/>
                                        </p:tgtEl>
                                        <p:attrNameLst>
                                          <p:attrName>style.visibility</p:attrName>
                                        </p:attrNameLst>
                                      </p:cBhvr>
                                      <p:to>
                                        <p:strVal val="visible"/>
                                      </p:to>
                                    </p:set>
                                    <p:animEffect transition="in" filter="fade">
                                      <p:cBhvr>
                                        <p:cTn id="65" dur="500"/>
                                        <p:tgtEl>
                                          <p:spTgt spid="57"/>
                                        </p:tgtEl>
                                      </p:cBhvr>
                                    </p:animEffect>
                                  </p:childTnLst>
                                </p:cTn>
                              </p:par>
                            </p:childTnLst>
                          </p:cTn>
                        </p:par>
                        <p:par>
                          <p:cTn id="66" fill="hold">
                            <p:stCondLst>
                              <p:cond delay="500"/>
                            </p:stCondLst>
                            <p:childTnLst>
                              <p:par>
                                <p:cTn id="67" presetID="42" presetClass="path" presetSubtype="0" fill="hold" nodeType="afterEffect">
                                  <p:stCondLst>
                                    <p:cond delay="0"/>
                                  </p:stCondLst>
                                  <p:childTnLst>
                                    <p:animMotion origin="layout" path="M -3.95833E-6 -2.31214E-7 L 0.16784 -0.1015 " pathEditMode="relative" rAng="0" ptsTypes="AA">
                                      <p:cBhvr>
                                        <p:cTn id="68" dur="1000" fill="hold"/>
                                        <p:tgtEl>
                                          <p:spTgt spid="57"/>
                                        </p:tgtEl>
                                        <p:attrNameLst>
                                          <p:attrName>ppt_x</p:attrName>
                                          <p:attrName>ppt_y</p:attrName>
                                        </p:attrNameLst>
                                      </p:cBhvr>
                                      <p:rCtr x="8385" y="-5087"/>
                                    </p:animMotion>
                                  </p:childTnLst>
                                </p:cTn>
                              </p:par>
                            </p:childTnLst>
                          </p:cTn>
                        </p:par>
                        <p:par>
                          <p:cTn id="69" fill="hold">
                            <p:stCondLst>
                              <p:cond delay="1500"/>
                            </p:stCondLst>
                            <p:childTnLst>
                              <p:par>
                                <p:cTn id="70" presetID="42" presetClass="path" presetSubtype="0" fill="hold" nodeType="afterEffect">
                                  <p:stCondLst>
                                    <p:cond delay="0"/>
                                  </p:stCondLst>
                                  <p:childTnLst>
                                    <p:animMotion origin="layout" path="M 0.1694 -0.1052 L 0.31797 -0.1052 " pathEditMode="relative" rAng="0" ptsTypes="AA">
                                      <p:cBhvr>
                                        <p:cTn id="71" dur="1000" fill="hold"/>
                                        <p:tgtEl>
                                          <p:spTgt spid="57"/>
                                        </p:tgtEl>
                                        <p:attrNameLst>
                                          <p:attrName>ppt_x</p:attrName>
                                          <p:attrName>ppt_y</p:attrName>
                                        </p:attrNameLst>
                                      </p:cBhvr>
                                      <p:rCtr x="7422" y="0"/>
                                    </p:animMotion>
                                  </p:childTnLst>
                                </p:cTn>
                              </p:par>
                            </p:childTnLst>
                          </p:cTn>
                        </p:par>
                        <p:par>
                          <p:cTn id="72" fill="hold">
                            <p:stCondLst>
                              <p:cond delay="2500"/>
                            </p:stCondLst>
                            <p:childTnLst>
                              <p:par>
                                <p:cTn id="73" presetID="1" presetClass="entr" presetSubtype="0" fill="hold" nodeType="afterEffect">
                                  <p:stCondLst>
                                    <p:cond delay="0"/>
                                  </p:stCondLst>
                                  <p:childTnLst>
                                    <p:set>
                                      <p:cBhvr>
                                        <p:cTn id="74" dur="1" fill="hold">
                                          <p:stCondLst>
                                            <p:cond delay="0"/>
                                          </p:stCondLst>
                                        </p:cTn>
                                        <p:tgtEl>
                                          <p:spTgt spid="60"/>
                                        </p:tgtEl>
                                        <p:attrNameLst>
                                          <p:attrName>style.visibility</p:attrName>
                                        </p:attrNameLst>
                                      </p:cBhvr>
                                      <p:to>
                                        <p:strVal val="visible"/>
                                      </p:to>
                                    </p:set>
                                  </p:childTnLst>
                                </p:cTn>
                              </p:par>
                              <p:par>
                                <p:cTn id="75" presetID="42" presetClass="path" presetSubtype="0" decel="50000" fill="hold" nodeType="withEffect">
                                  <p:stCondLst>
                                    <p:cond delay="0"/>
                                  </p:stCondLst>
                                  <p:childTnLst>
                                    <p:animMotion origin="layout" path="M 0.31797 -0.10405 L 0.46927 -0.23214 " pathEditMode="relative" rAng="0" ptsTypes="AA">
                                      <p:cBhvr>
                                        <p:cTn id="76" dur="1000" fill="hold"/>
                                        <p:tgtEl>
                                          <p:spTgt spid="57"/>
                                        </p:tgtEl>
                                        <p:attrNameLst>
                                          <p:attrName>ppt_x</p:attrName>
                                          <p:attrName>ppt_y</p:attrName>
                                        </p:attrNameLst>
                                      </p:cBhvr>
                                      <p:rCtr x="7565" y="-6405"/>
                                    </p:animMotion>
                                  </p:childTnLst>
                                </p:cTn>
                              </p:par>
                              <p:par>
                                <p:cTn id="77" presetID="42" presetClass="path" presetSubtype="0" decel="50000" fill="hold" nodeType="withEffect">
                                  <p:stCondLst>
                                    <p:cond delay="0"/>
                                  </p:stCondLst>
                                  <p:childTnLst>
                                    <p:animMotion origin="layout" path="M 0.0013 -2.08651E-6 L 0.1527 0.11474 " pathEditMode="relative" rAng="0" ptsTypes="AA">
                                      <p:cBhvr>
                                        <p:cTn id="78" dur="1000" fill="hold"/>
                                        <p:tgtEl>
                                          <p:spTgt spid="60"/>
                                        </p:tgtEl>
                                        <p:attrNameLst>
                                          <p:attrName>ppt_x</p:attrName>
                                          <p:attrName>ppt_y</p:attrName>
                                        </p:attrNameLst>
                                      </p:cBhvr>
                                      <p:rCtr x="7570" y="5737"/>
                                    </p:animMotion>
                                  </p:childTnLst>
                                </p:cTn>
                              </p:par>
                              <p:par>
                                <p:cTn id="79" presetID="42" presetClass="path" presetSubtype="0" accel="50000" decel="50000" fill="hold" nodeType="withEffect">
                                  <p:stCondLst>
                                    <p:cond delay="0"/>
                                  </p:stCondLst>
                                  <p:childTnLst>
                                    <p:animMotion origin="layout" path="M 0.53919 -0.0037 L 0.62031 -0.0037 " pathEditMode="relative" rAng="0" ptsTypes="AA">
                                      <p:cBhvr>
                                        <p:cTn id="80" dur="1000" fill="hold"/>
                                        <p:tgtEl>
                                          <p:spTgt spid="47"/>
                                        </p:tgtEl>
                                        <p:attrNameLst>
                                          <p:attrName>ppt_x</p:attrName>
                                          <p:attrName>ppt_y</p:attrName>
                                        </p:attrNameLst>
                                      </p:cBhvr>
                                      <p:rCtr x="4049" y="0"/>
                                    </p:animMotion>
                                  </p:childTnLst>
                                </p:cTn>
                              </p:par>
                              <p:par>
                                <p:cTn id="81" presetID="42" presetClass="path" presetSubtype="0" accel="50000" decel="50000" fill="hold" nodeType="withEffect">
                                  <p:stCondLst>
                                    <p:cond delay="0"/>
                                  </p:stCondLst>
                                  <p:childTnLst>
                                    <p:animMotion origin="layout" path="M 0.22643 0.11769 L 0.30755 0.11769 " pathEditMode="relative" rAng="0" ptsTypes="AA">
                                      <p:cBhvr>
                                        <p:cTn id="82" dur="1000" fill="hold"/>
                                        <p:tgtEl>
                                          <p:spTgt spid="48"/>
                                        </p:tgtEl>
                                        <p:attrNameLst>
                                          <p:attrName>ppt_x</p:attrName>
                                          <p:attrName>ppt_y</p:attrName>
                                        </p:attrNameLst>
                                      </p:cBhvr>
                                      <p:rCtr x="4049" y="0"/>
                                    </p:animMotion>
                                  </p:childTnLst>
                                </p:cTn>
                              </p:par>
                              <p:par>
                                <p:cTn id="83" presetID="42" presetClass="path" presetSubtype="0" accel="50000" decel="50000" fill="hold" nodeType="withEffect">
                                  <p:stCondLst>
                                    <p:cond delay="0"/>
                                  </p:stCondLst>
                                  <p:childTnLst>
                                    <p:animMotion origin="layout" path="M 0.46562 -0.00393 L 0.53919 -0.00255 " pathEditMode="relative" rAng="0" ptsTypes="AA">
                                      <p:cBhvr>
                                        <p:cTn id="84" dur="1000" fill="hold"/>
                                        <p:tgtEl>
                                          <p:spTgt spid="51"/>
                                        </p:tgtEl>
                                        <p:attrNameLst>
                                          <p:attrName>ppt_x</p:attrName>
                                          <p:attrName>ppt_y</p:attrName>
                                        </p:attrNameLst>
                                      </p:cBhvr>
                                      <p:rCtr x="3672" y="69"/>
                                    </p:animMotion>
                                  </p:childTnLst>
                                </p:cTn>
                              </p:par>
                              <p:par>
                                <p:cTn id="85" presetID="42" presetClass="path" presetSubtype="0" accel="50000" decel="50000" fill="hold" nodeType="withEffect">
                                  <p:stCondLst>
                                    <p:cond delay="0"/>
                                  </p:stCondLst>
                                  <p:childTnLst>
                                    <p:animMotion origin="layout" path="M 0.15273 0.11168 L 0.22643 0.10867 " pathEditMode="relative" rAng="0" ptsTypes="AA">
                                      <p:cBhvr>
                                        <p:cTn id="86" dur="1000" fill="hold"/>
                                        <p:tgtEl>
                                          <p:spTgt spid="54"/>
                                        </p:tgtEl>
                                        <p:attrNameLst>
                                          <p:attrName>ppt_x</p:attrName>
                                          <p:attrName>ppt_y</p:attrName>
                                        </p:attrNameLst>
                                      </p:cBhvr>
                                      <p:rCtr x="3685" y="-162"/>
                                    </p:animMotion>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5"/>
                                        </p:tgtEl>
                                        <p:attrNameLst>
                                          <p:attrName>style.visibility</p:attrName>
                                        </p:attrNameLst>
                                      </p:cBhvr>
                                      <p:to>
                                        <p:strVal val="visible"/>
                                      </p:to>
                                    </p:set>
                                    <p:animEffect transition="in" filter="fade">
                                      <p:cBhvr>
                                        <p:cTn id="91" dur="500"/>
                                        <p:tgtEl>
                                          <p:spTgt spid="5"/>
                                        </p:tgtEl>
                                      </p:cBhvr>
                                    </p:animEffect>
                                  </p:childTnLst>
                                </p:cTn>
                              </p:par>
                            </p:childTnLst>
                          </p:cTn>
                        </p:par>
                        <p:par>
                          <p:cTn id="92" fill="hold">
                            <p:stCondLst>
                              <p:cond delay="500"/>
                            </p:stCondLst>
                            <p:childTnLst>
                              <p:par>
                                <p:cTn id="93" presetID="10" presetClass="entr" presetSubtype="0" fill="hold" grpId="0" nodeType="afterEffect">
                                  <p:stCondLst>
                                    <p:cond delay="0"/>
                                  </p:stCondLst>
                                  <p:childTnLst>
                                    <p:set>
                                      <p:cBhvr>
                                        <p:cTn id="94" dur="1" fill="hold">
                                          <p:stCondLst>
                                            <p:cond delay="0"/>
                                          </p:stCondLst>
                                        </p:cTn>
                                        <p:tgtEl>
                                          <p:spTgt spid="6"/>
                                        </p:tgtEl>
                                        <p:attrNameLst>
                                          <p:attrName>style.visibility</p:attrName>
                                        </p:attrNameLst>
                                      </p:cBhvr>
                                      <p:to>
                                        <p:strVal val="visible"/>
                                      </p:to>
                                    </p:set>
                                    <p:animEffect transition="in" filter="fade">
                                      <p:cBhvr>
                                        <p:cTn id="95" dur="500"/>
                                        <p:tgtEl>
                                          <p:spTgt spid="6"/>
                                        </p:tgtEl>
                                      </p:cBhvr>
                                    </p:animEffect>
                                  </p:childTnLst>
                                </p:cTn>
                              </p:par>
                            </p:childTnLst>
                          </p:cTn>
                        </p:par>
                        <p:par>
                          <p:cTn id="96" fill="hold">
                            <p:stCondLst>
                              <p:cond delay="1000"/>
                            </p:stCondLst>
                            <p:childTnLst>
                              <p:par>
                                <p:cTn id="97" presetID="10" presetClass="entr" presetSubtype="0" fill="hold" grpId="0" nodeType="afterEffect">
                                  <p:stCondLst>
                                    <p:cond delay="0"/>
                                  </p:stCondLst>
                                  <p:childTnLst>
                                    <p:set>
                                      <p:cBhvr>
                                        <p:cTn id="98" dur="1" fill="hold">
                                          <p:stCondLst>
                                            <p:cond delay="0"/>
                                          </p:stCondLst>
                                        </p:cTn>
                                        <p:tgtEl>
                                          <p:spTgt spid="7"/>
                                        </p:tgtEl>
                                        <p:attrNameLst>
                                          <p:attrName>style.visibility</p:attrName>
                                        </p:attrNameLst>
                                      </p:cBhvr>
                                      <p:to>
                                        <p:strVal val="visible"/>
                                      </p:to>
                                    </p:set>
                                    <p:animEffect transition="in" filter="fade">
                                      <p:cBhvr>
                                        <p:cTn id="99" dur="500"/>
                                        <p:tgtEl>
                                          <p:spTgt spid="7"/>
                                        </p:tgtEl>
                                      </p:cBhvr>
                                    </p:animEffect>
                                  </p:childTnLst>
                                </p:cTn>
                              </p:par>
                            </p:childTnLst>
                          </p:cTn>
                        </p:par>
                      </p:childTnLst>
                    </p:cTn>
                  </p:par>
                  <p:par>
                    <p:cTn id="100" fill="hold">
                      <p:stCondLst>
                        <p:cond delay="indefinite"/>
                      </p:stCondLst>
                      <p:childTnLst>
                        <p:par>
                          <p:cTn id="101" fill="hold">
                            <p:stCondLst>
                              <p:cond delay="0"/>
                            </p:stCondLst>
                            <p:childTnLst>
                              <p:par>
                                <p:cTn id="102" presetID="26" presetClass="emph" presetSubtype="0" fill="hold" grpId="1" nodeType="clickEffect">
                                  <p:stCondLst>
                                    <p:cond delay="0"/>
                                  </p:stCondLst>
                                  <p:childTnLst>
                                    <p:animEffect transition="out" filter="fade">
                                      <p:cBhvr>
                                        <p:cTn id="103" dur="500" tmFilter="0, 0; .2, .5; .8, .5; 1, 0"/>
                                        <p:tgtEl>
                                          <p:spTgt spid="6"/>
                                        </p:tgtEl>
                                      </p:cBhvr>
                                    </p:animEffect>
                                    <p:animScale>
                                      <p:cBhvr>
                                        <p:cTn id="104" dur="250" autoRev="1" fill="hold"/>
                                        <p:tgtEl>
                                          <p:spTgt spid="6"/>
                                        </p:tgtEl>
                                      </p:cBhvr>
                                      <p:by x="105000" y="105000"/>
                                    </p:animScale>
                                  </p:childTnLst>
                                </p:cTn>
                              </p:par>
                            </p:childTnLst>
                          </p:cTn>
                        </p:par>
                        <p:par>
                          <p:cTn id="105" fill="hold">
                            <p:stCondLst>
                              <p:cond delay="500"/>
                            </p:stCondLst>
                            <p:childTnLst>
                              <p:par>
                                <p:cTn id="106" presetID="22" presetClass="entr" presetSubtype="2" fill="hold" nodeType="afterEffect">
                                  <p:stCondLst>
                                    <p:cond delay="0"/>
                                  </p:stCondLst>
                                  <p:childTnLst>
                                    <p:set>
                                      <p:cBhvr>
                                        <p:cTn id="107" dur="1" fill="hold">
                                          <p:stCondLst>
                                            <p:cond delay="0"/>
                                          </p:stCondLst>
                                        </p:cTn>
                                        <p:tgtEl>
                                          <p:spTgt spid="36"/>
                                        </p:tgtEl>
                                        <p:attrNameLst>
                                          <p:attrName>style.visibility</p:attrName>
                                        </p:attrNameLst>
                                      </p:cBhvr>
                                      <p:to>
                                        <p:strVal val="visible"/>
                                      </p:to>
                                    </p:set>
                                    <p:animEffect transition="in" filter="wipe(right)">
                                      <p:cBhvr>
                                        <p:cTn id="108" dur="500"/>
                                        <p:tgtEl>
                                          <p:spTgt spid="36"/>
                                        </p:tgtEl>
                                      </p:cBhvr>
                                    </p:animEffect>
                                  </p:childTnLst>
                                </p:cTn>
                              </p:par>
                            </p:childTnLst>
                          </p:cTn>
                        </p:par>
                        <p:par>
                          <p:cTn id="109" fill="hold">
                            <p:stCondLst>
                              <p:cond delay="1000"/>
                            </p:stCondLst>
                            <p:childTnLst>
                              <p:par>
                                <p:cTn id="110" presetID="10" presetClass="exit" presetSubtype="0" fill="hold" nodeType="afterEffect">
                                  <p:stCondLst>
                                    <p:cond delay="0"/>
                                  </p:stCondLst>
                                  <p:childTnLst>
                                    <p:animEffect transition="out" filter="fade">
                                      <p:cBhvr>
                                        <p:cTn id="111" dur="500"/>
                                        <p:tgtEl>
                                          <p:spTgt spid="36"/>
                                        </p:tgtEl>
                                      </p:cBhvr>
                                    </p:animEffect>
                                    <p:set>
                                      <p:cBhvr>
                                        <p:cTn id="112" dur="1" fill="hold">
                                          <p:stCondLst>
                                            <p:cond delay="499"/>
                                          </p:stCondLst>
                                        </p:cTn>
                                        <p:tgtEl>
                                          <p:spTgt spid="36"/>
                                        </p:tgtEl>
                                        <p:attrNameLst>
                                          <p:attrName>style.visibility</p:attrName>
                                        </p:attrNameLst>
                                      </p:cBhvr>
                                      <p:to>
                                        <p:strVal val="hidden"/>
                                      </p:to>
                                    </p:set>
                                  </p:childTnLst>
                                </p:cTn>
                              </p:par>
                            </p:childTnLst>
                          </p:cTn>
                        </p:par>
                        <p:par>
                          <p:cTn id="113" fill="hold">
                            <p:stCondLst>
                              <p:cond delay="1500"/>
                            </p:stCondLst>
                            <p:childTnLst>
                              <p:par>
                                <p:cTn id="114" presetID="42" presetClass="path" presetSubtype="0" accel="50000" decel="50000" fill="hold" nodeType="afterEffect">
                                  <p:stCondLst>
                                    <p:cond delay="0"/>
                                  </p:stCondLst>
                                  <p:childTnLst>
                                    <p:animMotion origin="layout" path="M 0.62031 -0.0037 L 0.79531 0.09618 " pathEditMode="relative" rAng="0" ptsTypes="AA">
                                      <p:cBhvr>
                                        <p:cTn id="115" dur="1000" fill="hold"/>
                                        <p:tgtEl>
                                          <p:spTgt spid="47"/>
                                        </p:tgtEl>
                                        <p:attrNameLst>
                                          <p:attrName>ppt_x</p:attrName>
                                          <p:attrName>ppt_y</p:attrName>
                                        </p:attrNameLst>
                                      </p:cBhvr>
                                      <p:rCtr x="8750" y="4994"/>
                                    </p:animMotion>
                                  </p:childTnLst>
                                </p:cTn>
                              </p:par>
                            </p:childTnLst>
                          </p:cTn>
                        </p:par>
                        <p:par>
                          <p:cTn id="116" fill="hold">
                            <p:stCondLst>
                              <p:cond delay="2500"/>
                            </p:stCondLst>
                            <p:childTnLst>
                              <p:par>
                                <p:cTn id="117" presetID="10" presetClass="entr" presetSubtype="0" fill="hold" grpId="0" nodeType="afterEffect">
                                  <p:stCondLst>
                                    <p:cond delay="0"/>
                                  </p:stCondLst>
                                  <p:childTnLst>
                                    <p:set>
                                      <p:cBhvr>
                                        <p:cTn id="118" dur="1" fill="hold">
                                          <p:stCondLst>
                                            <p:cond delay="0"/>
                                          </p:stCondLst>
                                        </p:cTn>
                                        <p:tgtEl>
                                          <p:spTgt spid="63"/>
                                        </p:tgtEl>
                                        <p:attrNameLst>
                                          <p:attrName>style.visibility</p:attrName>
                                        </p:attrNameLst>
                                      </p:cBhvr>
                                      <p:to>
                                        <p:strVal val="visible"/>
                                      </p:to>
                                    </p:set>
                                    <p:animEffect transition="in" filter="fade">
                                      <p:cBhvr>
                                        <p:cTn id="119" dur="500"/>
                                        <p:tgtEl>
                                          <p:spTgt spid="63"/>
                                        </p:tgtEl>
                                      </p:cBhvr>
                                    </p:animEffect>
                                  </p:childTnLst>
                                </p:cTn>
                              </p:par>
                              <p:par>
                                <p:cTn id="120" presetID="10" presetClass="exit" presetSubtype="0" fill="hold" nodeType="withEffect">
                                  <p:stCondLst>
                                    <p:cond delay="0"/>
                                  </p:stCondLst>
                                  <p:childTnLst>
                                    <p:animEffect transition="out" filter="fade">
                                      <p:cBhvr>
                                        <p:cTn id="121" dur="500"/>
                                        <p:tgtEl>
                                          <p:spTgt spid="47"/>
                                        </p:tgtEl>
                                      </p:cBhvr>
                                    </p:animEffect>
                                    <p:set>
                                      <p:cBhvr>
                                        <p:cTn id="122" dur="1" fill="hold">
                                          <p:stCondLst>
                                            <p:cond delay="499"/>
                                          </p:stCondLst>
                                        </p:cTn>
                                        <p:tgtEl>
                                          <p:spTgt spid="47"/>
                                        </p:tgtEl>
                                        <p:attrNameLst>
                                          <p:attrName>style.visibility</p:attrName>
                                        </p:attrNameLst>
                                      </p:cBhvr>
                                      <p:to>
                                        <p:strVal val="hidden"/>
                                      </p:to>
                                    </p:set>
                                  </p:childTnLst>
                                </p:cTn>
                              </p:par>
                            </p:childTnLst>
                          </p:cTn>
                        </p:par>
                        <p:par>
                          <p:cTn id="123" fill="hold">
                            <p:stCondLst>
                              <p:cond delay="3000"/>
                            </p:stCondLst>
                            <p:childTnLst>
                              <p:par>
                                <p:cTn id="124" presetID="26" presetClass="emph" presetSubtype="0" fill="hold" grpId="1" nodeType="afterEffect">
                                  <p:stCondLst>
                                    <p:cond delay="0"/>
                                  </p:stCondLst>
                                  <p:childTnLst>
                                    <p:animEffect transition="out" filter="fade">
                                      <p:cBhvr>
                                        <p:cTn id="125" dur="500" tmFilter="0, 0; .2, .5; .8, .5; 1, 0"/>
                                        <p:tgtEl>
                                          <p:spTgt spid="7"/>
                                        </p:tgtEl>
                                      </p:cBhvr>
                                    </p:animEffect>
                                    <p:animScale>
                                      <p:cBhvr>
                                        <p:cTn id="126" dur="250" autoRev="1" fill="hold"/>
                                        <p:tgtEl>
                                          <p:spTgt spid="7"/>
                                        </p:tgtEl>
                                      </p:cBhvr>
                                      <p:by x="105000" y="105000"/>
                                    </p:animScale>
                                  </p:childTnLst>
                                </p:cTn>
                              </p:par>
                            </p:childTnLst>
                          </p:cTn>
                        </p:par>
                        <p:par>
                          <p:cTn id="127" fill="hold">
                            <p:stCondLst>
                              <p:cond delay="3500"/>
                            </p:stCondLst>
                            <p:childTnLst>
                              <p:par>
                                <p:cTn id="128" presetID="22" presetClass="entr" presetSubtype="2" fill="hold" nodeType="afterEffect">
                                  <p:stCondLst>
                                    <p:cond delay="0"/>
                                  </p:stCondLst>
                                  <p:childTnLst>
                                    <p:set>
                                      <p:cBhvr>
                                        <p:cTn id="129" dur="1" fill="hold">
                                          <p:stCondLst>
                                            <p:cond delay="0"/>
                                          </p:stCondLst>
                                        </p:cTn>
                                        <p:tgtEl>
                                          <p:spTgt spid="39"/>
                                        </p:tgtEl>
                                        <p:attrNameLst>
                                          <p:attrName>style.visibility</p:attrName>
                                        </p:attrNameLst>
                                      </p:cBhvr>
                                      <p:to>
                                        <p:strVal val="visible"/>
                                      </p:to>
                                    </p:set>
                                    <p:animEffect transition="in" filter="wipe(right)">
                                      <p:cBhvr>
                                        <p:cTn id="130" dur="500"/>
                                        <p:tgtEl>
                                          <p:spTgt spid="39"/>
                                        </p:tgtEl>
                                      </p:cBhvr>
                                    </p:animEffect>
                                  </p:childTnLst>
                                </p:cTn>
                              </p:par>
                            </p:childTnLst>
                          </p:cTn>
                        </p:par>
                        <p:par>
                          <p:cTn id="131" fill="hold">
                            <p:stCondLst>
                              <p:cond delay="4000"/>
                            </p:stCondLst>
                            <p:childTnLst>
                              <p:par>
                                <p:cTn id="132" presetID="10" presetClass="exit" presetSubtype="0" fill="hold" nodeType="afterEffect">
                                  <p:stCondLst>
                                    <p:cond delay="0"/>
                                  </p:stCondLst>
                                  <p:childTnLst>
                                    <p:animEffect transition="out" filter="fade">
                                      <p:cBhvr>
                                        <p:cTn id="133" dur="500"/>
                                        <p:tgtEl>
                                          <p:spTgt spid="39"/>
                                        </p:tgtEl>
                                      </p:cBhvr>
                                    </p:animEffect>
                                    <p:set>
                                      <p:cBhvr>
                                        <p:cTn id="134" dur="1" fill="hold">
                                          <p:stCondLst>
                                            <p:cond delay="499"/>
                                          </p:stCondLst>
                                        </p:cTn>
                                        <p:tgtEl>
                                          <p:spTgt spid="39"/>
                                        </p:tgtEl>
                                        <p:attrNameLst>
                                          <p:attrName>style.visibility</p:attrName>
                                        </p:attrNameLst>
                                      </p:cBhvr>
                                      <p:to>
                                        <p:strVal val="hidden"/>
                                      </p:to>
                                    </p:set>
                                  </p:childTnLst>
                                </p:cTn>
                              </p:par>
                            </p:childTnLst>
                          </p:cTn>
                        </p:par>
                        <p:par>
                          <p:cTn id="135" fill="hold">
                            <p:stCondLst>
                              <p:cond delay="4500"/>
                            </p:stCondLst>
                            <p:childTnLst>
                              <p:par>
                                <p:cTn id="136" presetID="42" presetClass="path" presetSubtype="0" accel="50000" decel="50000" fill="hold" nodeType="afterEffect">
                                  <p:stCondLst>
                                    <p:cond delay="0"/>
                                  </p:stCondLst>
                                  <p:childTnLst>
                                    <p:animMotion origin="layout" path="M 0.30755 0.11769 L 0.48255 0.21456 " pathEditMode="relative" rAng="0" ptsTypes="AA">
                                      <p:cBhvr>
                                        <p:cTn id="137" dur="1000" fill="hold"/>
                                        <p:tgtEl>
                                          <p:spTgt spid="48"/>
                                        </p:tgtEl>
                                        <p:attrNameLst>
                                          <p:attrName>ppt_x</p:attrName>
                                          <p:attrName>ppt_y</p:attrName>
                                        </p:attrNameLst>
                                      </p:cBhvr>
                                      <p:rCtr x="8750" y="4832"/>
                                    </p:animMotion>
                                  </p:childTnLst>
                                </p:cTn>
                              </p:par>
                            </p:childTnLst>
                          </p:cTn>
                        </p:par>
                        <p:par>
                          <p:cTn id="138" fill="hold">
                            <p:stCondLst>
                              <p:cond delay="5500"/>
                            </p:stCondLst>
                            <p:childTnLst>
                              <p:par>
                                <p:cTn id="139" presetID="10" presetClass="exit" presetSubtype="0" fill="hold" nodeType="afterEffect">
                                  <p:stCondLst>
                                    <p:cond delay="0"/>
                                  </p:stCondLst>
                                  <p:childTnLst>
                                    <p:animEffect transition="out" filter="fade">
                                      <p:cBhvr>
                                        <p:cTn id="140" dur="500"/>
                                        <p:tgtEl>
                                          <p:spTgt spid="48"/>
                                        </p:tgtEl>
                                      </p:cBhvr>
                                    </p:animEffect>
                                    <p:set>
                                      <p:cBhvr>
                                        <p:cTn id="141" dur="1" fill="hold">
                                          <p:stCondLst>
                                            <p:cond delay="499"/>
                                          </p:stCondLst>
                                        </p:cTn>
                                        <p:tgtEl>
                                          <p:spTgt spid="48"/>
                                        </p:tgtEl>
                                        <p:attrNameLst>
                                          <p:attrName>style.visibility</p:attrName>
                                        </p:attrNameLst>
                                      </p:cBhvr>
                                      <p:to>
                                        <p:strVal val="hidden"/>
                                      </p:to>
                                    </p:set>
                                  </p:childTnLst>
                                </p:cTn>
                              </p:par>
                            </p:childTnLst>
                          </p:cTn>
                        </p:par>
                        <p:par>
                          <p:cTn id="142" fill="hold">
                            <p:stCondLst>
                              <p:cond delay="6000"/>
                            </p:stCondLst>
                            <p:childTnLst>
                              <p:par>
                                <p:cTn id="143" presetID="10" presetClass="entr" presetSubtype="0" fill="hold" grpId="0" nodeType="afterEffect">
                                  <p:stCondLst>
                                    <p:cond delay="0"/>
                                  </p:stCondLst>
                                  <p:childTnLst>
                                    <p:set>
                                      <p:cBhvr>
                                        <p:cTn id="144" dur="1" fill="hold">
                                          <p:stCondLst>
                                            <p:cond delay="0"/>
                                          </p:stCondLst>
                                        </p:cTn>
                                        <p:tgtEl>
                                          <p:spTgt spid="64"/>
                                        </p:tgtEl>
                                        <p:attrNameLst>
                                          <p:attrName>style.visibility</p:attrName>
                                        </p:attrNameLst>
                                      </p:cBhvr>
                                      <p:to>
                                        <p:strVal val="visible"/>
                                      </p:to>
                                    </p:set>
                                    <p:animEffect transition="in" filter="fade">
                                      <p:cBhvr>
                                        <p:cTn id="145" dur="500"/>
                                        <p:tgtEl>
                                          <p:spTgt spid="64"/>
                                        </p:tgtEl>
                                      </p:cBhvr>
                                    </p:animEffect>
                                  </p:childTnLst>
                                </p:cTn>
                              </p:par>
                            </p:childTnLst>
                          </p:cTn>
                        </p:par>
                        <p:par>
                          <p:cTn id="146" fill="hold">
                            <p:stCondLst>
                              <p:cond delay="6500"/>
                            </p:stCondLst>
                            <p:childTnLst>
                              <p:par>
                                <p:cTn id="147" presetID="26" presetClass="emph" presetSubtype="0" fill="hold" grpId="2" nodeType="afterEffect">
                                  <p:stCondLst>
                                    <p:cond delay="0"/>
                                  </p:stCondLst>
                                  <p:childTnLst>
                                    <p:animEffect transition="out" filter="fade">
                                      <p:cBhvr>
                                        <p:cTn id="148" dur="500" tmFilter="0, 0; .2, .5; .8, .5; 1, 0"/>
                                        <p:tgtEl>
                                          <p:spTgt spid="7"/>
                                        </p:tgtEl>
                                      </p:cBhvr>
                                    </p:animEffect>
                                    <p:animScale>
                                      <p:cBhvr>
                                        <p:cTn id="149" dur="250" autoRev="1" fill="hold"/>
                                        <p:tgtEl>
                                          <p:spTgt spid="7"/>
                                        </p:tgtEl>
                                      </p:cBhvr>
                                      <p:by x="105000" y="105000"/>
                                    </p:animScale>
                                  </p:childTnLst>
                                </p:cTn>
                              </p:par>
                            </p:childTnLst>
                          </p:cTn>
                        </p:par>
                        <p:par>
                          <p:cTn id="150" fill="hold">
                            <p:stCondLst>
                              <p:cond delay="7000"/>
                            </p:stCondLst>
                            <p:childTnLst>
                              <p:par>
                                <p:cTn id="151" presetID="22" presetClass="entr" presetSubtype="4" fill="hold" nodeType="afterEffect">
                                  <p:stCondLst>
                                    <p:cond delay="0"/>
                                  </p:stCondLst>
                                  <p:childTnLst>
                                    <p:set>
                                      <p:cBhvr>
                                        <p:cTn id="152" dur="1" fill="hold">
                                          <p:stCondLst>
                                            <p:cond delay="0"/>
                                          </p:stCondLst>
                                        </p:cTn>
                                        <p:tgtEl>
                                          <p:spTgt spid="39"/>
                                        </p:tgtEl>
                                        <p:attrNameLst>
                                          <p:attrName>style.visibility</p:attrName>
                                        </p:attrNameLst>
                                      </p:cBhvr>
                                      <p:to>
                                        <p:strVal val="visible"/>
                                      </p:to>
                                    </p:set>
                                    <p:animEffect transition="in" filter="wipe(down)">
                                      <p:cBhvr>
                                        <p:cTn id="153" dur="500"/>
                                        <p:tgtEl>
                                          <p:spTgt spid="39"/>
                                        </p:tgtEl>
                                      </p:cBhvr>
                                    </p:animEffect>
                                  </p:childTnLst>
                                </p:cTn>
                              </p:par>
                            </p:childTnLst>
                          </p:cTn>
                        </p:par>
                        <p:par>
                          <p:cTn id="154" fill="hold">
                            <p:stCondLst>
                              <p:cond delay="7500"/>
                            </p:stCondLst>
                            <p:childTnLst>
                              <p:par>
                                <p:cTn id="155" presetID="10" presetClass="exit" presetSubtype="0" fill="hold" nodeType="afterEffect">
                                  <p:stCondLst>
                                    <p:cond delay="0"/>
                                  </p:stCondLst>
                                  <p:childTnLst>
                                    <p:animEffect transition="out" filter="fade">
                                      <p:cBhvr>
                                        <p:cTn id="156" dur="500"/>
                                        <p:tgtEl>
                                          <p:spTgt spid="39"/>
                                        </p:tgtEl>
                                      </p:cBhvr>
                                    </p:animEffect>
                                    <p:set>
                                      <p:cBhvr>
                                        <p:cTn id="157" dur="1" fill="hold">
                                          <p:stCondLst>
                                            <p:cond delay="499"/>
                                          </p:stCondLst>
                                        </p:cTn>
                                        <p:tgtEl>
                                          <p:spTgt spid="39"/>
                                        </p:tgtEl>
                                        <p:attrNameLst>
                                          <p:attrName>style.visibility</p:attrName>
                                        </p:attrNameLst>
                                      </p:cBhvr>
                                      <p:to>
                                        <p:strVal val="hidden"/>
                                      </p:to>
                                    </p:set>
                                  </p:childTnLst>
                                </p:cTn>
                              </p:par>
                            </p:childTnLst>
                          </p:cTn>
                        </p:par>
                        <p:par>
                          <p:cTn id="158" fill="hold">
                            <p:stCondLst>
                              <p:cond delay="8000"/>
                            </p:stCondLst>
                            <p:childTnLst>
                              <p:par>
                                <p:cTn id="159" presetID="42" presetClass="path" presetSubtype="0" accel="50000" decel="50000" fill="hold" nodeType="afterEffect">
                                  <p:stCondLst>
                                    <p:cond delay="0"/>
                                  </p:stCondLst>
                                  <p:childTnLst>
                                    <p:animMotion origin="layout" path="M 0.22643 0.11469 L 0.48255 0.28925 " pathEditMode="relative" rAng="0" ptsTypes="AA">
                                      <p:cBhvr>
                                        <p:cTn id="160" dur="1250" fill="hold"/>
                                        <p:tgtEl>
                                          <p:spTgt spid="54"/>
                                        </p:tgtEl>
                                        <p:attrNameLst>
                                          <p:attrName>ppt_x</p:attrName>
                                          <p:attrName>ppt_y</p:attrName>
                                        </p:attrNameLst>
                                      </p:cBhvr>
                                      <p:rCtr x="12799" y="8717"/>
                                    </p:animMotion>
                                  </p:childTnLst>
                                </p:cTn>
                              </p:par>
                            </p:childTnLst>
                          </p:cTn>
                        </p:par>
                        <p:par>
                          <p:cTn id="161" fill="hold">
                            <p:stCondLst>
                              <p:cond delay="9250"/>
                            </p:stCondLst>
                            <p:childTnLst>
                              <p:par>
                                <p:cTn id="162" presetID="10" presetClass="exit" presetSubtype="0" fill="hold" nodeType="afterEffect">
                                  <p:stCondLst>
                                    <p:cond delay="0"/>
                                  </p:stCondLst>
                                  <p:childTnLst>
                                    <p:animEffect transition="out" filter="fade">
                                      <p:cBhvr>
                                        <p:cTn id="163" dur="500"/>
                                        <p:tgtEl>
                                          <p:spTgt spid="54"/>
                                        </p:tgtEl>
                                      </p:cBhvr>
                                    </p:animEffect>
                                    <p:set>
                                      <p:cBhvr>
                                        <p:cTn id="164" dur="1" fill="hold">
                                          <p:stCondLst>
                                            <p:cond delay="499"/>
                                          </p:stCondLst>
                                        </p:cTn>
                                        <p:tgtEl>
                                          <p:spTgt spid="54"/>
                                        </p:tgtEl>
                                        <p:attrNameLst>
                                          <p:attrName>style.visibility</p:attrName>
                                        </p:attrNameLst>
                                      </p:cBhvr>
                                      <p:to>
                                        <p:strVal val="hidden"/>
                                      </p:to>
                                    </p:set>
                                  </p:childTnLst>
                                </p:cTn>
                              </p:par>
                              <p:par>
                                <p:cTn id="165" presetID="10" presetClass="entr" presetSubtype="0" fill="hold" grpId="0" nodeType="withEffect">
                                  <p:stCondLst>
                                    <p:cond delay="0"/>
                                  </p:stCondLst>
                                  <p:childTnLst>
                                    <p:set>
                                      <p:cBhvr>
                                        <p:cTn id="166" dur="1" fill="hold">
                                          <p:stCondLst>
                                            <p:cond delay="0"/>
                                          </p:stCondLst>
                                        </p:cTn>
                                        <p:tgtEl>
                                          <p:spTgt spid="65"/>
                                        </p:tgtEl>
                                        <p:attrNameLst>
                                          <p:attrName>style.visibility</p:attrName>
                                        </p:attrNameLst>
                                      </p:cBhvr>
                                      <p:to>
                                        <p:strVal val="visible"/>
                                      </p:to>
                                    </p:set>
                                    <p:animEffect transition="in" filter="fade">
                                      <p:cBhvr>
                                        <p:cTn id="167" dur="500"/>
                                        <p:tgtEl>
                                          <p:spTgt spid="65"/>
                                        </p:tgtEl>
                                      </p:cBhvr>
                                    </p:animEffect>
                                  </p:childTnLst>
                                </p:cTn>
                              </p:par>
                            </p:childTnLst>
                          </p:cTn>
                        </p:par>
                        <p:par>
                          <p:cTn id="168" fill="hold">
                            <p:stCondLst>
                              <p:cond delay="9750"/>
                            </p:stCondLst>
                            <p:childTnLst>
                              <p:par>
                                <p:cTn id="169" presetID="47" presetClass="entr" presetSubtype="0" fill="hold" nodeType="afterEffect">
                                  <p:stCondLst>
                                    <p:cond delay="0"/>
                                  </p:stCondLst>
                                  <p:childTnLst>
                                    <p:set>
                                      <p:cBhvr>
                                        <p:cTn id="170" dur="1" fill="hold">
                                          <p:stCondLst>
                                            <p:cond delay="0"/>
                                          </p:stCondLst>
                                        </p:cTn>
                                        <p:tgtEl>
                                          <p:spTgt spid="80"/>
                                        </p:tgtEl>
                                        <p:attrNameLst>
                                          <p:attrName>style.visibility</p:attrName>
                                        </p:attrNameLst>
                                      </p:cBhvr>
                                      <p:to>
                                        <p:strVal val="visible"/>
                                      </p:to>
                                    </p:set>
                                    <p:animEffect transition="in" filter="fade">
                                      <p:cBhvr>
                                        <p:cTn id="171" dur="1000"/>
                                        <p:tgtEl>
                                          <p:spTgt spid="80"/>
                                        </p:tgtEl>
                                      </p:cBhvr>
                                    </p:animEffect>
                                    <p:anim calcmode="lin" valueType="num">
                                      <p:cBhvr>
                                        <p:cTn id="172" dur="1000" fill="hold"/>
                                        <p:tgtEl>
                                          <p:spTgt spid="80"/>
                                        </p:tgtEl>
                                        <p:attrNameLst>
                                          <p:attrName>ppt_x</p:attrName>
                                        </p:attrNameLst>
                                      </p:cBhvr>
                                      <p:tavLst>
                                        <p:tav tm="0">
                                          <p:val>
                                            <p:strVal val="#ppt_x"/>
                                          </p:val>
                                        </p:tav>
                                        <p:tav tm="100000">
                                          <p:val>
                                            <p:strVal val="#ppt_x"/>
                                          </p:val>
                                        </p:tav>
                                      </p:tavLst>
                                    </p:anim>
                                    <p:anim calcmode="lin" valueType="num">
                                      <p:cBhvr>
                                        <p:cTn id="173" dur="1000" fill="hold"/>
                                        <p:tgtEl>
                                          <p:spTgt spid="80"/>
                                        </p:tgtEl>
                                        <p:attrNameLst>
                                          <p:attrName>ppt_y</p:attrName>
                                        </p:attrNameLst>
                                      </p:cBhvr>
                                      <p:tavLst>
                                        <p:tav tm="0">
                                          <p:val>
                                            <p:strVal val="#ppt_y-.1"/>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10" presetClass="entr" presetSubtype="0" fill="hold" nodeType="clickEffect">
                                  <p:stCondLst>
                                    <p:cond delay="0"/>
                                  </p:stCondLst>
                                  <p:childTnLst>
                                    <p:set>
                                      <p:cBhvr>
                                        <p:cTn id="177" dur="1" fill="hold">
                                          <p:stCondLst>
                                            <p:cond delay="0"/>
                                          </p:stCondLst>
                                        </p:cTn>
                                        <p:tgtEl>
                                          <p:spTgt spid="69"/>
                                        </p:tgtEl>
                                        <p:attrNameLst>
                                          <p:attrName>style.visibility</p:attrName>
                                        </p:attrNameLst>
                                      </p:cBhvr>
                                      <p:to>
                                        <p:strVal val="visible"/>
                                      </p:to>
                                    </p:set>
                                    <p:animEffect transition="in" filter="fade">
                                      <p:cBhvr>
                                        <p:cTn id="178" dur="500"/>
                                        <p:tgtEl>
                                          <p:spTgt spid="69"/>
                                        </p:tgtEl>
                                      </p:cBhvr>
                                    </p:animEffect>
                                  </p:childTnLst>
                                </p:cTn>
                              </p:par>
                            </p:childTnLst>
                          </p:cTn>
                        </p:par>
                        <p:par>
                          <p:cTn id="179" fill="hold">
                            <p:stCondLst>
                              <p:cond delay="500"/>
                            </p:stCondLst>
                            <p:childTnLst>
                              <p:par>
                                <p:cTn id="180" presetID="42" presetClass="path" presetSubtype="0" fill="hold" nodeType="afterEffect">
                                  <p:stCondLst>
                                    <p:cond delay="0"/>
                                  </p:stCondLst>
                                  <p:childTnLst>
                                    <p:animMotion origin="layout" path="M -3.95833E-6 -2.31214E-7 L 0.16784 -0.1015 " pathEditMode="relative" rAng="0" ptsTypes="AA">
                                      <p:cBhvr>
                                        <p:cTn id="181" dur="1000" fill="hold"/>
                                        <p:tgtEl>
                                          <p:spTgt spid="69"/>
                                        </p:tgtEl>
                                        <p:attrNameLst>
                                          <p:attrName>ppt_x</p:attrName>
                                          <p:attrName>ppt_y</p:attrName>
                                        </p:attrNameLst>
                                      </p:cBhvr>
                                      <p:rCtr x="8385" y="-5087"/>
                                    </p:animMotion>
                                  </p:childTnLst>
                                </p:cTn>
                              </p:par>
                            </p:childTnLst>
                          </p:cTn>
                        </p:par>
                        <p:par>
                          <p:cTn id="182" fill="hold">
                            <p:stCondLst>
                              <p:cond delay="1500"/>
                            </p:stCondLst>
                            <p:childTnLst>
                              <p:par>
                                <p:cTn id="183" presetID="42" presetClass="path" presetSubtype="0" fill="hold" nodeType="afterEffect">
                                  <p:stCondLst>
                                    <p:cond delay="0"/>
                                  </p:stCondLst>
                                  <p:childTnLst>
                                    <p:animMotion origin="layout" path="M 0.1694 -0.1052 L 0.31797 -0.1052 " pathEditMode="relative" rAng="0" ptsTypes="AA">
                                      <p:cBhvr>
                                        <p:cTn id="184" dur="1000" fill="hold"/>
                                        <p:tgtEl>
                                          <p:spTgt spid="69"/>
                                        </p:tgtEl>
                                        <p:attrNameLst>
                                          <p:attrName>ppt_x</p:attrName>
                                          <p:attrName>ppt_y</p:attrName>
                                        </p:attrNameLst>
                                      </p:cBhvr>
                                      <p:rCtr x="7422" y="0"/>
                                    </p:animMotion>
                                  </p:childTnLst>
                                </p:cTn>
                              </p:par>
                            </p:childTnLst>
                          </p:cTn>
                        </p:par>
                        <p:par>
                          <p:cTn id="185" fill="hold">
                            <p:stCondLst>
                              <p:cond delay="2500"/>
                            </p:stCondLst>
                            <p:childTnLst>
                              <p:par>
                                <p:cTn id="186" presetID="42" presetClass="path" presetSubtype="0" decel="50000" fill="hold" nodeType="afterEffect">
                                  <p:stCondLst>
                                    <p:cond delay="0"/>
                                  </p:stCondLst>
                                  <p:childTnLst>
                                    <p:animMotion origin="layout" path="M 0.31797 -0.10404 L 0.46914 0.01064 " pathEditMode="relative" rAng="0" ptsTypes="AA">
                                      <p:cBhvr>
                                        <p:cTn id="187" dur="1000" fill="hold"/>
                                        <p:tgtEl>
                                          <p:spTgt spid="69"/>
                                        </p:tgtEl>
                                        <p:attrNameLst>
                                          <p:attrName>ppt_x</p:attrName>
                                          <p:attrName>ppt_y</p:attrName>
                                        </p:attrNameLst>
                                      </p:cBhvr>
                                      <p:rCtr x="7552" y="5734"/>
                                    </p:animMotion>
                                  </p:childTnLst>
                                </p:cTn>
                              </p:par>
                              <p:par>
                                <p:cTn id="188" presetID="42" presetClass="path" presetSubtype="0" accel="50000" decel="50000" fill="hold" nodeType="withEffect">
                                  <p:stCondLst>
                                    <p:cond delay="0"/>
                                  </p:stCondLst>
                                  <p:childTnLst>
                                    <p:animMotion origin="layout" path="M 0.15273 0.11168 L 0.22643 0.10867 " pathEditMode="relative" rAng="0" ptsTypes="AA">
                                      <p:cBhvr>
                                        <p:cTn id="189" dur="1000" fill="hold"/>
                                        <p:tgtEl>
                                          <p:spTgt spid="60"/>
                                        </p:tgtEl>
                                        <p:attrNameLst>
                                          <p:attrName>ppt_x</p:attrName>
                                          <p:attrName>ppt_y</p:attrName>
                                        </p:attrNameLst>
                                      </p:cBhvr>
                                      <p:rCtr x="3685" y="-162"/>
                                    </p:animMotion>
                                  </p:childTnLst>
                                </p:cTn>
                              </p:par>
                            </p:childTnLst>
                          </p:cTn>
                        </p:par>
                      </p:childTnLst>
                    </p:cTn>
                  </p:par>
                  <p:par>
                    <p:cTn id="190" fill="hold">
                      <p:stCondLst>
                        <p:cond delay="indefinite"/>
                      </p:stCondLst>
                      <p:childTnLst>
                        <p:par>
                          <p:cTn id="191" fill="hold">
                            <p:stCondLst>
                              <p:cond delay="0"/>
                            </p:stCondLst>
                            <p:childTnLst>
                              <p:par>
                                <p:cTn id="192" presetID="10" presetClass="entr" presetSubtype="0" fill="hold" nodeType="clickEffect">
                                  <p:stCondLst>
                                    <p:cond delay="0"/>
                                  </p:stCondLst>
                                  <p:childTnLst>
                                    <p:set>
                                      <p:cBhvr>
                                        <p:cTn id="193" dur="1" fill="hold">
                                          <p:stCondLst>
                                            <p:cond delay="0"/>
                                          </p:stCondLst>
                                        </p:cTn>
                                        <p:tgtEl>
                                          <p:spTgt spid="72"/>
                                        </p:tgtEl>
                                        <p:attrNameLst>
                                          <p:attrName>style.visibility</p:attrName>
                                        </p:attrNameLst>
                                      </p:cBhvr>
                                      <p:to>
                                        <p:strVal val="visible"/>
                                      </p:to>
                                    </p:set>
                                    <p:animEffect transition="in" filter="fade">
                                      <p:cBhvr>
                                        <p:cTn id="194" dur="500"/>
                                        <p:tgtEl>
                                          <p:spTgt spid="72"/>
                                        </p:tgtEl>
                                      </p:cBhvr>
                                    </p:animEffect>
                                  </p:childTnLst>
                                </p:cTn>
                              </p:par>
                            </p:childTnLst>
                          </p:cTn>
                        </p:par>
                        <p:par>
                          <p:cTn id="195" fill="hold">
                            <p:stCondLst>
                              <p:cond delay="500"/>
                            </p:stCondLst>
                            <p:childTnLst>
                              <p:par>
                                <p:cTn id="196" presetID="42" presetClass="path" presetSubtype="0" fill="hold" nodeType="afterEffect">
                                  <p:stCondLst>
                                    <p:cond delay="0"/>
                                  </p:stCondLst>
                                  <p:childTnLst>
                                    <p:animMotion origin="layout" path="M -3.95833E-6 -2.31214E-7 L 0.16784 -0.1015 " pathEditMode="relative" rAng="0" ptsTypes="AA">
                                      <p:cBhvr>
                                        <p:cTn id="197" dur="1000" fill="hold"/>
                                        <p:tgtEl>
                                          <p:spTgt spid="72"/>
                                        </p:tgtEl>
                                        <p:attrNameLst>
                                          <p:attrName>ppt_x</p:attrName>
                                          <p:attrName>ppt_y</p:attrName>
                                        </p:attrNameLst>
                                      </p:cBhvr>
                                      <p:rCtr x="8385" y="-5087"/>
                                    </p:animMotion>
                                  </p:childTnLst>
                                </p:cTn>
                              </p:par>
                            </p:childTnLst>
                          </p:cTn>
                        </p:par>
                        <p:par>
                          <p:cTn id="198" fill="hold">
                            <p:stCondLst>
                              <p:cond delay="1500"/>
                            </p:stCondLst>
                            <p:childTnLst>
                              <p:par>
                                <p:cTn id="199" presetID="42" presetClass="path" presetSubtype="0" fill="hold" nodeType="afterEffect">
                                  <p:stCondLst>
                                    <p:cond delay="0"/>
                                  </p:stCondLst>
                                  <p:childTnLst>
                                    <p:animMotion origin="layout" path="M 0.1694 -0.1052 L 0.31797 -0.1052 " pathEditMode="relative" rAng="0" ptsTypes="AA">
                                      <p:cBhvr>
                                        <p:cTn id="200" dur="1000" fill="hold"/>
                                        <p:tgtEl>
                                          <p:spTgt spid="72"/>
                                        </p:tgtEl>
                                        <p:attrNameLst>
                                          <p:attrName>ppt_x</p:attrName>
                                          <p:attrName>ppt_y</p:attrName>
                                        </p:attrNameLst>
                                      </p:cBhvr>
                                      <p:rCtr x="7422" y="0"/>
                                    </p:animMotion>
                                  </p:childTnLst>
                                </p:cTn>
                              </p:par>
                            </p:childTnLst>
                          </p:cTn>
                        </p:par>
                        <p:par>
                          <p:cTn id="201" fill="hold">
                            <p:stCondLst>
                              <p:cond delay="2500"/>
                            </p:stCondLst>
                            <p:childTnLst>
                              <p:par>
                                <p:cTn id="202" presetID="1" presetClass="entr" presetSubtype="0" fill="hold" nodeType="afterEffect">
                                  <p:stCondLst>
                                    <p:cond delay="0"/>
                                  </p:stCondLst>
                                  <p:childTnLst>
                                    <p:set>
                                      <p:cBhvr>
                                        <p:cTn id="203" dur="1" fill="hold">
                                          <p:stCondLst>
                                            <p:cond delay="0"/>
                                          </p:stCondLst>
                                        </p:cTn>
                                        <p:tgtEl>
                                          <p:spTgt spid="75"/>
                                        </p:tgtEl>
                                        <p:attrNameLst>
                                          <p:attrName>style.visibility</p:attrName>
                                        </p:attrNameLst>
                                      </p:cBhvr>
                                      <p:to>
                                        <p:strVal val="visible"/>
                                      </p:to>
                                    </p:set>
                                  </p:childTnLst>
                                </p:cTn>
                              </p:par>
                              <p:par>
                                <p:cTn id="204" presetID="42" presetClass="path" presetSubtype="0" decel="50000" fill="hold" nodeType="withEffect">
                                  <p:stCondLst>
                                    <p:cond delay="0"/>
                                  </p:stCondLst>
                                  <p:childTnLst>
                                    <p:animMotion origin="layout" path="M 0.0013 -2.08651E-6 L 0.1527 0.11474 " pathEditMode="relative" rAng="0" ptsTypes="AA">
                                      <p:cBhvr>
                                        <p:cTn id="205" dur="1000" fill="hold"/>
                                        <p:tgtEl>
                                          <p:spTgt spid="75"/>
                                        </p:tgtEl>
                                        <p:attrNameLst>
                                          <p:attrName>ppt_x</p:attrName>
                                          <p:attrName>ppt_y</p:attrName>
                                        </p:attrNameLst>
                                      </p:cBhvr>
                                      <p:rCtr x="7570" y="5737"/>
                                    </p:animMotion>
                                  </p:childTnLst>
                                </p:cTn>
                              </p:par>
                              <p:par>
                                <p:cTn id="206" presetID="42" presetClass="path" presetSubtype="0" decel="50000" fill="hold" nodeType="withEffect">
                                  <p:stCondLst>
                                    <p:cond delay="0"/>
                                  </p:stCondLst>
                                  <p:childTnLst>
                                    <p:animMotion origin="layout" path="M 0.31797 -0.10404 L 0.46914 -0.23352 " pathEditMode="relative" rAng="0" ptsTypes="AA">
                                      <p:cBhvr>
                                        <p:cTn id="207" dur="1000" fill="hold"/>
                                        <p:tgtEl>
                                          <p:spTgt spid="72"/>
                                        </p:tgtEl>
                                        <p:attrNameLst>
                                          <p:attrName>ppt_x</p:attrName>
                                          <p:attrName>ppt_y</p:attrName>
                                        </p:attrNameLst>
                                      </p:cBhvr>
                                      <p:rCtr x="7552" y="-6474"/>
                                    </p:animMotion>
                                  </p:childTnLst>
                                </p:cTn>
                              </p:par>
                              <p:par>
                                <p:cTn id="208" presetID="42" presetClass="path" presetSubtype="0" accel="50000" decel="50000" fill="hold" nodeType="withEffect">
                                  <p:stCondLst>
                                    <p:cond delay="0"/>
                                  </p:stCondLst>
                                  <p:childTnLst>
                                    <p:animMotion origin="layout" path="M 0.53919 -0.00393 L 0.62031 -0.00393 " pathEditMode="relative" rAng="0" ptsTypes="AA">
                                      <p:cBhvr>
                                        <p:cTn id="209" dur="1000" fill="hold"/>
                                        <p:tgtEl>
                                          <p:spTgt spid="51"/>
                                        </p:tgtEl>
                                        <p:attrNameLst>
                                          <p:attrName>ppt_x</p:attrName>
                                          <p:attrName>ppt_y</p:attrName>
                                        </p:attrNameLst>
                                      </p:cBhvr>
                                      <p:rCtr x="4049" y="0"/>
                                    </p:animMotion>
                                  </p:childTnLst>
                                </p:cTn>
                              </p:par>
                              <p:par>
                                <p:cTn id="210" presetID="42" presetClass="path" presetSubtype="0" accel="50000" decel="50000" fill="hold" nodeType="withEffect">
                                  <p:stCondLst>
                                    <p:cond delay="0"/>
                                  </p:stCondLst>
                                  <p:childTnLst>
                                    <p:animMotion origin="layout" path="M 0.46927 -0.23352 L 0.54284 -0.23352 " pathEditMode="relative" rAng="0" ptsTypes="AA">
                                      <p:cBhvr>
                                        <p:cTn id="211" dur="1000" fill="hold"/>
                                        <p:tgtEl>
                                          <p:spTgt spid="57"/>
                                        </p:tgtEl>
                                        <p:attrNameLst>
                                          <p:attrName>ppt_x</p:attrName>
                                          <p:attrName>ppt_y</p:attrName>
                                        </p:attrNameLst>
                                      </p:cBhvr>
                                      <p:rCtr x="3672" y="0"/>
                                    </p:animMotion>
                                  </p:childTnLst>
                                </p:cTn>
                              </p:par>
                              <p:par>
                                <p:cTn id="212" presetID="42" presetClass="path" presetSubtype="0" accel="50000" decel="50000" fill="hold" nodeType="withEffect">
                                  <p:stCondLst>
                                    <p:cond delay="0"/>
                                  </p:stCondLst>
                                  <p:childTnLst>
                                    <p:animMotion origin="layout" path="M 0.22643 0.11469 L 0.30755 0.11353 " pathEditMode="relative" rAng="0" ptsTypes="AA">
                                      <p:cBhvr>
                                        <p:cTn id="213" dur="1000" fill="hold"/>
                                        <p:tgtEl>
                                          <p:spTgt spid="60"/>
                                        </p:tgtEl>
                                        <p:attrNameLst>
                                          <p:attrName>ppt_x</p:attrName>
                                          <p:attrName>ppt_y</p:attrName>
                                        </p:attrNameLst>
                                      </p:cBhvr>
                                      <p:rCtr x="4049" y="-69"/>
                                    </p:animMotion>
                                  </p:childTnLst>
                                </p:cTn>
                              </p:par>
                              <p:par>
                                <p:cTn id="214" presetID="42" presetClass="path" presetSubtype="0" accel="50000" decel="50000" fill="hold" nodeType="withEffect">
                                  <p:stCondLst>
                                    <p:cond delay="0"/>
                                  </p:stCondLst>
                                  <p:childTnLst>
                                    <p:animMotion origin="layout" path="M 0.46914 0.01064 L 0.54284 0.01365 " pathEditMode="relative" rAng="0" ptsTypes="AA">
                                      <p:cBhvr>
                                        <p:cTn id="215" dur="1000" fill="hold"/>
                                        <p:tgtEl>
                                          <p:spTgt spid="69"/>
                                        </p:tgtEl>
                                        <p:attrNameLst>
                                          <p:attrName>ppt_x</p:attrName>
                                          <p:attrName>ppt_y</p:attrName>
                                        </p:attrNameLst>
                                      </p:cBhvr>
                                      <p:rCtr x="3685" y="139"/>
                                    </p:animMotion>
                                  </p:childTnLst>
                                </p:cTn>
                              </p:par>
                            </p:childTnLst>
                          </p:cTn>
                        </p:par>
                        <p:par>
                          <p:cTn id="216" fill="hold">
                            <p:stCondLst>
                              <p:cond delay="3500"/>
                            </p:stCondLst>
                            <p:childTnLst>
                              <p:par>
                                <p:cTn id="217" presetID="10" presetClass="entr" presetSubtype="0" fill="hold" nodeType="afterEffect">
                                  <p:stCondLst>
                                    <p:cond delay="0"/>
                                  </p:stCondLst>
                                  <p:childTnLst>
                                    <p:set>
                                      <p:cBhvr>
                                        <p:cTn id="218" dur="1" fill="hold">
                                          <p:stCondLst>
                                            <p:cond delay="0"/>
                                          </p:stCondLst>
                                        </p:cTn>
                                        <p:tgtEl>
                                          <p:spTgt spid="2"/>
                                        </p:tgtEl>
                                        <p:attrNameLst>
                                          <p:attrName>style.visibility</p:attrName>
                                        </p:attrNameLst>
                                      </p:cBhvr>
                                      <p:to>
                                        <p:strVal val="visible"/>
                                      </p:to>
                                    </p:set>
                                    <p:animEffect transition="in" filter="fade">
                                      <p:cBhvr>
                                        <p:cTn id="219" dur="500"/>
                                        <p:tgtEl>
                                          <p:spTgt spid="2"/>
                                        </p:tgtEl>
                                      </p:cBhvr>
                                    </p:animEffect>
                                  </p:childTnLst>
                                </p:cTn>
                              </p:par>
                              <p:par>
                                <p:cTn id="220" presetID="10" presetClass="entr" presetSubtype="0" fill="hold" nodeType="withEffect">
                                  <p:stCondLst>
                                    <p:cond delay="0"/>
                                  </p:stCondLst>
                                  <p:childTnLst>
                                    <p:set>
                                      <p:cBhvr>
                                        <p:cTn id="221" dur="1" fill="hold">
                                          <p:stCondLst>
                                            <p:cond delay="0"/>
                                          </p:stCondLst>
                                        </p:cTn>
                                        <p:tgtEl>
                                          <p:spTgt spid="92"/>
                                        </p:tgtEl>
                                        <p:attrNameLst>
                                          <p:attrName>style.visibility</p:attrName>
                                        </p:attrNameLst>
                                      </p:cBhvr>
                                      <p:to>
                                        <p:strVal val="visible"/>
                                      </p:to>
                                    </p:set>
                                    <p:animEffect transition="in" filter="fade">
                                      <p:cBhvr>
                                        <p:cTn id="222" dur="500"/>
                                        <p:tgtEl>
                                          <p:spTgt spid="92"/>
                                        </p:tgtEl>
                                      </p:cBhvr>
                                    </p:animEffect>
                                  </p:childTnLst>
                                </p:cTn>
                              </p:par>
                            </p:childTnLst>
                          </p:cTn>
                        </p:par>
                      </p:childTnLst>
                    </p:cTn>
                  </p:par>
                  <p:par>
                    <p:cTn id="223" fill="hold">
                      <p:stCondLst>
                        <p:cond delay="indefinite"/>
                      </p:stCondLst>
                      <p:childTnLst>
                        <p:par>
                          <p:cTn id="224" fill="hold">
                            <p:stCondLst>
                              <p:cond delay="0"/>
                            </p:stCondLst>
                            <p:childTnLst>
                              <p:par>
                                <p:cTn id="225" presetID="26" presetClass="emph" presetSubtype="0" fill="hold" grpId="1" nodeType="clickEffect">
                                  <p:stCondLst>
                                    <p:cond delay="0"/>
                                  </p:stCondLst>
                                  <p:childTnLst>
                                    <p:animEffect transition="out" filter="fade">
                                      <p:cBhvr>
                                        <p:cTn id="226" dur="500" tmFilter="0, 0; .2, .5; .8, .5; 1, 0"/>
                                        <p:tgtEl>
                                          <p:spTgt spid="5"/>
                                        </p:tgtEl>
                                      </p:cBhvr>
                                    </p:animEffect>
                                    <p:animScale>
                                      <p:cBhvr>
                                        <p:cTn id="227" dur="250" autoRev="1" fill="hold"/>
                                        <p:tgtEl>
                                          <p:spTgt spid="5"/>
                                        </p:tgtEl>
                                      </p:cBhvr>
                                      <p:by x="105000" y="105000"/>
                                    </p:animScale>
                                  </p:childTnLst>
                                </p:cTn>
                              </p:par>
                            </p:childTnLst>
                          </p:cTn>
                        </p:par>
                        <p:par>
                          <p:cTn id="228" fill="hold">
                            <p:stCondLst>
                              <p:cond delay="500"/>
                            </p:stCondLst>
                            <p:childTnLst>
                              <p:par>
                                <p:cTn id="229" presetID="22" presetClass="entr" presetSubtype="2" fill="hold" nodeType="afterEffect">
                                  <p:stCondLst>
                                    <p:cond delay="0"/>
                                  </p:stCondLst>
                                  <p:childTnLst>
                                    <p:set>
                                      <p:cBhvr>
                                        <p:cTn id="230" dur="1" fill="hold">
                                          <p:stCondLst>
                                            <p:cond delay="0"/>
                                          </p:stCondLst>
                                        </p:cTn>
                                        <p:tgtEl>
                                          <p:spTgt spid="33"/>
                                        </p:tgtEl>
                                        <p:attrNameLst>
                                          <p:attrName>style.visibility</p:attrName>
                                        </p:attrNameLst>
                                      </p:cBhvr>
                                      <p:to>
                                        <p:strVal val="visible"/>
                                      </p:to>
                                    </p:set>
                                    <p:animEffect transition="in" filter="wipe(right)">
                                      <p:cBhvr>
                                        <p:cTn id="231" dur="500"/>
                                        <p:tgtEl>
                                          <p:spTgt spid="33"/>
                                        </p:tgtEl>
                                      </p:cBhvr>
                                    </p:animEffect>
                                  </p:childTnLst>
                                </p:cTn>
                              </p:par>
                            </p:childTnLst>
                          </p:cTn>
                        </p:par>
                        <p:par>
                          <p:cTn id="232" fill="hold">
                            <p:stCondLst>
                              <p:cond delay="1000"/>
                            </p:stCondLst>
                            <p:childTnLst>
                              <p:par>
                                <p:cTn id="233" presetID="10" presetClass="exit" presetSubtype="0" fill="hold" nodeType="afterEffect">
                                  <p:stCondLst>
                                    <p:cond delay="0"/>
                                  </p:stCondLst>
                                  <p:childTnLst>
                                    <p:animEffect transition="out" filter="fade">
                                      <p:cBhvr>
                                        <p:cTn id="234" dur="500"/>
                                        <p:tgtEl>
                                          <p:spTgt spid="33"/>
                                        </p:tgtEl>
                                      </p:cBhvr>
                                    </p:animEffect>
                                    <p:set>
                                      <p:cBhvr>
                                        <p:cTn id="235" dur="1" fill="hold">
                                          <p:stCondLst>
                                            <p:cond delay="499"/>
                                          </p:stCondLst>
                                        </p:cTn>
                                        <p:tgtEl>
                                          <p:spTgt spid="33"/>
                                        </p:tgtEl>
                                        <p:attrNameLst>
                                          <p:attrName>style.visibility</p:attrName>
                                        </p:attrNameLst>
                                      </p:cBhvr>
                                      <p:to>
                                        <p:strVal val="hidden"/>
                                      </p:to>
                                    </p:set>
                                  </p:childTnLst>
                                </p:cTn>
                              </p:par>
                            </p:childTnLst>
                          </p:cTn>
                        </p:par>
                        <p:par>
                          <p:cTn id="236" fill="hold">
                            <p:stCondLst>
                              <p:cond delay="1500"/>
                            </p:stCondLst>
                            <p:childTnLst>
                              <p:par>
                                <p:cTn id="237" presetID="42" presetClass="path" presetSubtype="0" accel="50000" decel="50000" fill="hold" nodeType="afterEffect">
                                  <p:stCondLst>
                                    <p:cond delay="0"/>
                                  </p:stCondLst>
                                  <p:childTnLst>
                                    <p:animMotion origin="layout" path="M 0.62031 -0.00393 L 0.79531 -0.11492 " pathEditMode="relative" rAng="0" ptsTypes="AA">
                                      <p:cBhvr>
                                        <p:cTn id="238" dur="1000" fill="hold"/>
                                        <p:tgtEl>
                                          <p:spTgt spid="51"/>
                                        </p:tgtEl>
                                        <p:attrNameLst>
                                          <p:attrName>ppt_x</p:attrName>
                                          <p:attrName>ppt_y</p:attrName>
                                        </p:attrNameLst>
                                      </p:cBhvr>
                                      <p:rCtr x="8750" y="-5549"/>
                                    </p:animMotion>
                                  </p:childTnLst>
                                </p:cTn>
                              </p:par>
                            </p:childTnLst>
                          </p:cTn>
                        </p:par>
                        <p:par>
                          <p:cTn id="239" fill="hold">
                            <p:stCondLst>
                              <p:cond delay="2500"/>
                            </p:stCondLst>
                            <p:childTnLst>
                              <p:par>
                                <p:cTn id="240" presetID="10" presetClass="exit" presetSubtype="0" fill="hold" nodeType="afterEffect">
                                  <p:stCondLst>
                                    <p:cond delay="0"/>
                                  </p:stCondLst>
                                  <p:childTnLst>
                                    <p:animEffect transition="out" filter="fade">
                                      <p:cBhvr>
                                        <p:cTn id="241" dur="500"/>
                                        <p:tgtEl>
                                          <p:spTgt spid="51"/>
                                        </p:tgtEl>
                                      </p:cBhvr>
                                    </p:animEffect>
                                    <p:set>
                                      <p:cBhvr>
                                        <p:cTn id="242" dur="1" fill="hold">
                                          <p:stCondLst>
                                            <p:cond delay="499"/>
                                          </p:stCondLst>
                                        </p:cTn>
                                        <p:tgtEl>
                                          <p:spTgt spid="51"/>
                                        </p:tgtEl>
                                        <p:attrNameLst>
                                          <p:attrName>style.visibility</p:attrName>
                                        </p:attrNameLst>
                                      </p:cBhvr>
                                      <p:to>
                                        <p:strVal val="hidden"/>
                                      </p:to>
                                    </p:set>
                                  </p:childTnLst>
                                </p:cTn>
                              </p:par>
                            </p:childTnLst>
                          </p:cTn>
                        </p:par>
                        <p:par>
                          <p:cTn id="243" fill="hold">
                            <p:stCondLst>
                              <p:cond delay="3000"/>
                            </p:stCondLst>
                            <p:childTnLst>
                              <p:par>
                                <p:cTn id="244" presetID="10" presetClass="entr" presetSubtype="0" fill="hold" grpId="0" nodeType="afterEffect">
                                  <p:stCondLst>
                                    <p:cond delay="0"/>
                                  </p:stCondLst>
                                  <p:childTnLst>
                                    <p:set>
                                      <p:cBhvr>
                                        <p:cTn id="245" dur="1" fill="hold">
                                          <p:stCondLst>
                                            <p:cond delay="0"/>
                                          </p:stCondLst>
                                        </p:cTn>
                                        <p:tgtEl>
                                          <p:spTgt spid="78"/>
                                        </p:tgtEl>
                                        <p:attrNameLst>
                                          <p:attrName>style.visibility</p:attrName>
                                        </p:attrNameLst>
                                      </p:cBhvr>
                                      <p:to>
                                        <p:strVal val="visible"/>
                                      </p:to>
                                    </p:set>
                                    <p:animEffect transition="in" filter="fade">
                                      <p:cBhvr>
                                        <p:cTn id="246" dur="500"/>
                                        <p:tgtEl>
                                          <p:spTgt spid="78"/>
                                        </p:tgtEl>
                                      </p:cBhvr>
                                    </p:animEffect>
                                  </p:childTnLst>
                                </p:cTn>
                              </p:par>
                            </p:childTnLst>
                          </p:cTn>
                        </p:par>
                      </p:childTnLst>
                    </p:cTn>
                  </p:par>
                  <p:par>
                    <p:cTn id="247" fill="hold">
                      <p:stCondLst>
                        <p:cond delay="indefinite"/>
                      </p:stCondLst>
                      <p:childTnLst>
                        <p:par>
                          <p:cTn id="248" fill="hold">
                            <p:stCondLst>
                              <p:cond delay="0"/>
                            </p:stCondLst>
                            <p:childTnLst>
                              <p:par>
                                <p:cTn id="249" presetID="26" presetClass="emph" presetSubtype="0" fill="hold" grpId="2" nodeType="clickEffect">
                                  <p:stCondLst>
                                    <p:cond delay="0"/>
                                  </p:stCondLst>
                                  <p:childTnLst>
                                    <p:animEffect transition="out" filter="fade">
                                      <p:cBhvr>
                                        <p:cTn id="250" dur="500" tmFilter="0, 0; .2, .5; .8, .5; 1, 0"/>
                                        <p:tgtEl>
                                          <p:spTgt spid="6"/>
                                        </p:tgtEl>
                                      </p:cBhvr>
                                    </p:animEffect>
                                    <p:animScale>
                                      <p:cBhvr>
                                        <p:cTn id="251" dur="250" autoRev="1" fill="hold"/>
                                        <p:tgtEl>
                                          <p:spTgt spid="6"/>
                                        </p:tgtEl>
                                      </p:cBhvr>
                                      <p:by x="105000" y="105000"/>
                                    </p:animScale>
                                  </p:childTnLst>
                                </p:cTn>
                              </p:par>
                            </p:childTnLst>
                          </p:cTn>
                        </p:par>
                        <p:par>
                          <p:cTn id="252" fill="hold">
                            <p:stCondLst>
                              <p:cond delay="500"/>
                            </p:stCondLst>
                            <p:childTnLst>
                              <p:par>
                                <p:cTn id="253" presetID="22" presetClass="entr" presetSubtype="2" fill="hold" nodeType="afterEffect">
                                  <p:stCondLst>
                                    <p:cond delay="0"/>
                                  </p:stCondLst>
                                  <p:childTnLst>
                                    <p:set>
                                      <p:cBhvr>
                                        <p:cTn id="254" dur="1" fill="hold">
                                          <p:stCondLst>
                                            <p:cond delay="0"/>
                                          </p:stCondLst>
                                        </p:cTn>
                                        <p:tgtEl>
                                          <p:spTgt spid="36"/>
                                        </p:tgtEl>
                                        <p:attrNameLst>
                                          <p:attrName>style.visibility</p:attrName>
                                        </p:attrNameLst>
                                      </p:cBhvr>
                                      <p:to>
                                        <p:strVal val="visible"/>
                                      </p:to>
                                    </p:set>
                                    <p:animEffect transition="in" filter="wipe(right)">
                                      <p:cBhvr>
                                        <p:cTn id="255" dur="500"/>
                                        <p:tgtEl>
                                          <p:spTgt spid="36"/>
                                        </p:tgtEl>
                                      </p:cBhvr>
                                    </p:animEffect>
                                  </p:childTnLst>
                                </p:cTn>
                              </p:par>
                            </p:childTnLst>
                          </p:cTn>
                        </p:par>
                        <p:par>
                          <p:cTn id="256" fill="hold">
                            <p:stCondLst>
                              <p:cond delay="1000"/>
                            </p:stCondLst>
                            <p:childTnLst>
                              <p:par>
                                <p:cTn id="257" presetID="10" presetClass="exit" presetSubtype="0" fill="hold" nodeType="afterEffect">
                                  <p:stCondLst>
                                    <p:cond delay="0"/>
                                  </p:stCondLst>
                                  <p:childTnLst>
                                    <p:animEffect transition="out" filter="fade">
                                      <p:cBhvr>
                                        <p:cTn id="258" dur="500"/>
                                        <p:tgtEl>
                                          <p:spTgt spid="36"/>
                                        </p:tgtEl>
                                      </p:cBhvr>
                                    </p:animEffect>
                                    <p:set>
                                      <p:cBhvr>
                                        <p:cTn id="259" dur="1" fill="hold">
                                          <p:stCondLst>
                                            <p:cond delay="499"/>
                                          </p:stCondLst>
                                        </p:cTn>
                                        <p:tgtEl>
                                          <p:spTgt spid="36"/>
                                        </p:tgtEl>
                                        <p:attrNameLst>
                                          <p:attrName>style.visibility</p:attrName>
                                        </p:attrNameLst>
                                      </p:cBhvr>
                                      <p:to>
                                        <p:strVal val="hidden"/>
                                      </p:to>
                                    </p:set>
                                  </p:childTnLst>
                                </p:cTn>
                              </p:par>
                            </p:childTnLst>
                          </p:cTn>
                        </p:par>
                        <p:par>
                          <p:cTn id="260" fill="hold">
                            <p:stCondLst>
                              <p:cond delay="1500"/>
                            </p:stCondLst>
                            <p:childTnLst>
                              <p:par>
                                <p:cTn id="261" presetID="42" presetClass="path" presetSubtype="0" accel="50000" decel="50000" fill="hold" nodeType="afterEffect">
                                  <p:stCondLst>
                                    <p:cond delay="0"/>
                                  </p:stCondLst>
                                  <p:childTnLst>
                                    <p:animMotion origin="layout" path="M 0.54284 -0.23352 L 0.79896 -0.05595 " pathEditMode="relative" rAng="0" ptsTypes="AA">
                                      <p:cBhvr>
                                        <p:cTn id="262" dur="1000" fill="hold"/>
                                        <p:tgtEl>
                                          <p:spTgt spid="57"/>
                                        </p:tgtEl>
                                        <p:attrNameLst>
                                          <p:attrName>ppt_x</p:attrName>
                                          <p:attrName>ppt_y</p:attrName>
                                        </p:attrNameLst>
                                      </p:cBhvr>
                                      <p:rCtr x="12799" y="8879"/>
                                    </p:animMotion>
                                  </p:childTnLst>
                                </p:cTn>
                              </p:par>
                            </p:childTnLst>
                          </p:cTn>
                        </p:par>
                        <p:par>
                          <p:cTn id="263" fill="hold">
                            <p:stCondLst>
                              <p:cond delay="2500"/>
                            </p:stCondLst>
                            <p:childTnLst>
                              <p:par>
                                <p:cTn id="264" presetID="10" presetClass="exit" presetSubtype="0" fill="hold" nodeType="afterEffect">
                                  <p:stCondLst>
                                    <p:cond delay="0"/>
                                  </p:stCondLst>
                                  <p:childTnLst>
                                    <p:animEffect transition="out" filter="fade">
                                      <p:cBhvr>
                                        <p:cTn id="265" dur="500"/>
                                        <p:tgtEl>
                                          <p:spTgt spid="57"/>
                                        </p:tgtEl>
                                      </p:cBhvr>
                                    </p:animEffect>
                                    <p:set>
                                      <p:cBhvr>
                                        <p:cTn id="266" dur="1" fill="hold">
                                          <p:stCondLst>
                                            <p:cond delay="499"/>
                                          </p:stCondLst>
                                        </p:cTn>
                                        <p:tgtEl>
                                          <p:spTgt spid="57"/>
                                        </p:tgtEl>
                                        <p:attrNameLst>
                                          <p:attrName>style.visibility</p:attrName>
                                        </p:attrNameLst>
                                      </p:cBhvr>
                                      <p:to>
                                        <p:strVal val="hidden"/>
                                      </p:to>
                                    </p:set>
                                  </p:childTnLst>
                                </p:cTn>
                              </p:par>
                              <p:par>
                                <p:cTn id="267" presetID="10" presetClass="entr" presetSubtype="0" fill="hold" grpId="0" nodeType="withEffect">
                                  <p:stCondLst>
                                    <p:cond delay="0"/>
                                  </p:stCondLst>
                                  <p:childTnLst>
                                    <p:set>
                                      <p:cBhvr>
                                        <p:cTn id="268" dur="1" fill="hold">
                                          <p:stCondLst>
                                            <p:cond delay="0"/>
                                          </p:stCondLst>
                                        </p:cTn>
                                        <p:tgtEl>
                                          <p:spTgt spid="79"/>
                                        </p:tgtEl>
                                        <p:attrNameLst>
                                          <p:attrName>style.visibility</p:attrName>
                                        </p:attrNameLst>
                                      </p:cBhvr>
                                      <p:to>
                                        <p:strVal val="visible"/>
                                      </p:to>
                                    </p:set>
                                    <p:animEffect transition="in" filter="fade">
                                      <p:cBhvr>
                                        <p:cTn id="269"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6" grpId="0" animBg="1"/>
      <p:bldP spid="6" grpId="1" animBg="1"/>
      <p:bldP spid="6" grpId="2" animBg="1"/>
      <p:bldP spid="7" grpId="0" animBg="1"/>
      <p:bldP spid="7" grpId="1" animBg="1"/>
      <p:bldP spid="7" grpId="2" animBg="1"/>
      <p:bldP spid="45" grpId="0" animBg="1"/>
      <p:bldP spid="45" grpId="1" animBg="1"/>
      <p:bldP spid="45" grpId="2" animBg="1"/>
      <p:bldP spid="63" grpId="0" animBg="1"/>
      <p:bldP spid="64" grpId="0" animBg="1"/>
      <p:bldP spid="65" grpId="0" animBg="1"/>
      <p:bldP spid="78" grpId="0" animBg="1"/>
      <p:bldP spid="79" grpId="0" animBg="1"/>
    </p:bldLst>
  </p:timing>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1028076"/>
            <a:ext cx="8363938" cy="734625"/>
          </a:xfrm>
        </p:spPr>
        <p:txBody>
          <a:bodyPr/>
          <a:lstStyle/>
          <a:p>
            <a:r>
              <a:rPr lang="en-US" b="1" dirty="0"/>
              <a:t>Process and Execution Model</a:t>
            </a:r>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437" y="2353434"/>
            <a:ext cx="3970340" cy="2387570"/>
          </a:xfrm>
          <a:prstGeom prst="rect">
            <a:avLst/>
          </a:prstGeom>
        </p:spPr>
      </p:pic>
      <p:sp>
        <p:nvSpPr>
          <p:cNvPr id="6" name="Text Placeholder 2"/>
          <p:cNvSpPr txBox="1">
            <a:spLocks/>
          </p:cNvSpPr>
          <p:nvPr/>
        </p:nvSpPr>
        <p:spPr>
          <a:xfrm>
            <a:off x="4535081" y="2106586"/>
            <a:ext cx="4218293" cy="3894834"/>
          </a:xfrm>
          <a:prstGeom prst="rect">
            <a:avLst/>
          </a:prstGeom>
        </p:spPr>
        <p:txBody>
          <a:bodyPr>
            <a:noAutofit/>
          </a:bodyPr>
          <a:lstStyle>
            <a:lvl1pPr marL="339657" marR="0" indent="-339657" algn="l" defTabSz="914180" rtl="0" eaLnBrk="1" fontAlgn="auto" latinLnBrk="0" hangingPunct="1">
              <a:lnSpc>
                <a:spcPct val="90000"/>
              </a:lnSpc>
              <a:spcBef>
                <a:spcPct val="20000"/>
              </a:spcBef>
              <a:spcAft>
                <a:spcPts val="0"/>
              </a:spcAft>
              <a:buClrTx/>
              <a:buSzPct val="90000"/>
              <a:buFont typeface="Arial" pitchFamily="34" charset="0"/>
              <a:buChar char="•"/>
              <a:tabLst/>
              <a:defRPr sz="3920" kern="1200" spc="-70" baseline="0">
                <a:gradFill>
                  <a:gsLst>
                    <a:gs pos="1250">
                      <a:schemeClr val="tx1"/>
                    </a:gs>
                    <a:gs pos="100000">
                      <a:schemeClr val="tx1"/>
                    </a:gs>
                  </a:gsLst>
                  <a:lin ang="5400000" scaled="0"/>
                </a:gradFill>
                <a:latin typeface="+mj-lt"/>
                <a:ea typeface="+mn-ea"/>
                <a:cs typeface="+mn-cs"/>
              </a:defRPr>
            </a:lvl1pPr>
            <a:lvl2pPr marL="572973" marR="0" indent="-233317" algn="l" defTabSz="914180" rtl="0" eaLnBrk="1" fontAlgn="auto" latinLnBrk="0" hangingPunct="1">
              <a:lnSpc>
                <a:spcPct val="90000"/>
              </a:lnSpc>
              <a:spcBef>
                <a:spcPct val="20000"/>
              </a:spcBef>
              <a:spcAft>
                <a:spcPts val="0"/>
              </a:spcAft>
              <a:buClrTx/>
              <a:buSzPct val="90000"/>
              <a:buFont typeface="Wingdings" pitchFamily="2" charset="2"/>
              <a:buChar char=""/>
              <a:tabLst/>
              <a:defRPr sz="2744" kern="1200" spc="0" baseline="0">
                <a:gradFill>
                  <a:gsLst>
                    <a:gs pos="1250">
                      <a:schemeClr val="tx1"/>
                    </a:gs>
                    <a:gs pos="100000">
                      <a:schemeClr val="tx1"/>
                    </a:gs>
                  </a:gsLst>
                  <a:lin ang="5400000" scaled="0"/>
                </a:gradFill>
                <a:latin typeface="+mn-lt"/>
                <a:ea typeface="+mn-ea"/>
                <a:cs typeface="+mn-cs"/>
              </a:defRPr>
            </a:lvl2pPr>
            <a:lvl3pPr marL="798353" marR="0" indent="-225380" algn="l" defTabSz="914180" rtl="0" eaLnBrk="1" fontAlgn="auto" latinLnBrk="0" hangingPunct="1">
              <a:lnSpc>
                <a:spcPct val="90000"/>
              </a:lnSpc>
              <a:spcBef>
                <a:spcPct val="20000"/>
              </a:spcBef>
              <a:spcAft>
                <a:spcPts val="0"/>
              </a:spcAft>
              <a:buClrTx/>
              <a:buSzPct val="90000"/>
              <a:buFont typeface="Wingdings" pitchFamily="2" charset="2"/>
              <a:buChar char=""/>
              <a:tabLst>
                <a:tab pos="798353" algn="l"/>
              </a:tabLst>
              <a:defRPr sz="2744" kern="1200" spc="0" baseline="0">
                <a:gradFill>
                  <a:gsLst>
                    <a:gs pos="1250">
                      <a:schemeClr val="tx1"/>
                    </a:gs>
                    <a:gs pos="100000">
                      <a:schemeClr val="tx1"/>
                    </a:gs>
                  </a:gsLst>
                  <a:lin ang="5400000" scaled="0"/>
                </a:gradFill>
                <a:latin typeface="+mn-lt"/>
                <a:ea typeface="+mn-ea"/>
                <a:cs typeface="+mn-cs"/>
              </a:defRPr>
            </a:lvl3pPr>
            <a:lvl4pPr marL="1030082" marR="0" indent="-231729" algn="l" defTabSz="914180" rtl="0" eaLnBrk="1" fontAlgn="auto" latinLnBrk="0" hangingPunct="1">
              <a:lnSpc>
                <a:spcPct val="90000"/>
              </a:lnSpc>
              <a:spcBef>
                <a:spcPct val="20000"/>
              </a:spcBef>
              <a:spcAft>
                <a:spcPts val="0"/>
              </a:spcAft>
              <a:buClrTx/>
              <a:buSzPct val="90000"/>
              <a:buFont typeface="Wingdings" pitchFamily="2" charset="2"/>
              <a:buChar char=""/>
              <a:tabLst/>
              <a:defRPr sz="2352" kern="1200" spc="0" baseline="0">
                <a:gradFill>
                  <a:gsLst>
                    <a:gs pos="1250">
                      <a:schemeClr val="tx1"/>
                    </a:gs>
                    <a:gs pos="100000">
                      <a:schemeClr val="tx1"/>
                    </a:gs>
                  </a:gsLst>
                  <a:lin ang="5400000" scaled="0"/>
                </a:gradFill>
                <a:latin typeface="+mn-lt"/>
                <a:ea typeface="+mn-ea"/>
                <a:cs typeface="+mn-cs"/>
              </a:defRPr>
            </a:lvl4pPr>
            <a:lvl5pPr marL="1255462" marR="0" indent="-225380" algn="l" defTabSz="914180" rtl="0" eaLnBrk="1" fontAlgn="auto" latinLnBrk="0" hangingPunct="1">
              <a:lnSpc>
                <a:spcPct val="90000"/>
              </a:lnSpc>
              <a:spcBef>
                <a:spcPct val="20000"/>
              </a:spcBef>
              <a:spcAft>
                <a:spcPts val="0"/>
              </a:spcAft>
              <a:buClrTx/>
              <a:buSzPct val="90000"/>
              <a:buFont typeface="Wingdings" pitchFamily="2" charset="2"/>
              <a:buChar char=""/>
              <a:tabLst>
                <a:tab pos="1255462" algn="l"/>
              </a:tabLst>
              <a:defRPr sz="2352" kern="1200" spc="0" baseline="0">
                <a:gradFill>
                  <a:gsLst>
                    <a:gs pos="1250">
                      <a:schemeClr val="tx1"/>
                    </a:gs>
                    <a:gs pos="100000">
                      <a:schemeClr val="tx1"/>
                    </a:gs>
                  </a:gsLst>
                  <a:lin ang="5400000" scaled="0"/>
                </a:gradFill>
                <a:latin typeface="+mn-lt"/>
                <a:ea typeface="+mn-ea"/>
                <a:cs typeface="+mn-cs"/>
              </a:defRPr>
            </a:lvl5pPr>
            <a:lvl6pPr marL="2513996"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108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817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5268"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9pPr>
          </a:lstStyle>
          <a:p>
            <a:pPr>
              <a:lnSpc>
                <a:spcPct val="120000"/>
              </a:lnSpc>
            </a:pPr>
            <a:r>
              <a:rPr lang="en-US" sz="1350" dirty="0">
                <a:latin typeface="+mn-lt"/>
              </a:rPr>
              <a:t>Each Service Bus has three key processes: the </a:t>
            </a:r>
            <a:r>
              <a:rPr lang="en-US" sz="1350" b="1" dirty="0">
                <a:latin typeface="+mn-lt"/>
              </a:rPr>
              <a:t>Service Bus Gateway, Service Bus Message Broker </a:t>
            </a:r>
            <a:r>
              <a:rPr lang="en-US" sz="1350" dirty="0">
                <a:latin typeface="+mn-lt"/>
              </a:rPr>
              <a:t>and </a:t>
            </a:r>
            <a:r>
              <a:rPr lang="en-US" sz="1350" b="1" dirty="0">
                <a:latin typeface="+mn-lt"/>
              </a:rPr>
              <a:t>Windows Fabric</a:t>
            </a:r>
          </a:p>
          <a:p>
            <a:pPr>
              <a:lnSpc>
                <a:spcPct val="120000"/>
              </a:lnSpc>
            </a:pPr>
            <a:endParaRPr lang="en-US" sz="1350" dirty="0">
              <a:latin typeface="+mn-lt"/>
            </a:endParaRPr>
          </a:p>
          <a:p>
            <a:pPr>
              <a:lnSpc>
                <a:spcPct val="120000"/>
              </a:lnSpc>
            </a:pPr>
            <a:r>
              <a:rPr lang="en-US" sz="1350" dirty="0">
                <a:latin typeface="+mn-lt"/>
              </a:rPr>
              <a:t>Service Bus server farm is “highly available”, via inter-process communication that spans local and remote computers.</a:t>
            </a:r>
          </a:p>
          <a:p>
            <a:pPr lvl="1">
              <a:lnSpc>
                <a:spcPct val="120000"/>
              </a:lnSpc>
              <a:buFont typeface="Arial" panose="020B0604020202020204" pitchFamily="34" charset="0"/>
              <a:buChar char="•"/>
            </a:pPr>
            <a:r>
              <a:rPr lang="en-US" sz="1050" dirty="0"/>
              <a:t>The Service Bus gateway process is a stateless service and can communicate with the message broker on local or remote machines within the farm.</a:t>
            </a:r>
          </a:p>
          <a:p>
            <a:pPr lvl="1">
              <a:lnSpc>
                <a:spcPct val="120000"/>
              </a:lnSpc>
              <a:buFont typeface="Arial" panose="020B0604020202020204" pitchFamily="34" charset="0"/>
              <a:buChar char="•"/>
            </a:pPr>
            <a:r>
              <a:rPr lang="en-US" sz="1050" dirty="0"/>
              <a:t>The Service Bus message broker process on every machine registers with the Windows Fabric service (on the same machine). This registration indicates availability to host Windows Fabric services.</a:t>
            </a:r>
          </a:p>
          <a:p>
            <a:pPr lvl="1">
              <a:lnSpc>
                <a:spcPct val="120000"/>
              </a:lnSpc>
              <a:buFont typeface="Arial" panose="020B0604020202020204" pitchFamily="34" charset="0"/>
              <a:buChar char="•"/>
            </a:pPr>
            <a:r>
              <a:rPr lang="en-US" sz="1050" dirty="0"/>
              <a:t>The Windows Fabric services on every machine communicate with each other to establish a “Highly Available Ring.”</a:t>
            </a:r>
          </a:p>
          <a:p>
            <a:endParaRPr lang="en-US" sz="1350" dirty="0">
              <a:latin typeface="+mn-lt"/>
            </a:endParaRPr>
          </a:p>
        </p:txBody>
      </p:sp>
    </p:spTree>
    <p:extLst>
      <p:ext uri="{BB962C8B-B14F-4D97-AF65-F5344CB8AC3E}">
        <p14:creationId xmlns:p14="http://schemas.microsoft.com/office/powerpoint/2010/main" val="424404289"/>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1028076"/>
            <a:ext cx="8363938" cy="734625"/>
          </a:xfrm>
        </p:spPr>
        <p:txBody>
          <a:bodyPr/>
          <a:lstStyle/>
          <a:p>
            <a:r>
              <a:rPr lang="en-US" b="1" dirty="0"/>
              <a:t>Service Bus Gateway</a:t>
            </a:r>
            <a:endParaRPr lang="en-US" dirty="0"/>
          </a:p>
        </p:txBody>
      </p:sp>
      <p:sp>
        <p:nvSpPr>
          <p:cNvPr id="4" name="Text Placeholder 1"/>
          <p:cNvSpPr txBox="1">
            <a:spLocks/>
          </p:cNvSpPr>
          <p:nvPr/>
        </p:nvSpPr>
        <p:spPr>
          <a:xfrm>
            <a:off x="4743292" y="2157169"/>
            <a:ext cx="3856168" cy="3934409"/>
          </a:xfrm>
          <a:prstGeom prst="rect">
            <a:avLst/>
          </a:prstGeom>
        </p:spPr>
        <p:txBody>
          <a:bodyPr lIns="68598">
            <a:norm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00" dirty="0"/>
              <a:t>All incoming requests from clients are first received and processed by the Service Bus Gateway</a:t>
            </a:r>
          </a:p>
          <a:p>
            <a:r>
              <a:rPr lang="en-US" sz="1500" dirty="0"/>
              <a:t>Protocol Heads process the requests and perform the necessary authentication, authorization, and address resolution</a:t>
            </a:r>
          </a:p>
          <a:p>
            <a:r>
              <a:rPr lang="en-US" sz="1500" dirty="0"/>
              <a:t>Request is then forwarded to the appropriate message broker</a:t>
            </a:r>
          </a:p>
          <a:p>
            <a:r>
              <a:rPr lang="en-US" sz="1500" dirty="0"/>
              <a:t>Clients can use </a:t>
            </a:r>
            <a:r>
              <a:rPr lang="en-US" sz="1500" dirty="0" err="1"/>
              <a:t>Net.TCP</a:t>
            </a:r>
            <a:r>
              <a:rPr lang="en-US" sz="1500" dirty="0"/>
              <a:t> or REST over HTTP </a:t>
            </a:r>
            <a:endParaRPr lang="en-US" sz="1500" dirty="0">
              <a:cs typeface="Segoe UI" panose="020B0502040204020203"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469" y="2220173"/>
            <a:ext cx="4044768" cy="2502445"/>
          </a:xfrm>
          <a:prstGeom prst="rect">
            <a:avLst/>
          </a:prstGeom>
        </p:spPr>
      </p:pic>
    </p:spTree>
    <p:extLst>
      <p:ext uri="{BB962C8B-B14F-4D97-AF65-F5344CB8AC3E}">
        <p14:creationId xmlns:p14="http://schemas.microsoft.com/office/powerpoint/2010/main" val="3587189863"/>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1028076"/>
            <a:ext cx="8363938" cy="734625"/>
          </a:xfrm>
        </p:spPr>
        <p:txBody>
          <a:bodyPr/>
          <a:lstStyle/>
          <a:p>
            <a:r>
              <a:rPr lang="en-US" b="1" dirty="0"/>
              <a:t>Service Bus Message Broker</a:t>
            </a:r>
            <a:endParaRPr lang="en-US" dirty="0"/>
          </a:p>
        </p:txBody>
      </p:sp>
      <p:sp>
        <p:nvSpPr>
          <p:cNvPr id="4" name="Text Placeholder 1"/>
          <p:cNvSpPr txBox="1">
            <a:spLocks/>
          </p:cNvSpPr>
          <p:nvPr/>
        </p:nvSpPr>
        <p:spPr>
          <a:xfrm>
            <a:off x="4743292" y="2157169"/>
            <a:ext cx="3856168" cy="3934409"/>
          </a:xfrm>
          <a:prstGeom prst="rect">
            <a:avLst/>
          </a:prstGeom>
        </p:spPr>
        <p:txBody>
          <a:bodyPr lIns="68598">
            <a:norm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500" dirty="0"/>
              <a:t>The message broker is a service that hosts the protocol head and one or more message containers</a:t>
            </a:r>
          </a:p>
          <a:p>
            <a:pPr lvl="1"/>
            <a:r>
              <a:rPr lang="en-US" sz="1200" dirty="0"/>
              <a:t>Logical collection of runtime (compute) logic that is backed by a persistent store (SQL Database). </a:t>
            </a:r>
          </a:p>
          <a:p>
            <a:pPr lvl="1"/>
            <a:endParaRPr lang="en-US" sz="1200" dirty="0"/>
          </a:p>
          <a:p>
            <a:r>
              <a:rPr lang="en-US" sz="1500" dirty="0">
                <a:cs typeface="Segoe UI" panose="020B0502040204020203" pitchFamily="34" charset="0"/>
              </a:rPr>
              <a:t>Registers with WF and acts as a host for the message container service</a:t>
            </a:r>
          </a:p>
          <a:p>
            <a:pPr lvl="1"/>
            <a:r>
              <a:rPr lang="en-US" sz="1200" dirty="0"/>
              <a:t>WF determines the number of registered instances and places them on the various machines in the farm based on a simple load balancing algorithm</a:t>
            </a:r>
            <a:endParaRPr lang="en-US" sz="1200" dirty="0">
              <a:cs typeface="Segoe UI" panose="020B0502040204020203"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824" y="2316116"/>
            <a:ext cx="3784995" cy="2286411"/>
          </a:xfrm>
          <a:prstGeom prst="rect">
            <a:avLst/>
          </a:prstGeom>
        </p:spPr>
      </p:pic>
    </p:spTree>
    <p:extLst>
      <p:ext uri="{BB962C8B-B14F-4D97-AF65-F5344CB8AC3E}">
        <p14:creationId xmlns:p14="http://schemas.microsoft.com/office/powerpoint/2010/main" val="3458922693"/>
      </p:ext>
    </p:extLst>
  </p:cSld>
  <p:clrMapOvr>
    <a:masterClrMapping/>
  </p:clrMapOvr>
  <p:transition>
    <p:fade/>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9437" y="1028075"/>
            <a:ext cx="8363938" cy="683392"/>
          </a:xfrm>
        </p:spPr>
        <p:txBody>
          <a:bodyPr/>
          <a:lstStyle/>
          <a:p>
            <a:r>
              <a:rPr lang="en-US" sz="3601" b="1" dirty="0"/>
              <a:t>Service Bus Platform Stack &amp; Deployment</a:t>
            </a:r>
            <a:endParaRPr lang="en-US" sz="3601"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2678" y="1952473"/>
            <a:ext cx="2613854" cy="1731678"/>
          </a:xfrm>
          <a:prstGeom prst="rect">
            <a:avLst/>
          </a:prstGeom>
        </p:spPr>
      </p:pic>
      <p:sp>
        <p:nvSpPr>
          <p:cNvPr id="4" name="Text Placeholder 1"/>
          <p:cNvSpPr txBox="1">
            <a:spLocks/>
          </p:cNvSpPr>
          <p:nvPr/>
        </p:nvSpPr>
        <p:spPr>
          <a:xfrm>
            <a:off x="481459" y="4218259"/>
            <a:ext cx="3274694" cy="3934409"/>
          </a:xfrm>
          <a:prstGeom prst="rect">
            <a:avLst/>
          </a:prstGeom>
        </p:spPr>
        <p:txBody>
          <a:bodyPr lIns="68598">
            <a:normAutofit/>
          </a:bodyPr>
          <a:lstStyle>
            <a:lvl1pPr marL="460303" indent="-460303" algn="l" defTabSz="914221"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530" indent="-395227" algn="l" defTabSz="914221"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693" indent="-403163" algn="l" defTabSz="914221"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714" indent="-346022"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212" indent="-336498" algn="l" defTabSz="914221"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109"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220"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331"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443" indent="-228556" algn="l" defTabSz="914221"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1350" dirty="0"/>
              <a:t>Built on .NET 4.0 PU3 or later</a:t>
            </a:r>
          </a:p>
          <a:p>
            <a:pPr marL="0" indent="0">
              <a:buNone/>
            </a:pPr>
            <a:r>
              <a:rPr lang="en-US" sz="1350" dirty="0">
                <a:cs typeface="Segoe UI" panose="020B0502040204020203" pitchFamily="34" charset="0"/>
              </a:rPr>
              <a:t>Can use Windows Server 2008 R2 or Windows Server 2012</a:t>
            </a:r>
          </a:p>
          <a:p>
            <a:pPr marL="0" indent="0">
              <a:buNone/>
            </a:pPr>
            <a:r>
              <a:rPr lang="en-US" sz="1350" dirty="0">
                <a:cs typeface="Segoe UI" panose="020B0502040204020203" pitchFamily="34" charset="0"/>
              </a:rPr>
              <a:t>Support for SQL Server 2008 R2 or later, or SQL Azure</a:t>
            </a:r>
          </a:p>
          <a:p>
            <a:pPr marL="0" indent="0">
              <a:buNone/>
            </a:pPr>
            <a:r>
              <a:rPr lang="en-US" sz="1350" dirty="0">
                <a:cs typeface="Segoe UI" panose="020B0502040204020203" pitchFamily="34" charset="0"/>
              </a:rPr>
              <a:t>Can be deployed on-premises or via Windows Azure IAAS (or Service Provider equivalent)</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79076" y="1837509"/>
            <a:ext cx="2459411" cy="1961603"/>
          </a:xfrm>
          <a:prstGeom prst="rect">
            <a:avLst/>
          </a:prstGeom>
        </p:spPr>
      </p:pic>
      <p:sp>
        <p:nvSpPr>
          <p:cNvPr id="6" name="Text Placeholder 1"/>
          <p:cNvSpPr txBox="1">
            <a:spLocks/>
          </p:cNvSpPr>
          <p:nvPr/>
        </p:nvSpPr>
        <p:spPr>
          <a:xfrm>
            <a:off x="5088462" y="4109506"/>
            <a:ext cx="3505966" cy="2231965"/>
          </a:xfrm>
          <a:prstGeom prst="rect">
            <a:avLst/>
          </a:prstGeom>
        </p:spPr>
        <p:txBody>
          <a:bodyPr/>
          <a:lstStyle>
            <a:lvl1pPr marL="339657" marR="0" indent="-339657" algn="l" defTabSz="914180" rtl="0" eaLnBrk="1" fontAlgn="auto" latinLnBrk="0" hangingPunct="1">
              <a:lnSpc>
                <a:spcPct val="90000"/>
              </a:lnSpc>
              <a:spcBef>
                <a:spcPct val="20000"/>
              </a:spcBef>
              <a:spcAft>
                <a:spcPts val="0"/>
              </a:spcAft>
              <a:buClrTx/>
              <a:buSzPct val="90000"/>
              <a:buFont typeface="Arial" pitchFamily="34" charset="0"/>
              <a:buChar char="•"/>
              <a:tabLst/>
              <a:defRPr sz="3920" kern="1200" spc="-70" baseline="0">
                <a:gradFill>
                  <a:gsLst>
                    <a:gs pos="1250">
                      <a:schemeClr val="tx1"/>
                    </a:gs>
                    <a:gs pos="100000">
                      <a:schemeClr val="tx1"/>
                    </a:gs>
                  </a:gsLst>
                  <a:lin ang="5400000" scaled="0"/>
                </a:gradFill>
                <a:latin typeface="+mj-lt"/>
                <a:ea typeface="+mn-ea"/>
                <a:cs typeface="+mn-cs"/>
              </a:defRPr>
            </a:lvl1pPr>
            <a:lvl2pPr marL="572973" marR="0" indent="-233317" algn="l" defTabSz="914180" rtl="0" eaLnBrk="1" fontAlgn="auto" latinLnBrk="0" hangingPunct="1">
              <a:lnSpc>
                <a:spcPct val="90000"/>
              </a:lnSpc>
              <a:spcBef>
                <a:spcPct val="20000"/>
              </a:spcBef>
              <a:spcAft>
                <a:spcPts val="0"/>
              </a:spcAft>
              <a:buClrTx/>
              <a:buSzPct val="90000"/>
              <a:buFont typeface="Wingdings" pitchFamily="2" charset="2"/>
              <a:buChar char=""/>
              <a:tabLst/>
              <a:defRPr sz="2744" kern="1200" spc="0" baseline="0">
                <a:gradFill>
                  <a:gsLst>
                    <a:gs pos="1250">
                      <a:schemeClr val="tx1"/>
                    </a:gs>
                    <a:gs pos="100000">
                      <a:schemeClr val="tx1"/>
                    </a:gs>
                  </a:gsLst>
                  <a:lin ang="5400000" scaled="0"/>
                </a:gradFill>
                <a:latin typeface="+mn-lt"/>
                <a:ea typeface="+mn-ea"/>
                <a:cs typeface="+mn-cs"/>
              </a:defRPr>
            </a:lvl2pPr>
            <a:lvl3pPr marL="798353" marR="0" indent="-225380" algn="l" defTabSz="914180" rtl="0" eaLnBrk="1" fontAlgn="auto" latinLnBrk="0" hangingPunct="1">
              <a:lnSpc>
                <a:spcPct val="90000"/>
              </a:lnSpc>
              <a:spcBef>
                <a:spcPct val="20000"/>
              </a:spcBef>
              <a:spcAft>
                <a:spcPts val="0"/>
              </a:spcAft>
              <a:buClrTx/>
              <a:buSzPct val="90000"/>
              <a:buFont typeface="Wingdings" pitchFamily="2" charset="2"/>
              <a:buChar char=""/>
              <a:tabLst>
                <a:tab pos="798353" algn="l"/>
              </a:tabLst>
              <a:defRPr sz="2744" kern="1200" spc="0" baseline="0">
                <a:gradFill>
                  <a:gsLst>
                    <a:gs pos="1250">
                      <a:schemeClr val="tx1"/>
                    </a:gs>
                    <a:gs pos="100000">
                      <a:schemeClr val="tx1"/>
                    </a:gs>
                  </a:gsLst>
                  <a:lin ang="5400000" scaled="0"/>
                </a:gradFill>
                <a:latin typeface="+mn-lt"/>
                <a:ea typeface="+mn-ea"/>
                <a:cs typeface="+mn-cs"/>
              </a:defRPr>
            </a:lvl3pPr>
            <a:lvl4pPr marL="1030082" marR="0" indent="-231729" algn="l" defTabSz="914180" rtl="0" eaLnBrk="1" fontAlgn="auto" latinLnBrk="0" hangingPunct="1">
              <a:lnSpc>
                <a:spcPct val="90000"/>
              </a:lnSpc>
              <a:spcBef>
                <a:spcPct val="20000"/>
              </a:spcBef>
              <a:spcAft>
                <a:spcPts val="0"/>
              </a:spcAft>
              <a:buClrTx/>
              <a:buSzPct val="90000"/>
              <a:buFont typeface="Wingdings" pitchFamily="2" charset="2"/>
              <a:buChar char=""/>
              <a:tabLst/>
              <a:defRPr sz="2352" kern="1200" spc="0" baseline="0">
                <a:gradFill>
                  <a:gsLst>
                    <a:gs pos="1250">
                      <a:schemeClr val="tx1"/>
                    </a:gs>
                    <a:gs pos="100000">
                      <a:schemeClr val="tx1"/>
                    </a:gs>
                  </a:gsLst>
                  <a:lin ang="5400000" scaled="0"/>
                </a:gradFill>
                <a:latin typeface="+mn-lt"/>
                <a:ea typeface="+mn-ea"/>
                <a:cs typeface="+mn-cs"/>
              </a:defRPr>
            </a:lvl4pPr>
            <a:lvl5pPr marL="1255462" marR="0" indent="-225380" algn="l" defTabSz="914180" rtl="0" eaLnBrk="1" fontAlgn="auto" latinLnBrk="0" hangingPunct="1">
              <a:lnSpc>
                <a:spcPct val="90000"/>
              </a:lnSpc>
              <a:spcBef>
                <a:spcPct val="20000"/>
              </a:spcBef>
              <a:spcAft>
                <a:spcPts val="0"/>
              </a:spcAft>
              <a:buClrTx/>
              <a:buSzPct val="90000"/>
              <a:buFont typeface="Wingdings" pitchFamily="2" charset="2"/>
              <a:buChar char=""/>
              <a:tabLst>
                <a:tab pos="1255462" algn="l"/>
              </a:tabLst>
              <a:defRPr sz="2352" kern="1200" spc="0" baseline="0">
                <a:gradFill>
                  <a:gsLst>
                    <a:gs pos="1250">
                      <a:schemeClr val="tx1"/>
                    </a:gs>
                    <a:gs pos="100000">
                      <a:schemeClr val="tx1"/>
                    </a:gs>
                  </a:gsLst>
                  <a:lin ang="5400000" scaled="0"/>
                </a:gradFill>
                <a:latin typeface="+mn-lt"/>
                <a:ea typeface="+mn-ea"/>
                <a:cs typeface="+mn-cs"/>
              </a:defRPr>
            </a:lvl5pPr>
            <a:lvl6pPr marL="2513996"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6pPr>
            <a:lvl7pPr marL="297108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7pPr>
            <a:lvl8pPr marL="3428177"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8pPr>
            <a:lvl9pPr marL="3885268" indent="-228546" algn="l" defTabSz="914180" rtl="0" eaLnBrk="1" latinLnBrk="0" hangingPunct="1">
              <a:spcBef>
                <a:spcPct val="20000"/>
              </a:spcBef>
              <a:buFont typeface="Arial" pitchFamily="34" charset="0"/>
              <a:buChar char="•"/>
              <a:defRPr sz="1960" kern="1200">
                <a:solidFill>
                  <a:schemeClr val="tx1"/>
                </a:solidFill>
                <a:latin typeface="+mn-lt"/>
                <a:ea typeface="+mn-ea"/>
                <a:cs typeface="+mn-cs"/>
              </a:defRPr>
            </a:lvl9pPr>
          </a:lstStyle>
          <a:p>
            <a:pPr marL="0" indent="0" defTabSz="685849">
              <a:buSzPct val="80000"/>
              <a:buNone/>
            </a:pPr>
            <a:r>
              <a:rPr lang="en-US" sz="1350" dirty="0">
                <a:gradFill>
                  <a:gsLst>
                    <a:gs pos="0">
                      <a:srgbClr val="595959"/>
                    </a:gs>
                    <a:gs pos="86000">
                      <a:srgbClr val="595959"/>
                    </a:gs>
                  </a:gsLst>
                  <a:lin ang="5400000" scaled="0"/>
                </a:gradFill>
                <a:latin typeface="+mn-lt"/>
                <a:cs typeface="Segoe UI" panose="020B0502040204020203" pitchFamily="34" charset="0"/>
              </a:rPr>
              <a:t>The Service Bus 1.0 only supports a farm with 1 computer or a farm with 3 computers.</a:t>
            </a:r>
          </a:p>
          <a:p>
            <a:pPr marL="0" indent="0" defTabSz="685849">
              <a:buSzPct val="80000"/>
              <a:buNone/>
            </a:pPr>
            <a:endParaRPr lang="en-US" sz="1350" dirty="0">
              <a:gradFill>
                <a:gsLst>
                  <a:gs pos="0">
                    <a:srgbClr val="595959"/>
                  </a:gs>
                  <a:gs pos="86000">
                    <a:srgbClr val="595959"/>
                  </a:gs>
                </a:gsLst>
                <a:lin ang="5400000" scaled="0"/>
              </a:gradFill>
              <a:latin typeface="+mn-lt"/>
              <a:cs typeface="Segoe UI" panose="020B0502040204020203" pitchFamily="34" charset="0"/>
            </a:endParaRPr>
          </a:p>
          <a:p>
            <a:pPr marL="0" indent="0" defTabSz="685849">
              <a:buSzPct val="80000"/>
              <a:buNone/>
            </a:pPr>
            <a:r>
              <a:rPr lang="en-US" sz="1350" dirty="0">
                <a:gradFill>
                  <a:gsLst>
                    <a:gs pos="0">
                      <a:srgbClr val="595959"/>
                    </a:gs>
                    <a:gs pos="86000">
                      <a:srgbClr val="595959"/>
                    </a:gs>
                  </a:gsLst>
                  <a:lin ang="5400000" scaled="0"/>
                </a:gradFill>
                <a:latin typeface="+mn-lt"/>
                <a:cs typeface="Segoe UI" panose="020B0502040204020203" pitchFamily="34" charset="0"/>
              </a:rPr>
              <a:t>SQL Server can be installed locally or remotely</a:t>
            </a:r>
          </a:p>
          <a:p>
            <a:pPr marL="0" indent="0" defTabSz="685849">
              <a:buSzPct val="80000"/>
              <a:buNone/>
            </a:pPr>
            <a:endParaRPr lang="en-US" sz="1350" dirty="0">
              <a:gradFill>
                <a:gsLst>
                  <a:gs pos="0">
                    <a:srgbClr val="595959"/>
                  </a:gs>
                  <a:gs pos="86000">
                    <a:srgbClr val="595959"/>
                  </a:gs>
                </a:gsLst>
                <a:lin ang="5400000" scaled="0"/>
              </a:gradFill>
              <a:latin typeface="+mn-lt"/>
              <a:cs typeface="Segoe UI" panose="020B0502040204020203" pitchFamily="34" charset="0"/>
            </a:endParaRPr>
          </a:p>
          <a:p>
            <a:pPr marL="0" indent="0" defTabSz="685849">
              <a:buSzPct val="80000"/>
              <a:buNone/>
            </a:pPr>
            <a:r>
              <a:rPr lang="en-US" sz="1350" dirty="0">
                <a:gradFill>
                  <a:gsLst>
                    <a:gs pos="0">
                      <a:srgbClr val="595959"/>
                    </a:gs>
                    <a:gs pos="86000">
                      <a:srgbClr val="595959"/>
                    </a:gs>
                  </a:gsLst>
                  <a:lin ang="5400000" scaled="0"/>
                </a:gradFill>
                <a:latin typeface="+mn-lt"/>
                <a:cs typeface="Segoe UI" panose="020B0502040204020203" pitchFamily="34" charset="0"/>
              </a:rPr>
              <a:t>Databases can reside on multiple machines as well. All of them need not be created on a single database server</a:t>
            </a:r>
            <a:r>
              <a:rPr lang="en-US" sz="1800" dirty="0">
                <a:latin typeface="+mn-lt"/>
                <a:cs typeface="Segoe UI" panose="020B0502040204020203" pitchFamily="34" charset="0"/>
              </a:rPr>
              <a:t>.</a:t>
            </a:r>
          </a:p>
          <a:p>
            <a:pPr marL="259625" indent="-257244"/>
            <a:endParaRPr lang="en-US" sz="1800" dirty="0">
              <a:latin typeface="+mn-lt"/>
              <a:cs typeface="Segoe UI" panose="020B0502040204020203" pitchFamily="34" charset="0"/>
            </a:endParaRPr>
          </a:p>
        </p:txBody>
      </p:sp>
    </p:spTree>
    <p:extLst>
      <p:ext uri="{BB962C8B-B14F-4D97-AF65-F5344CB8AC3E}">
        <p14:creationId xmlns:p14="http://schemas.microsoft.com/office/powerpoint/2010/main" val="3799261830"/>
      </p:ext>
    </p:extLst>
  </p:cSld>
  <p:clrMapOvr>
    <a:masterClrMapping/>
  </p:clrMapOvr>
  <p:transition>
    <p:fade/>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389437" y="1028075"/>
            <a:ext cx="8363938" cy="1099019"/>
          </a:xfrm>
        </p:spPr>
        <p:txBody>
          <a:bodyPr/>
          <a:lstStyle/>
          <a:p>
            <a:r>
              <a:rPr lang="en-US" sz="3301" b="1" dirty="0"/>
              <a:t>Comparing Service Bus 1.0 with Windows Azure Service Bus</a:t>
            </a:r>
            <a:endParaRPr lang="en-US" sz="3301" dirty="0"/>
          </a:p>
        </p:txBody>
      </p:sp>
      <p:sp>
        <p:nvSpPr>
          <p:cNvPr id="2" name="Text Placeholder 1"/>
          <p:cNvSpPr>
            <a:spLocks noGrp="1"/>
          </p:cNvSpPr>
          <p:nvPr>
            <p:ph type="body" sz="quarter" idx="10"/>
          </p:nvPr>
        </p:nvSpPr>
        <p:spPr>
          <a:xfrm>
            <a:off x="389436" y="2462393"/>
            <a:ext cx="8363938" cy="3617913"/>
          </a:xfrm>
        </p:spPr>
        <p:txBody>
          <a:bodyPr/>
          <a:lstStyle/>
          <a:p>
            <a:pPr marL="259625" indent="-257244">
              <a:buFont typeface="Arial" panose="020B0604020202020204" pitchFamily="34" charset="0"/>
              <a:buChar char="•"/>
            </a:pPr>
            <a:r>
              <a:rPr lang="en-US" sz="1800" dirty="0">
                <a:latin typeface="+mn-lt"/>
              </a:rPr>
              <a:t>Service Bus 1.0 requires on-premises installation and support</a:t>
            </a:r>
          </a:p>
          <a:p>
            <a:pPr marL="259625" indent="-257244">
              <a:buFont typeface="Arial" panose="020B0604020202020204" pitchFamily="34" charset="0"/>
              <a:buChar char="•"/>
            </a:pPr>
            <a:r>
              <a:rPr lang="en-US" sz="1800" dirty="0">
                <a:latin typeface="+mn-lt"/>
              </a:rPr>
              <a:t>As Windows Azure Access Control Service (ACS) is not available for Service Bus 1.0, it includes a simple Service Bus Security Token Service (SBSTS) integrated with the Windows security model</a:t>
            </a:r>
          </a:p>
          <a:p>
            <a:pPr marL="259625" lvl="1" indent="-257244">
              <a:spcAft>
                <a:spcPts val="675"/>
              </a:spcAft>
              <a:buFont typeface="Arial" pitchFamily="34" charset="0"/>
              <a:buChar char="•"/>
            </a:pPr>
            <a:r>
              <a:rPr lang="en-US" sz="1800" spc="-75" dirty="0"/>
              <a:t>The SBSTS can issue Simple Web Tokens (SWTs) based on Windows identities</a:t>
            </a:r>
          </a:p>
          <a:p>
            <a:pPr marL="259625" lvl="1" indent="-257244">
              <a:spcAft>
                <a:spcPts val="675"/>
              </a:spcAft>
              <a:buFont typeface="Arial" pitchFamily="34" charset="0"/>
              <a:buChar char="•"/>
            </a:pPr>
            <a:r>
              <a:rPr lang="en-US" sz="1800" spc="-75" dirty="0"/>
              <a:t>Quotas and other runtime settings are fixed in the Windows Azure Service Bus, with the Service Bus 1.0 an administrator can change those settings</a:t>
            </a:r>
          </a:p>
          <a:p>
            <a:pPr marL="259625" lvl="1" indent="-257244">
              <a:spcAft>
                <a:spcPts val="675"/>
              </a:spcAft>
              <a:buFont typeface="Arial" pitchFamily="34" charset="0"/>
              <a:buChar char="•"/>
            </a:pPr>
            <a:r>
              <a:rPr lang="en-US" sz="1800" spc="-75" dirty="0"/>
              <a:t>With the Service Bus 1.0, you can use the fully qualified domain name (FQDN) of the hosts, or a mapped DNS entry representing your service.</a:t>
            </a:r>
          </a:p>
          <a:p>
            <a:pPr marL="259625" lvl="1" indent="-257244">
              <a:buFont typeface="Arial" panose="020B0604020202020204" pitchFamily="34" charset="0"/>
              <a:buChar char="•"/>
            </a:pPr>
            <a:endParaRPr lang="en-US" spc="-75" dirty="0"/>
          </a:p>
          <a:p>
            <a:pPr marL="259625" indent="-257244">
              <a:buFont typeface="Arial" panose="020B0604020202020204" pitchFamily="34" charset="0"/>
              <a:buChar char="•"/>
            </a:pPr>
            <a:endParaRPr lang="en-US" sz="1800" dirty="0">
              <a:latin typeface="+mn-lt"/>
            </a:endParaRPr>
          </a:p>
          <a:p>
            <a:pPr marL="259625" lvl="1" indent="-257244">
              <a:buFont typeface="Arial" panose="020B0604020202020204" pitchFamily="34" charset="0"/>
              <a:buChar char="•"/>
            </a:pPr>
            <a:endParaRPr lang="en-US" sz="300" dirty="0"/>
          </a:p>
          <a:p>
            <a:pPr marL="259625" lvl="1" indent="-257244">
              <a:buFont typeface="Arial" panose="020B0604020202020204" pitchFamily="34" charset="0"/>
              <a:buChar char="•"/>
            </a:pPr>
            <a:r>
              <a:rPr lang="en-US" sz="300" dirty="0"/>
              <a:t>Fully</a:t>
            </a:r>
          </a:p>
        </p:txBody>
      </p:sp>
    </p:spTree>
    <p:extLst>
      <p:ext uri="{BB962C8B-B14F-4D97-AF65-F5344CB8AC3E}">
        <p14:creationId xmlns:p14="http://schemas.microsoft.com/office/powerpoint/2010/main" val="1314728397"/>
      </p:ext>
    </p:extLst>
  </p:cSld>
  <p:clrMapOvr>
    <a:masterClrMapping/>
  </p:clrMapOvr>
  <p:transition>
    <p:fade/>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506689" y="1363269"/>
            <a:ext cx="7262382" cy="4210442"/>
          </a:xfrm>
          <a:prstGeom prst="rect">
            <a:avLst/>
          </a:prstGeom>
          <a:noFill/>
        </p:spPr>
        <p:txBody>
          <a:bodyPr wrap="none" lIns="137196" tIns="109757" rIns="137196" bIns="109757" rtlCol="0">
            <a:spAutoFit/>
          </a:bodyPr>
          <a:lstStyle/>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Create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new</a:t>
            </a:r>
            <a:r>
              <a:rPr lang="lv-LV" sz="1800" spc="-38" dirty="0">
                <a:gradFill>
                  <a:gsLst>
                    <a:gs pos="2917">
                      <a:schemeClr val="tx1"/>
                    </a:gs>
                    <a:gs pos="30000">
                      <a:schemeClr val="tx1"/>
                    </a:gs>
                  </a:gsLst>
                  <a:lin ang="5400000" scaled="0"/>
                </a:gradFill>
              </a:rPr>
              <a:t> SB </a:t>
            </a:r>
            <a:r>
              <a:rPr lang="lv-LV" sz="1800" spc="-38" dirty="0" err="1">
                <a:gradFill>
                  <a:gsLst>
                    <a:gs pos="2917">
                      <a:schemeClr val="tx1"/>
                    </a:gs>
                    <a:gs pos="30000">
                      <a:schemeClr val="tx1"/>
                    </a:gs>
                  </a:gsLst>
                  <a:lin ang="5400000" scaled="0"/>
                </a:gradFill>
              </a:rPr>
              <a:t>namespace</a:t>
            </a:r>
            <a:endParaRPr lang="lv-LV" sz="1800" spc="-38" dirty="0">
              <a:gradFill>
                <a:gsLst>
                  <a:gs pos="2917">
                    <a:schemeClr val="tx1"/>
                  </a:gs>
                  <a:gs pos="30000">
                    <a:schemeClr val="tx1"/>
                  </a:gs>
                </a:gsLst>
                <a:lin ang="5400000" scaled="0"/>
              </a:gradFill>
            </a:endParaRPr>
          </a:p>
          <a:p>
            <a:pPr>
              <a:lnSpc>
                <a:spcPct val="90000"/>
              </a:lnSpc>
            </a:pPr>
            <a:r>
              <a:rPr lang="lv-LV" sz="1800" spc="-38" dirty="0" err="1">
                <a:gradFill>
                  <a:gsLst>
                    <a:gs pos="2917">
                      <a:schemeClr val="tx1"/>
                    </a:gs>
                    <a:gs pos="30000">
                      <a:schemeClr val="tx1"/>
                    </a:gs>
                  </a:gsLst>
                  <a:lin ang="5400000" scaled="0"/>
                </a:gradFill>
              </a:rPr>
              <a:t>Create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new</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Linux</a:t>
            </a:r>
            <a:r>
              <a:rPr lang="lv-LV" sz="1800" spc="-38" dirty="0">
                <a:gradFill>
                  <a:gsLst>
                    <a:gs pos="2917">
                      <a:schemeClr val="tx1"/>
                    </a:gs>
                    <a:gs pos="30000">
                      <a:schemeClr val="tx1"/>
                    </a:gs>
                  </a:gsLst>
                  <a:lin ang="5400000" scaled="0"/>
                </a:gradFill>
              </a:rPr>
              <a:t>/</a:t>
            </a:r>
            <a:r>
              <a:rPr lang="lv-LV" sz="1800" spc="-38" dirty="0" err="1">
                <a:gradFill>
                  <a:gsLst>
                    <a:gs pos="2917">
                      <a:schemeClr val="tx1"/>
                    </a:gs>
                    <a:gs pos="30000">
                      <a:schemeClr val="tx1"/>
                    </a:gs>
                  </a:gsLst>
                  <a:lin ang="5400000" scaled="0"/>
                </a:gradFill>
              </a:rPr>
              <a:t>Ubuntu</a:t>
            </a:r>
            <a:r>
              <a:rPr lang="lv-LV" sz="1800" spc="-38" dirty="0">
                <a:gradFill>
                  <a:gsLst>
                    <a:gs pos="2917">
                      <a:schemeClr val="tx1"/>
                    </a:gs>
                    <a:gs pos="30000">
                      <a:schemeClr val="tx1"/>
                    </a:gs>
                  </a:gsLst>
                  <a:lin ang="5400000" scaled="0"/>
                </a:gradFill>
              </a:rPr>
              <a:t> VM </a:t>
            </a:r>
            <a:r>
              <a:rPr lang="lv-LV" sz="1800" spc="-38" dirty="0" err="1">
                <a:gradFill>
                  <a:gsLst>
                    <a:gs pos="2917">
                      <a:schemeClr val="tx1"/>
                    </a:gs>
                    <a:gs pos="30000">
                      <a:schemeClr val="tx1"/>
                    </a:gs>
                  </a:gsLst>
                  <a:lin ang="5400000" scaled="0"/>
                </a:gradFill>
              </a:rPr>
              <a:t>from</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gallery</a:t>
            </a:r>
            <a:endParaRPr lang="lv-LV" sz="1800" spc="-38" dirty="0">
              <a:gradFill>
                <a:gsLst>
                  <a:gs pos="2917">
                    <a:schemeClr val="tx1"/>
                  </a:gs>
                  <a:gs pos="30000">
                    <a:schemeClr val="tx1"/>
                  </a:gs>
                </a:gsLst>
                <a:lin ang="5400000" scaled="0"/>
              </a:gradFill>
            </a:endParaRPr>
          </a:p>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Use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previusly</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prepeared</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images</a:t>
            </a:r>
            <a:r>
              <a:rPr lang="lv-LV" sz="1800" spc="-38" dirty="0">
                <a:gradFill>
                  <a:gsLst>
                    <a:gs pos="2917">
                      <a:schemeClr val="tx1"/>
                    </a:gs>
                    <a:gs pos="30000">
                      <a:schemeClr val="tx1"/>
                    </a:gs>
                  </a:gsLst>
                  <a:lin ang="5400000" scaled="0"/>
                </a:gradFill>
              </a:rPr>
              <a:t> to </a:t>
            </a:r>
            <a:r>
              <a:rPr lang="lv-LV" sz="1800" spc="-38" dirty="0" err="1">
                <a:gradFill>
                  <a:gsLst>
                    <a:gs pos="2917">
                      <a:schemeClr val="tx1"/>
                    </a:gs>
                    <a:gs pos="30000">
                      <a:schemeClr val="tx1"/>
                    </a:gs>
                  </a:gsLst>
                  <a:lin ang="5400000" scaled="0"/>
                </a:gradFill>
              </a:rPr>
              <a:t>show</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demo</a:t>
            </a:r>
            <a:endParaRPr lang="lv-LV" sz="1800" spc="-38" dirty="0">
              <a:gradFill>
                <a:gsLst>
                  <a:gs pos="2917">
                    <a:schemeClr val="tx1"/>
                  </a:gs>
                  <a:gs pos="30000">
                    <a:schemeClr val="tx1"/>
                  </a:gs>
                </a:gsLst>
                <a:lin ang="5400000" scaled="0"/>
              </a:gradFill>
            </a:endParaRPr>
          </a:p>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Show</a:t>
            </a:r>
            <a:r>
              <a:rPr lang="lv-LV" sz="1800" spc="-38" dirty="0">
                <a:gradFill>
                  <a:gsLst>
                    <a:gs pos="2917">
                      <a:schemeClr val="tx1"/>
                    </a:gs>
                    <a:gs pos="30000">
                      <a:schemeClr val="tx1"/>
                    </a:gs>
                  </a:gsLst>
                  <a:lin ang="5400000" scaled="0"/>
                </a:gradFill>
              </a:rPr>
              <a:t> Java </a:t>
            </a:r>
            <a:r>
              <a:rPr lang="lv-LV" sz="1800" spc="-38" dirty="0" err="1">
                <a:gradFill>
                  <a:gsLst>
                    <a:gs pos="2917">
                      <a:schemeClr val="tx1"/>
                    </a:gs>
                    <a:gs pos="30000">
                      <a:schemeClr val="tx1"/>
                    </a:gs>
                  </a:gsLst>
                  <a:lin ang="5400000" scaled="0"/>
                </a:gradFill>
              </a:rPr>
              <a:t>Web</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that</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listens</a:t>
            </a:r>
            <a:r>
              <a:rPr lang="lv-LV" sz="1800" spc="-38" dirty="0">
                <a:gradFill>
                  <a:gsLst>
                    <a:gs pos="2917">
                      <a:schemeClr val="tx1"/>
                    </a:gs>
                    <a:gs pos="30000">
                      <a:schemeClr val="tx1"/>
                    </a:gs>
                  </a:gsLst>
                  <a:lin ang="5400000" scaled="0"/>
                </a:gradFill>
              </a:rPr>
              <a:t> to </a:t>
            </a:r>
            <a:r>
              <a:rPr lang="lv-LV" sz="1800" spc="-38" dirty="0" err="1">
                <a:gradFill>
                  <a:gsLst>
                    <a:gs pos="2917">
                      <a:schemeClr val="tx1"/>
                    </a:gs>
                    <a:gs pos="30000">
                      <a:schemeClr val="tx1"/>
                    </a:gs>
                  </a:gsLst>
                  <a:lin ang="5400000" scaled="0"/>
                </a:gradFill>
              </a:rPr>
              <a:t>messages</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Eclipse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code</a:t>
            </a: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Say</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that</a:t>
            </a:r>
            <a:r>
              <a:rPr lang="lv-LV" sz="1800" spc="-38" dirty="0">
                <a:gradFill>
                  <a:gsLst>
                    <a:gs pos="2917">
                      <a:schemeClr val="tx1"/>
                    </a:gs>
                    <a:gs pos="30000">
                      <a:schemeClr val="tx1"/>
                    </a:gs>
                  </a:gsLst>
                  <a:lin ang="5400000" scaled="0"/>
                </a:gradFill>
              </a:rPr>
              <a:t> it </a:t>
            </a:r>
            <a:r>
              <a:rPr lang="lv-LV" sz="1800" spc="-38" dirty="0" err="1">
                <a:gradFill>
                  <a:gsLst>
                    <a:gs pos="2917">
                      <a:schemeClr val="tx1"/>
                    </a:gs>
                    <a:gs pos="30000">
                      <a:schemeClr val="tx1"/>
                    </a:gs>
                  </a:gsLst>
                  <a:lin ang="5400000" scaled="0"/>
                </a:gradFill>
              </a:rPr>
              <a:t>is</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deployed</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on</a:t>
            </a:r>
            <a:r>
              <a:rPr lang="lv-LV" sz="1800" spc="-38" dirty="0">
                <a:gradFill>
                  <a:gsLst>
                    <a:gs pos="2917">
                      <a:schemeClr val="tx1"/>
                    </a:gs>
                    <a:gs pos="30000">
                      <a:schemeClr val="tx1"/>
                    </a:gs>
                  </a:gsLst>
                  <a:lin ang="5400000" scaled="0"/>
                </a:gradFill>
              </a:rPr>
              <a:t> VM.</a:t>
            </a:r>
          </a:p>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Run</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Modern</a:t>
            </a:r>
            <a:r>
              <a:rPr lang="lv-LV" sz="1800" spc="-38" dirty="0">
                <a:gradFill>
                  <a:gsLst>
                    <a:gs pos="2917">
                      <a:schemeClr val="tx1"/>
                    </a:gs>
                    <a:gs pos="30000">
                      <a:schemeClr val="tx1"/>
                    </a:gs>
                  </a:gsLst>
                  <a:lin ang="5400000" scaled="0"/>
                </a:gradFill>
              </a:rPr>
              <a:t>-UI </a:t>
            </a:r>
            <a:r>
              <a:rPr lang="lv-LV" sz="1800" spc="-38" dirty="0" err="1">
                <a:gradFill>
                  <a:gsLst>
                    <a:gs pos="2917">
                      <a:schemeClr val="tx1"/>
                    </a:gs>
                    <a:gs pos="30000">
                      <a:schemeClr val="tx1"/>
                    </a:gs>
                  </a:gsLst>
                  <a:lin ang="5400000" scaled="0"/>
                </a:gradFill>
              </a:rPr>
              <a:t>app</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on</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tablet</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that</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sends</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purchase</a:t>
            </a:r>
            <a:r>
              <a:rPr lang="lv-LV" sz="1800" spc="-38" dirty="0">
                <a:gradFill>
                  <a:gsLst>
                    <a:gs pos="2917">
                      <a:schemeClr val="tx1"/>
                    </a:gs>
                    <a:gs pos="30000">
                      <a:schemeClr val="tx1"/>
                    </a:gs>
                  </a:gsLst>
                  <a:lin ang="5400000" scaled="0"/>
                </a:gradFill>
              </a:rPr>
              <a:t>» to SB</a:t>
            </a:r>
          </a:p>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Show</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public</a:t>
            </a:r>
            <a:r>
              <a:rPr lang="lv-LV" sz="1800" spc="-38" dirty="0">
                <a:gradFill>
                  <a:gsLst>
                    <a:gs pos="2917">
                      <a:schemeClr val="tx1"/>
                    </a:gs>
                    <a:gs pos="30000">
                      <a:schemeClr val="tx1"/>
                    </a:gs>
                  </a:gsLst>
                  <a:lin ang="5400000" scaled="0"/>
                </a:gradFill>
              </a:rPr>
              <a:t> java </a:t>
            </a:r>
            <a:r>
              <a:rPr lang="lv-LV" sz="1800" spc="-38" dirty="0" err="1">
                <a:gradFill>
                  <a:gsLst>
                    <a:gs pos="2917">
                      <a:schemeClr val="tx1"/>
                    </a:gs>
                    <a:gs pos="30000">
                      <a:schemeClr val="tx1"/>
                    </a:gs>
                  </a:gsLst>
                  <a:lin ang="5400000" scaled="0"/>
                </a:gradFill>
              </a:rPr>
              <a:t>application</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url</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where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message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should</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appear</a:t>
            </a:r>
            <a:r>
              <a:rPr lang="lv-LV" sz="1800" spc="-38" dirty="0">
                <a:gradFill>
                  <a:gsLst>
                    <a:gs pos="2917">
                      <a:schemeClr val="tx1"/>
                    </a:gs>
                    <a:gs pos="30000">
                      <a:schemeClr val="tx1"/>
                    </a:gs>
                  </a:gsLst>
                  <a:lin ang="5400000" scaled="0"/>
                </a:gradFill>
              </a:rPr>
              <a:t>.</a:t>
            </a:r>
          </a:p>
          <a:p>
            <a:pPr>
              <a:lnSpc>
                <a:spcPct val="90000"/>
              </a:lnSpc>
            </a:pPr>
            <a:r>
              <a:rPr lang="lv-LV" sz="1800" spc="-38" dirty="0">
                <a:gradFill>
                  <a:gsLst>
                    <a:gs pos="2917">
                      <a:schemeClr val="tx1"/>
                    </a:gs>
                    <a:gs pos="30000">
                      <a:schemeClr val="tx1"/>
                    </a:gs>
                  </a:gsLst>
                  <a:lin ang="5400000" scaled="0"/>
                </a:gradFill>
              </a:rPr>
              <a:t>--</a:t>
            </a:r>
          </a:p>
          <a:p>
            <a:pPr>
              <a:lnSpc>
                <a:spcPct val="90000"/>
              </a:lnSpc>
            </a:pPr>
            <a:r>
              <a:rPr lang="lv-LV" sz="1800" spc="-38" dirty="0" err="1">
                <a:gradFill>
                  <a:gsLst>
                    <a:gs pos="2917">
                      <a:schemeClr val="tx1"/>
                    </a:gs>
                    <a:gs pos="30000">
                      <a:schemeClr val="tx1"/>
                    </a:gs>
                  </a:gsLst>
                  <a:lin ang="5400000" scaled="0"/>
                </a:gradFill>
              </a:rPr>
              <a:t>Show</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another</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url</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where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messages</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could</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be</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pushed</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from</a:t>
            </a:r>
            <a:r>
              <a:rPr lang="lv-LV" sz="1800" spc="-38" dirty="0">
                <a:gradFill>
                  <a:gsLst>
                    <a:gs pos="2917">
                      <a:schemeClr val="tx1"/>
                    </a:gs>
                    <a:gs pos="30000">
                      <a:schemeClr val="tx1"/>
                    </a:gs>
                  </a:gsLst>
                  <a:lin ang="5400000" scaled="0"/>
                </a:gradFill>
              </a:rPr>
              <a:t> REST </a:t>
            </a:r>
            <a:r>
              <a:rPr lang="lv-LV" sz="1800" spc="-38" dirty="0" err="1">
                <a:gradFill>
                  <a:gsLst>
                    <a:gs pos="2917">
                      <a:schemeClr val="tx1"/>
                    </a:gs>
                    <a:gs pos="30000">
                      <a:schemeClr val="tx1"/>
                    </a:gs>
                  </a:gsLst>
                  <a:lin ang="5400000" scaled="0"/>
                </a:gradFill>
              </a:rPr>
              <a:t>intreface</a:t>
            </a:r>
            <a:r>
              <a:rPr lang="lv-LV" sz="1800" spc="-38" dirty="0">
                <a:gradFill>
                  <a:gsLst>
                    <a:gs pos="2917">
                      <a:schemeClr val="tx1"/>
                    </a:gs>
                    <a:gs pos="30000">
                      <a:schemeClr val="tx1"/>
                    </a:gs>
                  </a:gsLst>
                  <a:lin ang="5400000" scaled="0"/>
                </a:gradFill>
              </a:rPr>
              <a:t>.</a:t>
            </a:r>
            <a:br>
              <a:rPr lang="lv-LV" sz="1800" spc="-38" dirty="0">
                <a:gradFill>
                  <a:gsLst>
                    <a:gs pos="2917">
                      <a:schemeClr val="tx1"/>
                    </a:gs>
                    <a:gs pos="30000">
                      <a:schemeClr val="tx1"/>
                    </a:gs>
                  </a:gsLst>
                  <a:lin ang="5400000" scaled="0"/>
                </a:gradFill>
              </a:rPr>
            </a:br>
            <a:r>
              <a:rPr lang="lv-LV" sz="1800" spc="-38" dirty="0">
                <a:gradFill>
                  <a:gsLst>
                    <a:gs pos="2917">
                      <a:schemeClr val="tx1"/>
                    </a:gs>
                    <a:gs pos="30000">
                      <a:schemeClr val="tx1"/>
                    </a:gs>
                  </a:gsLst>
                  <a:lin ang="5400000" scaled="0"/>
                </a:gradFill>
              </a:rPr>
              <a:t>-</a:t>
            </a:r>
            <a:br>
              <a:rPr lang="lv-LV" sz="1800" spc="-38" dirty="0">
                <a:gradFill>
                  <a:gsLst>
                    <a:gs pos="2917">
                      <a:schemeClr val="tx1"/>
                    </a:gs>
                    <a:gs pos="30000">
                      <a:schemeClr val="tx1"/>
                    </a:gs>
                  </a:gsLst>
                  <a:lin ang="5400000" scaled="0"/>
                </a:gradFill>
              </a:rPr>
            </a:br>
            <a:r>
              <a:rPr lang="lv-LV" sz="1800" spc="-38" dirty="0" err="1">
                <a:gradFill>
                  <a:gsLst>
                    <a:gs pos="2917">
                      <a:schemeClr val="tx1"/>
                    </a:gs>
                    <a:gs pos="30000">
                      <a:schemeClr val="tx1"/>
                    </a:gs>
                  </a:gsLst>
                  <a:lin ang="5400000" scaled="0"/>
                </a:gradFill>
              </a:rPr>
              <a:t>Offer</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guys</a:t>
            </a:r>
            <a:r>
              <a:rPr lang="lv-LV" sz="1800" spc="-38" dirty="0">
                <a:gradFill>
                  <a:gsLst>
                    <a:gs pos="2917">
                      <a:schemeClr val="tx1"/>
                    </a:gs>
                    <a:gs pos="30000">
                      <a:schemeClr val="tx1"/>
                    </a:gs>
                  </a:gsLst>
                  <a:lin ang="5400000" scaled="0"/>
                </a:gradFill>
              </a:rPr>
              <a:t> to </a:t>
            </a:r>
            <a:r>
              <a:rPr lang="lv-LV" sz="1800" spc="-38" dirty="0" err="1">
                <a:gradFill>
                  <a:gsLst>
                    <a:gs pos="2917">
                      <a:schemeClr val="tx1"/>
                    </a:gs>
                    <a:gs pos="30000">
                      <a:schemeClr val="tx1"/>
                    </a:gs>
                  </a:gsLst>
                  <a:lin ang="5400000" scaled="0"/>
                </a:gradFill>
              </a:rPr>
              <a:t>ask</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questions</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using</a:t>
            </a:r>
            <a:r>
              <a:rPr lang="lv-LV" sz="1800" spc="-38" dirty="0">
                <a:gradFill>
                  <a:gsLst>
                    <a:gs pos="2917">
                      <a:schemeClr val="tx1"/>
                    </a:gs>
                    <a:gs pos="30000">
                      <a:schemeClr val="tx1"/>
                    </a:gs>
                  </a:gsLst>
                  <a:lin ang="5400000" scaled="0"/>
                </a:gradFill>
              </a:rPr>
              <a:t> </a:t>
            </a:r>
            <a:r>
              <a:rPr lang="lv-LV" sz="1800" spc="-38" dirty="0" err="1">
                <a:gradFill>
                  <a:gsLst>
                    <a:gs pos="2917">
                      <a:schemeClr val="tx1"/>
                    </a:gs>
                    <a:gs pos="30000">
                      <a:schemeClr val="tx1"/>
                    </a:gs>
                  </a:gsLst>
                  <a:lin ang="5400000" scaled="0"/>
                </a:gradFill>
              </a:rPr>
              <a:t>this</a:t>
            </a:r>
            <a:r>
              <a:rPr lang="lv-LV" sz="1800" spc="-38" dirty="0">
                <a:gradFill>
                  <a:gsLst>
                    <a:gs pos="2917">
                      <a:schemeClr val="tx1"/>
                    </a:gs>
                    <a:gs pos="30000">
                      <a:schemeClr val="tx1"/>
                    </a:gs>
                  </a:gsLst>
                  <a:lin ang="5400000" scaled="0"/>
                </a:gradFill>
              </a:rPr>
              <a:t> URL. </a:t>
            </a:r>
            <a:r>
              <a:rPr lang="lv-LV" sz="1800" spc="-38" dirty="0" err="1">
                <a:gradFill>
                  <a:gsLst>
                    <a:gs pos="2917">
                      <a:schemeClr val="tx1"/>
                    </a:gs>
                    <a:gs pos="30000">
                      <a:schemeClr val="tx1"/>
                    </a:gs>
                  </a:gsLst>
                  <a:lin ang="5400000" scaled="0"/>
                </a:gradFill>
              </a:rPr>
              <a:t>Show</a:t>
            </a:r>
            <a:r>
              <a:rPr lang="lv-LV" sz="1800" spc="-38" dirty="0">
                <a:gradFill>
                  <a:gsLst>
                    <a:gs pos="2917">
                      <a:schemeClr val="tx1"/>
                    </a:gs>
                    <a:gs pos="30000">
                      <a:schemeClr val="tx1"/>
                    </a:gs>
                  </a:gsLst>
                  <a:lin ang="5400000" scaled="0"/>
                </a:gradFill>
              </a:rPr>
              <a:t> QR</a:t>
            </a:r>
          </a:p>
        </p:txBody>
      </p:sp>
    </p:spTree>
    <p:extLst>
      <p:ext uri="{BB962C8B-B14F-4D97-AF65-F5344CB8AC3E}">
        <p14:creationId xmlns:p14="http://schemas.microsoft.com/office/powerpoint/2010/main" val="2421635674"/>
      </p:ext>
    </p:extLst>
  </p:cSld>
  <p:clrMapOvr>
    <a:masterClrMapping/>
  </p:clrMapOvr>
  <p:transition>
    <p:fade/>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lv-LV" dirty="0" smtClean="0"/>
              <a:t>Q&amp;A</a:t>
            </a:r>
            <a:endParaRPr lang="lv-LV" dirty="0"/>
          </a:p>
        </p:txBody>
      </p:sp>
    </p:spTree>
    <p:extLst>
      <p:ext uri="{BB962C8B-B14F-4D97-AF65-F5344CB8AC3E}">
        <p14:creationId xmlns:p14="http://schemas.microsoft.com/office/powerpoint/2010/main" val="1648040470"/>
      </p:ext>
    </p:extLst>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3.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MS1444_Windows Azure Template 16x9_r08a">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2.xml><?xml version="1.0" encoding="utf-8"?>
<a:theme xmlns:a="http://schemas.openxmlformats.org/drawingml/2006/main" name="White with Consolas font for code slides">
  <a:themeElements>
    <a:clrScheme name="Custom 12">
      <a:dk1>
        <a:srgbClr val="292929"/>
      </a:dk1>
      <a:lt1>
        <a:srgbClr val="FFFFFF"/>
      </a:lt1>
      <a:dk2>
        <a:srgbClr val="5F5F5F"/>
      </a:dk2>
      <a:lt2>
        <a:srgbClr val="DDDDDD"/>
      </a:lt2>
      <a:accent1>
        <a:srgbClr val="FFBE00"/>
      </a:accent1>
      <a:accent2>
        <a:srgbClr val="00AEEF"/>
      </a:accent2>
      <a:accent3>
        <a:srgbClr val="910091"/>
      </a:accent3>
      <a:accent4>
        <a:srgbClr val="00A600"/>
      </a:accent4>
      <a:accent5>
        <a:srgbClr val="FF0000"/>
      </a:accent5>
      <a:accent6>
        <a:srgbClr val="0071BC"/>
      </a:accent6>
      <a:hlink>
        <a:srgbClr val="0000A6"/>
      </a:hlink>
      <a:folHlink>
        <a:srgbClr val="0071BC"/>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a:defRPr dirty="0" err="1" smtClean="0">
            <a:gradFill>
              <a:gsLst>
                <a:gs pos="417">
                  <a:srgbClr val="000000"/>
                </a:gs>
                <a:gs pos="100000">
                  <a:srgbClr val="000000"/>
                </a:gs>
              </a:gsLst>
              <a:lin ang="5400000" scaled="0"/>
            </a:gradFill>
          </a:defRPr>
        </a:defPPr>
      </a:lstStyle>
    </a:txDef>
  </a:objectDefaults>
  <a:extraClrSchemeLst/>
</a:theme>
</file>

<file path=ppt/theme/theme3.xml><?xml version="1.0" encoding="utf-8"?>
<a:theme xmlns:a="http://schemas.openxmlformats.org/drawingml/2006/main" name="1_MS1444_Windows Azure Template 16x9_r08a">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4.xml><?xml version="1.0" encoding="utf-8"?>
<a:theme xmlns:a="http://schemas.openxmlformats.org/drawingml/2006/main" name="3-30070_Windows_Server_Management_Marketing_Template_16x9">
  <a:themeElements>
    <a:clrScheme name="WSMM_v02">
      <a:dk1>
        <a:srgbClr val="505050"/>
      </a:dk1>
      <a:lt1>
        <a:srgbClr val="EFEFEF"/>
      </a:lt1>
      <a:dk2>
        <a:srgbClr val="00188F"/>
      </a:dk2>
      <a:lt2>
        <a:srgbClr val="969696"/>
      </a:lt2>
      <a:accent1>
        <a:srgbClr val="00188F"/>
      </a:accent1>
      <a:accent2>
        <a:srgbClr val="7FBA00"/>
      </a:accent2>
      <a:accent3>
        <a:srgbClr val="FF8C00"/>
      </a:accent3>
      <a:accent4>
        <a:srgbClr val="002050"/>
      </a:accent4>
      <a:accent5>
        <a:srgbClr val="007233"/>
      </a:accent5>
      <a:accent6>
        <a:srgbClr val="FFB900"/>
      </a:accent6>
      <a:hlink>
        <a:srgbClr val="00188F"/>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ctr" defTabSz="914099" fontAlgn="base">
          <a:lnSpc>
            <a:spcPct val="90000"/>
          </a:lnSpc>
          <a:spcBef>
            <a:spcPct val="0"/>
          </a:spcBef>
          <a:spcAft>
            <a:spcPct val="0"/>
          </a:spcAft>
          <a:defRPr sz="2000" spc="-50" dirty="0" smtClean="0">
            <a:gradFill>
              <a:gsLst>
                <a:gs pos="1250">
                  <a:schemeClr val="bg1"/>
                </a:gs>
                <a:gs pos="10417">
                  <a:schemeClr val="bg1"/>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2880" tIns="146304" rIns="182880" bIns="146304" rtlCol="0">
        <a:spAutoFit/>
      </a:bodyPr>
      <a:lstStyle>
        <a:defPPr>
          <a:lnSpc>
            <a:spcPct val="90000"/>
          </a:lnSpc>
          <a:defRPr sz="2400" spc="-50" dirty="0" smtClean="0">
            <a:gradFill>
              <a:gsLst>
                <a:gs pos="2917">
                  <a:schemeClr val="tx1"/>
                </a:gs>
                <a:gs pos="30000">
                  <a:schemeClr val="tx1"/>
                </a:gs>
              </a:gsLst>
              <a:lin ang="5400000" scaled="0"/>
            </a:gradFill>
          </a:defRPr>
        </a:defPPr>
      </a:lstStyle>
    </a:txDef>
  </a:objectDefaults>
  <a:extraClrScheme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3-30070_Windows_Server_Management_Marketing_Template_16x9">
  <a:themeElements>
    <a:clrScheme name="WSMM_v02">
      <a:dk1>
        <a:srgbClr val="505050"/>
      </a:dk1>
      <a:lt1>
        <a:srgbClr val="EFEFEF"/>
      </a:lt1>
      <a:dk2>
        <a:srgbClr val="00188F"/>
      </a:dk2>
      <a:lt2>
        <a:srgbClr val="969696"/>
      </a:lt2>
      <a:accent1>
        <a:srgbClr val="00188F"/>
      </a:accent1>
      <a:accent2>
        <a:srgbClr val="7FBA00"/>
      </a:accent2>
      <a:accent3>
        <a:srgbClr val="FF8C00"/>
      </a:accent3>
      <a:accent4>
        <a:srgbClr val="002050"/>
      </a:accent4>
      <a:accent5>
        <a:srgbClr val="007233"/>
      </a:accent5>
      <a:accent6>
        <a:srgbClr val="FFB900"/>
      </a:accent6>
      <a:hlink>
        <a:srgbClr val="00188F"/>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2"/>
        </a:solidFill>
        <a:ln>
          <a:noFill/>
          <a:headEnd type="none" w="med" len="med"/>
          <a:tailEnd type="none" w="med" len="med"/>
        </a:ln>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ctr" defTabSz="914099" fontAlgn="base">
          <a:lnSpc>
            <a:spcPct val="90000"/>
          </a:lnSpc>
          <a:spcBef>
            <a:spcPct val="0"/>
          </a:spcBef>
          <a:spcAft>
            <a:spcPct val="0"/>
          </a:spcAft>
          <a:defRPr sz="2000" spc="-50" dirty="0" smtClean="0">
            <a:gradFill>
              <a:gsLst>
                <a:gs pos="1250">
                  <a:schemeClr val="bg1"/>
                </a:gs>
                <a:gs pos="10417">
                  <a:schemeClr val="bg1"/>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182880" tIns="146304" rIns="182880" bIns="146304" rtlCol="0">
        <a:spAutoFit/>
      </a:bodyPr>
      <a:lstStyle>
        <a:defPPr>
          <a:lnSpc>
            <a:spcPct val="90000"/>
          </a:lnSpc>
          <a:defRPr sz="2400" spc="-50" dirty="0" smtClean="0">
            <a:gradFill>
              <a:gsLst>
                <a:gs pos="2917">
                  <a:schemeClr val="tx1"/>
                </a:gs>
                <a:gs pos="30000">
                  <a:schemeClr val="tx1"/>
                </a:gs>
              </a:gsLst>
              <a:lin ang="5400000" scaled="0"/>
            </a:gradFill>
          </a:defRPr>
        </a:defPPr>
      </a:lstStyle>
    </a:txDef>
  </a:objectDefaults>
  <a:extraClrScheme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p:properties xmlns:p="http://schemas.microsoft.com/office/2006/metadata/properties" xmlns:xsi="http://www.w3.org/2001/XMLSchema-instance" xmlns:pc="http://schemas.microsoft.com/office/infopath/2007/PartnerControls">
  <documentManagement>
    <IndustriesTaxHTField0 xmlns="4e240d41-6d38-4eac-9584-b3f543b50010">
      <Terms xmlns="http://schemas.microsoft.com/office/infopath/2007/PartnerControls"/>
    </IndustriesTaxHTField0>
    <DocumentSetKcId xmlns="7b813d5f-7206-4d46-95a5-a58185f478af">182036</DocumentSetKcId>
    <DocumentDescription xmlns="4e240d41-6d38-4eac-9584-b3f543b50010" xsi:nil="true"/>
    <ActivitiesAndProgramsTaxHTField0 xmlns="4e240d41-6d38-4eac-9584-b3f543b50010">
      <Terms xmlns="http://schemas.microsoft.com/office/infopath/2007/PartnerControls"/>
    </ActivitiesAndProgramsTaxHTField0>
    <IconOverlay xmlns="http://schemas.microsoft.com/sharepoint/v4" xsi:nil="true"/>
    <LanguagesTaxHTField0 xmlns="4e240d41-6d38-4eac-9584-b3f543b50010">
      <Terms xmlns="http://schemas.microsoft.com/office/infopath/2007/PartnerControls">
        <TermInfo xmlns="http://schemas.microsoft.com/office/infopath/2007/PartnerControls">
          <TermName xmlns="http://schemas.microsoft.com/office/infopath/2007/PartnerControls">English</TermName>
          <TermId xmlns="http://schemas.microsoft.com/office/infopath/2007/PartnerControls">cb91f272-ce4d-4a7e-9bbf-78b58e3d188d</TermId>
        </TermInfo>
      </Terms>
    </LanguagesTaxHTField0>
    <h1e7aaa5788c480c922636922fec8914 xmlns="4e240d41-6d38-4eac-9584-b3f543b50010">
      <Terms xmlns="http://schemas.microsoft.com/office/infopath/2007/PartnerControls">
        <TermInfo xmlns="http://schemas.microsoft.com/office/infopath/2007/PartnerControls">
          <TermName xmlns="http://schemas.microsoft.com/office/infopath/2007/PartnerControls">Windows Server 2012 Product Hub</TermName>
          <TermId xmlns="http://schemas.microsoft.com/office/infopath/2007/PartnerControls">9680f7e1-62aa-4565-8eee-0dd887e1036e</TermId>
        </TermInfo>
      </Terms>
    </h1e7aaa5788c480c922636922fec8914>
    <AudiencesTaxHTField0 xmlns="4e240d41-6d38-4eac-9584-b3f543b50010">
      <Terms xmlns="http://schemas.microsoft.com/office/infopath/2007/PartnerControls"/>
    </AudiencesTaxHTField0>
    <ConfidentialityTaxHTField0 xmlns="4e240d41-6d38-4eac-9584-b3f543b50010">
      <Terms xmlns="http://schemas.microsoft.com/office/infopath/2007/PartnerControls">
        <TermInfo xmlns="http://schemas.microsoft.com/office/infopath/2007/PartnerControls">
          <TermName xmlns="http://schemas.microsoft.com/office/infopath/2007/PartnerControls">Microsoft confidential</TermName>
          <TermId xmlns="http://schemas.microsoft.com/office/infopath/2007/PartnerControls">461efa83-0283-486a-a8d5-943328f3693f</TermId>
        </TermInfo>
      </Terms>
    </ConfidentialityTaxHTField0>
    <Thumbnail1 xmlns="4e240d41-6d38-4eac-9584-b3f543b50010">
      <Url>http://infopedia/kc02/media/Thumbnails/Server%20and%20Tools%20Business/KC00-15-182036/KC00-15-183632.png</Url>
      <Description>/kc02/media/Thumbnails/Server and Tools Business/KC00-15-182036/KC00-15-183632.png</Description>
    </Thumbnail1>
    <TopicsTaxHTField0 xmlns="4e240d41-6d38-4eac-9584-b3f543b50010">
      <Terms xmlns="http://schemas.microsoft.com/office/infopath/2007/PartnerControls"/>
    </TopicsTaxHTField0>
    <ProductsTaxHTField0 xmlns="4e240d41-6d38-4eac-9584-b3f543b50010">
      <Terms xmlns="http://schemas.microsoft.com/office/infopath/2007/PartnerControls">
        <TermInfo xmlns="http://schemas.microsoft.com/office/infopath/2007/PartnerControls">
          <TermName xmlns="http://schemas.microsoft.com/office/infopath/2007/PartnerControls">Windows Azure</TermName>
          <TermId xmlns="http://schemas.microsoft.com/office/infopath/2007/PartnerControls">669a3112-5edf-444b-a003-630063601f07</TermId>
        </TermInfo>
        <TermInfo xmlns="http://schemas.microsoft.com/office/infopath/2007/PartnerControls">
          <TermName xmlns="http://schemas.microsoft.com/office/infopath/2007/PartnerControls">Windows Server</TermName>
          <TermId xmlns="http://schemas.microsoft.com/office/infopath/2007/PartnerControls">ca5543fc-6710-4f1f-bdee-81c42361029e</TermId>
        </TermInfo>
        <TermInfo xmlns="http://schemas.microsoft.com/office/infopath/2007/PartnerControls">
          <TermName xmlns="http://schemas.microsoft.com/office/infopath/2007/PartnerControls">Windows Server 2012</TermName>
          <TermId xmlns="http://schemas.microsoft.com/office/infopath/2007/PartnerControls">45a9334f-064e-4d69-9f00-bdaeb3da49a3</TermId>
        </TermInfo>
      </Terms>
    </ProductsTaxHTField0>
    <RegionTaxHTField0 xmlns="4e240d41-6d38-4eac-9584-b3f543b50010">
      <Terms xmlns="http://schemas.microsoft.com/office/infopath/2007/PartnerControls"/>
    </RegionTaxHTField0>
    <Owner xmlns="4e240d41-6d38-4eac-9584-b3f543b50010">
      <UserInfo>
        <DisplayName>Chris Van Wesep</DisplayName>
        <AccountId>57390</AccountId>
        <AccountType/>
      </UserInfo>
    </Owner>
    <RoutingRuleDescription xmlns="http://schemas.microsoft.com/sharepoint/v3" xsi:nil="true"/>
    <SegmentsTaxHTField0 xmlns="4e240d41-6d38-4eac-9584-b3f543b50010">
      <Terms xmlns="http://schemas.microsoft.com/office/infopath/2007/PartnerControls"/>
    </SegmentsTaxHTField0>
    <ItemTypeTaxHTField0 xmlns="4e240d41-6d38-4eac-9584-b3f543b50010">
      <Terms xmlns="http://schemas.microsoft.com/office/infopath/2007/PartnerControls">
        <TermInfo xmlns="http://schemas.microsoft.com/office/infopath/2007/PartnerControls">
          <TermName xmlns="http://schemas.microsoft.com/office/infopath/2007/PartnerControls">customer presentations</TermName>
          <TermId xmlns="http://schemas.microsoft.com/office/infopath/2007/PartnerControls">18e9ae94-e321-4eea-82d2-ad5b2f470f3c</TermId>
        </TermInfo>
      </Terms>
    </ItemTypeTaxHTField0>
    <BusinessArchitectureTaxHTField0 xmlns="4e240d41-6d38-4eac-9584-b3f543b50010">
      <Terms xmlns="http://schemas.microsoft.com/office/infopath/2007/PartnerControls">
        <TermInfo xmlns="http://schemas.microsoft.com/office/infopath/2007/PartnerControls">
          <TermName xmlns="http://schemas.microsoft.com/office/infopath/2007/PartnerControls">cloud strategy</TermName>
          <TermId xmlns="http://schemas.microsoft.com/office/infopath/2007/PartnerControls">121261ad-9df9-4843-973c-8f450aa31df9</TermId>
        </TermInfo>
        <TermInfo xmlns="http://schemas.microsoft.com/office/infopath/2007/PartnerControls">
          <TermName xmlns="http://schemas.microsoft.com/office/infopath/2007/PartnerControls">consumerization of IT</TermName>
          <TermId xmlns="http://schemas.microsoft.com/office/infopath/2007/PartnerControls">a9d127ea-c2de-4570-8af4-adcaf619ddf6</TermId>
        </TermInfo>
        <TermInfo xmlns="http://schemas.microsoft.com/office/infopath/2007/PartnerControls">
          <TermName xmlns="http://schemas.microsoft.com/office/infopath/2007/PartnerControls">Device Security ＆ Management</TermName>
          <TermId xmlns="http://schemas.microsoft.com/office/infopath/2007/PartnerControls">701e0c80-984c-44e2-89f8-d7dc1b68e02b</TermId>
        </TermInfo>
        <TermInfo xmlns="http://schemas.microsoft.com/office/infopath/2007/PartnerControls">
          <TermName xmlns="http://schemas.microsoft.com/office/infopath/2007/PartnerControls">private cloud computing</TermName>
          <TermId xmlns="http://schemas.microsoft.com/office/infopath/2007/PartnerControls">b65b5efe-ecf0-44d4-86c8-f1f5ebadd1ff</TermId>
        </TermInfo>
        <TermInfo xmlns="http://schemas.microsoft.com/office/infopath/2007/PartnerControls">
          <TermName xmlns="http://schemas.microsoft.com/office/infopath/2007/PartnerControls">Windows Azure Services on Windows Server</TermName>
          <TermId xmlns="http://schemas.microsoft.com/office/infopath/2007/PartnerControls">b4d58c48-18a9-4bd2-bb79-3132937a81cc</TermId>
        </TermInfo>
      </Terms>
    </BusinessArchitectureTaxHTField0>
    <GroupsTaxHTField0 xmlns="4e240d41-6d38-4eac-9584-b3f543b50010">
      <Terms xmlns="http://schemas.microsoft.com/office/infopath/2007/PartnerControls">
        <TermInfo xmlns="http://schemas.microsoft.com/office/infopath/2007/PartnerControls">
          <TermName xmlns="http://schemas.microsoft.com/office/infopath/2007/PartnerControls">Windows Server and Management Marketing</TermName>
          <TermId xmlns="http://schemas.microsoft.com/office/infopath/2007/PartnerControls">ec7aef82-469a-47dc-9ac7-2821a36193b3</TermId>
        </TermInfo>
      </Terms>
    </GroupsTaxHTField0>
    <TagTemplate xmlns="4e240d41-6d38-4eac-9584-b3f543b50010" xsi:nil="true"/>
    <TaxCatchAll xmlns="230e9df3-be65-4c73-a93b-d1236ebd677e">
      <Value>21</Value>
      <Value>10163</Value>
      <Value>10921</Value>
      <Value>17842</Value>
      <Value>10849</Value>
      <Value>18497</Value>
      <Value>14509</Value>
      <Value>10314</Value>
      <Value>19184</Value>
      <Value>10056</Value>
      <Value>13172</Value>
      <Value>18495</Value>
      <Value>18494</Value>
      <Value>18440</Value>
    </TaxCatchAll>
    <RolesTaxHTField0 xmlns="4e240d41-6d38-4eac-9584-b3f543b50010">
      <Terms xmlns="http://schemas.microsoft.com/office/infopath/2007/PartnerControls"/>
    </RolesTaxHTField0>
    <CoOwner xmlns="4e240d41-6d38-4eac-9584-b3f543b50010">
      <UserInfo>
        <DisplayName>REDMOND\marney</DisplayName>
        <AccountId>42081</AccountId>
        <AccountType/>
      </UserInfo>
    </CoOwner>
    <PartnersTaxHTField0 xmlns="4e240d41-6d38-4eac-9584-b3f543b50010">
      <Terms xmlns="http://schemas.microsoft.com/office/infopath/2007/PartnerControls"/>
    </PartnersTaxHTField0>
    <CompetitorsTaxHTField0 xmlns="4e240d41-6d38-4eac-9584-b3f543b50010">
      <Terms xmlns="http://schemas.microsoft.com/office/infopath/2007/PartnerControls"/>
    </CompetitorsTaxHTField0>
    <SMSGDomainTaxHTField0 xmlns="4e240d41-6d38-4eac-9584-b3f543b50010">
      <Terms xmlns="http://schemas.microsoft.com/office/infopath/2007/PartnerControls">
        <TermInfo xmlns="http://schemas.microsoft.com/office/infopath/2007/PartnerControls">
          <TermName xmlns="http://schemas.microsoft.com/office/infopath/2007/PartnerControls">Server and Tools Business</TermName>
          <TermId xmlns="http://schemas.microsoft.com/office/infopath/2007/PartnerControls">6783548d-8609-4f97-be4a-4ca2616905a6</TermId>
        </TermInfo>
      </Terms>
    </SMSGDomainTaxHTField0>
    <TaxKeywordTaxHTField xmlns="230e9df3-be65-4c73-a93b-d1236ebd677e">
      <Terms xmlns="http://schemas.microsoft.com/office/infopath/2007/PartnerControls"/>
    </TaxKeywordTaxHTField>
    <_dlc_DocId xmlns="230e9df3-be65-4c73-a93b-d1236ebd677e">KC00-15-183632</_dlc_DocId>
    <_dlc_DocIdUrl xmlns="230e9df3-be65-4c73-a93b-d1236ebd677e">
      <Url>http://infopedia/docstore/_layouts/DocIdRedir.aspx?ID=KC00-15-183632</Url>
      <Description>KC00-15-183632</Description>
    </_dlc_DocIdUrl>
    <AverageRating xmlns="http://schemas.microsoft.com/sharepoint/v3" xsi:nil="true"/>
    <PublishDate xmlns="4e240d41-6d38-4eac-9584-b3f543b50010" xsi:nil="true"/>
    <PublishingPageContent xmlns="http://schemas.microsoft.com/sharepoint/v3" xsi:nil="true"/>
    <PublishingExpirationDate xmlns="http://schemas.microsoft.com/sharepoint/v3" xsi:nil="true"/>
    <ApplyWorkflowRules xmlns="4e240d41-6d38-4eac-9584-b3f543b50010">Yes</ApplyWorkflowRules>
  </documentManagement>
</p:properties>
</file>

<file path=customXml/item2.xml><?xml version="1.0" encoding="utf-8"?>
<ct:contentTypeSchema xmlns:ct="http://schemas.microsoft.com/office/2006/metadata/contentType" xmlns:ma="http://schemas.microsoft.com/office/2006/metadata/properties/metaAttributes" ct:_="" ma:_="" ma:contentTypeName="KCDoc" ma:contentTypeID="0x010100FF1FAB0DEDE9AF4ABA57B67AF4A9F3210200596A0E07C3E77448942F9A5D1E81E582" ma:contentTypeVersion="63" ma:contentTypeDescription="" ma:contentTypeScope="" ma:versionID="2d2e4ff990b72acda0cba2e404fb64fc">
  <xsd:schema xmlns:xsd="http://www.w3.org/2001/XMLSchema" xmlns:xs="http://www.w3.org/2001/XMLSchema" xmlns:p="http://schemas.microsoft.com/office/2006/metadata/properties" xmlns:ns1="http://schemas.microsoft.com/sharepoint/v3" xmlns:ns2="230e9df3-be65-4c73-a93b-d1236ebd677e" xmlns:ns3="4e240d41-6d38-4eac-9584-b3f543b50010" xmlns:ns4="7b813d5f-7206-4d46-95a5-a58185f478af" xmlns:ns5="http://schemas.microsoft.com/sharepoint/v4" targetNamespace="http://schemas.microsoft.com/office/2006/metadata/properties" ma:root="true" ma:fieldsID="2c443b21c2065ebb03a618b5b7f946f9" ns1:_="" ns2:_="" ns3:_="" ns4:_="" ns5:_="">
    <xsd:import namespace="http://schemas.microsoft.com/sharepoint/v3"/>
    <xsd:import namespace="230e9df3-be65-4c73-a93b-d1236ebd677e"/>
    <xsd:import namespace="4e240d41-6d38-4eac-9584-b3f543b50010"/>
    <xsd:import namespace="7b813d5f-7206-4d46-95a5-a58185f478af"/>
    <xsd:import namespace="http://schemas.microsoft.com/sharepoint/v4"/>
    <xsd:element name="properties">
      <xsd:complexType>
        <xsd:sequence>
          <xsd:element name="documentManagement">
            <xsd:complexType>
              <xsd:all>
                <xsd:element ref="ns3:Thumbnail1" minOccurs="0"/>
                <xsd:element ref="ns3:DocumentDescription" minOccurs="0"/>
                <xsd:element ref="ns1:AverageRating" minOccurs="0"/>
                <xsd:element ref="ns1:RatingCount" minOccurs="0"/>
                <xsd:element ref="ns3:CoOwner" minOccurs="0"/>
                <xsd:element ref="ns3:Owner" minOccurs="0"/>
                <xsd:element ref="ns4:DocumentSetKcId" minOccurs="0"/>
                <xsd:element ref="ns3:TagTemplate" minOccurs="0"/>
                <xsd:element ref="ns3:PublishDate" minOccurs="0"/>
                <xsd:element ref="ns1:PublishingExpirationDate" minOccurs="0"/>
                <xsd:element ref="ns1:PublishingPageContent" minOccurs="0"/>
                <xsd:element ref="ns3:AudiencesTaxHTField0" minOccurs="0"/>
                <xsd:element ref="ns2:TaxKeywordTaxHTField" minOccurs="0"/>
                <xsd:element ref="ns3:RegionTaxHTField0" minOccurs="0"/>
                <xsd:element ref="ns2:_dlc_DocId" minOccurs="0"/>
                <xsd:element ref="ns3:ConfidentialityTaxHTField0" minOccurs="0"/>
                <xsd:element ref="ns2:_dlc_DocIdUrl" minOccurs="0"/>
                <xsd:element ref="ns3:BusinessArchitectureTaxHTField0" minOccurs="0"/>
                <xsd:element ref="ns2:_dlc_DocIdPersistId" minOccurs="0"/>
                <xsd:element ref="ns3:TopicsTaxHTField0" minOccurs="0"/>
                <xsd:element ref="ns5:IconOverlay" minOccurs="0"/>
                <xsd:element ref="ns3:GroupsTaxHTField0" minOccurs="0"/>
                <xsd:element ref="ns3:PartnersTaxHTField0" minOccurs="0"/>
                <xsd:element ref="ns2:TaxCatchAll" minOccurs="0"/>
                <xsd:element ref="ns3:ActivitiesAndProgramsTaxHTField0" minOccurs="0"/>
                <xsd:element ref="ns3:RolesTaxHTField0" minOccurs="0"/>
                <xsd:element ref="ns2:TaxCatchAllLabel" minOccurs="0"/>
                <xsd:element ref="ns1:RoutingRuleDescription" minOccurs="0"/>
                <xsd:element ref="ns3:SMSGDomainTaxHTField0" minOccurs="0"/>
                <xsd:element ref="ns3:ProductsTaxHTField0" minOccurs="0"/>
                <xsd:element ref="ns1:_vti_ItemDeclaredRecord" minOccurs="0"/>
                <xsd:element ref="ns1:_vti_ItemHoldRecordStatus" minOccurs="0"/>
                <xsd:element ref="ns3:LanguagesTaxHTField0" minOccurs="0"/>
                <xsd:element ref="ns3:CompetitorsTaxHTField0" minOccurs="0"/>
                <xsd:element ref="ns3:h1e7aaa5788c480c922636922fec8914" minOccurs="0"/>
                <xsd:element ref="ns3:ItemTypeTaxHTField0" minOccurs="0"/>
                <xsd:element ref="ns3:IndustriesTaxHTField0" minOccurs="0"/>
                <xsd:element ref="ns3:SegmentsTaxHTField0" minOccurs="0"/>
                <xsd:element ref="ns3:ApplyWorkflowRul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7" nillable="true" ma:displayName="Rating (0-5)" ma:decimals="2" ma:description="Average value of all the ratings that have been submitted" ma:indexed="true" ma:internalName="Rating_x0020__x0028_0_x002d_5_x0029_" ma:readOnly="true">
      <xsd:simpleType>
        <xsd:restriction base="dms:Number"/>
      </xsd:simpleType>
    </xsd:element>
    <xsd:element name="RatingCount" ma:index="8" nillable="true" ma:displayName="Number of Ratings" ma:decimals="0" ma:description="Number of ratings submitted" ma:indexed="true" ma:internalName="Number_x0020_of_x0020_Ratings" ma:readOnly="true">
      <xsd:simpleType>
        <xsd:restriction base="dms:Number"/>
      </xsd:simpleType>
    </xsd:element>
    <xsd:element name="PublishingExpirationDate" ma:index="29" nillable="true" ma:displayName="Scheduling End Date" ma:internalName="PublishingExpirationDate">
      <xsd:simpleType>
        <xsd:restriction base="dms:Unknown"/>
      </xsd:simpleType>
    </xsd:element>
    <xsd:element name="PublishingPageContent" ma:index="30" nillable="true" ma:displayName="Page Content" ma:internalName="PublishingPageContent">
      <xsd:simpleType>
        <xsd:restriction base="dms:Unknown"/>
      </xsd:simpleType>
    </xsd:element>
    <xsd:element name="RoutingRuleDescription" ma:index="49" nillable="true" ma:displayName="Description" ma:hidden="true" ma:internalName="RoutingRuleDescription" ma:readOnly="false">
      <xsd:simpleType>
        <xsd:restriction base="dms:Text">
          <xsd:maxLength value="255"/>
        </xsd:restriction>
      </xsd:simpleType>
    </xsd:element>
    <xsd:element name="_vti_ItemDeclaredRecord" ma:index="55" nillable="true" ma:displayName="Declared Record" ma:hidden="true" ma:internalName="_vti_ItemDeclaredRecord" ma:readOnly="true">
      <xsd:simpleType>
        <xsd:restriction base="dms:DateTime"/>
      </xsd:simpleType>
    </xsd:element>
    <xsd:element name="_vti_ItemHoldRecordStatus" ma:index="56" nillable="true" ma:displayName="Hold and Record Status" ma:decimals="0" ma:description="" ma:hidden="true" ma:indexed="true" ma:internalName="_vti_ItemHoldRecordStatu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KeywordTaxHTField" ma:index="33" nillable="true" ma:taxonomy="true" ma:internalName="TaxKeywordTaxHTField" ma:taxonomyFieldName="TaxKeyword" ma:displayName="Enterprise Keywords" ma:readOnly="true"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element name="_dlc_DocId" ma:index="35" nillable="true" ma:displayName="Document ID Value" ma:description="The value of the document ID assigned to this item." ma:indexed="true" ma:internalName="_dlc_DocId" ma:readOnly="true">
      <xsd:simpleType>
        <xsd:restriction base="dms:Text"/>
      </xsd:simpleType>
    </xsd:element>
    <xsd:element name="_dlc_DocIdUrl" ma:index="37"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39" nillable="true" ma:displayName="Persist ID" ma:description="Keep ID on add." ma:hidden="true" ma:internalName="_dlc_DocIdPersistId" ma:readOnly="true">
      <xsd:simpleType>
        <xsd:restriction base="dms:Boolean"/>
      </xsd:simpleType>
    </xsd:element>
    <xsd:element name="TaxCatchAll" ma:index="44" nillable="true" ma:displayName="Taxonomy Catch All Column" ma:hidden="true" ma:list="{cca7b197-9018-4002-9750-a2693d6b6f1f}" ma:internalName="TaxCatchAll" ma:showField="CatchAllData" ma:web="4e240d41-6d38-4eac-9584-b3f543b50010">
      <xsd:complexType>
        <xsd:complexContent>
          <xsd:extension base="dms:MultiChoiceLookup">
            <xsd:sequence>
              <xsd:element name="Value" type="dms:Lookup" maxOccurs="unbounded" minOccurs="0" nillable="true"/>
            </xsd:sequence>
          </xsd:extension>
        </xsd:complexContent>
      </xsd:complexType>
    </xsd:element>
    <xsd:element name="TaxCatchAllLabel" ma:index="47" nillable="true" ma:displayName="Taxonomy Catch All Column1" ma:hidden="true" ma:list="{cca7b197-9018-4002-9750-a2693d6b6f1f}" ma:internalName="TaxCatchAllLabel" ma:readOnly="true" ma:showField="CatchAllDataLabel" ma:web="4e240d41-6d38-4eac-9584-b3f543b5001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4e240d41-6d38-4eac-9584-b3f543b50010" elementFormDefault="qualified">
    <xsd:import namespace="http://schemas.microsoft.com/office/2006/documentManagement/types"/>
    <xsd:import namespace="http://schemas.microsoft.com/office/infopath/2007/PartnerControls"/>
    <xsd:element name="Thumbnail1" ma:index="5" nillable="true" ma:displayName="Thumbnail" ma:format="Hyperlink" ma:internalName="Thumbnail1">
      <xsd:complexType>
        <xsd:complexContent>
          <xsd:extension base="dms:URL">
            <xsd:sequence>
              <xsd:element name="Url" type="dms:ValidUrl" minOccurs="0" nillable="true"/>
              <xsd:element name="Description" type="xsd:string" nillable="true"/>
            </xsd:sequence>
          </xsd:extension>
        </xsd:complexContent>
      </xsd:complexType>
    </xsd:element>
    <xsd:element name="DocumentDescription" ma:index="6" nillable="true" ma:displayName="Document Description" ma:description="Document Description for document content type KCDoc" ma:internalName="DocumentDescription">
      <xsd:simpleType>
        <xsd:restriction base="dms:Note"/>
      </xsd:simpleType>
    </xsd:element>
    <xsd:element name="CoOwner" ma:index="21" nillable="true" ma:displayName="Co-Owner" ma:list="UserInfo" ma:SearchPeopleOnly="false" ma:SharePointGroup="0" ma:internalName="CoOwner" ma:readOnly="true" ma:showField="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Owner" ma:index="23" nillable="true" ma:displayName="Owner" ma:description="Must be an FTE" ma:indexed="true" ma:list="UserInfo" ma:SharePointGroup="0" ma:internalName="Owner" ma:readOnly="false" ma:showField="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TagTemplate" ma:index="26" nillable="true" ma:displayName="TagTemplate" ma:internalName="TagTemplate0">
      <xsd:simpleType>
        <xsd:restriction base="dms:Text">
          <xsd:maxLength value="255"/>
        </xsd:restriction>
      </xsd:simpleType>
    </xsd:element>
    <xsd:element name="PublishDate" ma:index="28" nillable="true" ma:displayName="PublishDate" ma:description="Used in Blog Posts, this date is used to specify the Blog Article Date." ma:format="DateOnly" ma:internalName="PublishDate">
      <xsd:simpleType>
        <xsd:restriction base="dms:DateTime"/>
      </xsd:simpleType>
    </xsd:element>
    <xsd:element name="AudiencesTaxHTField0" ma:index="32" nillable="true" ma:taxonomy="true" ma:internalName="AudiencesTaxHTField0" ma:taxonomyFieldName="Audiences" ma:displayName="Customer Audiences" ma:readOnly="false" ma:default="" ma:fieldId="{e142f759-3ac7-4b2f-96cb-1e9174b500b8}" ma:taxonomyMulti="true" ma:sspId="e385fb40-52d4-4fae-9c5b-3e8ff8a5878e" ma:termSetId="a611a704-4666-406e-a571-a6e9bb4a2dcc" ma:anchorId="8a0280e9-c6e8-4e3c-80d6-8db643b96ddd" ma:open="false" ma:isKeyword="false">
      <xsd:complexType>
        <xsd:sequence>
          <xsd:element ref="pc:Terms" minOccurs="0" maxOccurs="1"/>
        </xsd:sequence>
      </xsd:complexType>
    </xsd:element>
    <xsd:element name="RegionTaxHTField0" ma:index="34" nillable="true" ma:taxonomy="true" ma:internalName="RegionTaxHTField0" ma:taxonomyFieldName="Region" ma:displayName="Region" ma:readOnly="false" ma:default="" ma:fieldId="{4737695a-1cd7-4a2e-b339-4aad0188abb4}" ma:taxonomyMulti="true" ma:sspId="e385fb40-52d4-4fae-9c5b-3e8ff8a5878e" ma:termSetId="a611a704-4666-406e-a571-a6e9bb4a2dcc" ma:anchorId="c5404caa-7d82-41c6-82c2-0230c1d96864" ma:open="false" ma:isKeyword="false">
      <xsd:complexType>
        <xsd:sequence>
          <xsd:element ref="pc:Terms" minOccurs="0" maxOccurs="1"/>
        </xsd:sequence>
      </xsd:complexType>
    </xsd:element>
    <xsd:element name="ConfidentialityTaxHTField0" ma:index="36" nillable="true" ma:taxonomy="true" ma:internalName="ConfidentialityTaxHTField0" ma:taxonomyFieldName="Confidentiality" ma:displayName="Confidentiality" ma:indexed="true" ma:readOnly="false" ma:default="21;#Microsoft confidential|461efa83-0283-486a-a8d5-943328f3693f" ma:fieldId="{78ab4373-53e1-48d5-ab4d-d29698f3efd9}" ma:sspId="e385fb40-52d4-4fae-9c5b-3e8ff8a5878e" ma:termSetId="e0e820dc-7da0-48b9-8472-209c7e82d1d0" ma:anchorId="00000000-0000-0000-0000-000000000000" ma:open="false" ma:isKeyword="false">
      <xsd:complexType>
        <xsd:sequence>
          <xsd:element ref="pc:Terms" minOccurs="0" maxOccurs="1"/>
        </xsd:sequence>
      </xsd:complexType>
    </xsd:element>
    <xsd:element name="BusinessArchitectureTaxHTField0" ma:index="38" nillable="true" ma:taxonomy="true" ma:internalName="BusinessArchitectureTaxHTField0" ma:taxonomyFieldName="BusinessArchitecture" ma:displayName="Business Architecture" ma:readOnly="false" ma:default="" ma:fieldId="{d7cf789b-4ee0-44de-b4df-8d5b0482baa9}" ma:taxonomyMulti="true" ma:sspId="e385fb40-52d4-4fae-9c5b-3e8ff8a5878e" ma:termSetId="d039009f-2da8-468b-bf5e-ff4693a9f72f" ma:anchorId="1951c1e0-4cc7-414f-a435-7369277bc757" ma:open="false" ma:isKeyword="false">
      <xsd:complexType>
        <xsd:sequence>
          <xsd:element ref="pc:Terms" minOccurs="0" maxOccurs="1"/>
        </xsd:sequence>
      </xsd:complexType>
    </xsd:element>
    <xsd:element name="TopicsTaxHTField0" ma:index="40" nillable="true" ma:taxonomy="true" ma:internalName="TopicsTaxHTField0" ma:taxonomyFieldName="Topics" ma:displayName="Topics" ma:readOnly="false" ma:default="" ma:fieldId="{878ad871-6083-42b1-a9d8-caa3411e86f2}" ma:taxonomyMulti="true" ma:sspId="e385fb40-52d4-4fae-9c5b-3e8ff8a5878e" ma:termSetId="d039009f-2da8-468b-bf5e-ff4693a9f72f" ma:anchorId="ddcce936-3357-448e-8326-e6fdfddfb752" ma:open="false" ma:isKeyword="false">
      <xsd:complexType>
        <xsd:sequence>
          <xsd:element ref="pc:Terms" minOccurs="0" maxOccurs="1"/>
        </xsd:sequence>
      </xsd:complexType>
    </xsd:element>
    <xsd:element name="GroupsTaxHTField0" ma:index="42" nillable="true" ma:taxonomy="true" ma:internalName="GroupsTaxHTField0" ma:taxonomyFieldName="Groups" ma:displayName="Groups" ma:readOnly="false" ma:default="" ma:fieldId="{822c6b82-c53e-484c-9c53-5c6ce5969db5}" ma:taxonomyMulti="true" ma:sspId="e385fb40-52d4-4fae-9c5b-3e8ff8a5878e" ma:termSetId="d039009f-2da8-468b-bf5e-ff4693a9f72f" ma:anchorId="ec38e82f-eddf-4553-aa72-f3bd3c1d5855" ma:open="false" ma:isKeyword="false">
      <xsd:complexType>
        <xsd:sequence>
          <xsd:element ref="pc:Terms" minOccurs="0" maxOccurs="1"/>
        </xsd:sequence>
      </xsd:complexType>
    </xsd:element>
    <xsd:element name="PartnersTaxHTField0" ma:index="43" nillable="true" ma:taxonomy="true" ma:internalName="PartnersTaxHTField0" ma:taxonomyFieldName="Partners" ma:displayName="Partners" ma:readOnly="true" ma:default="" ma:fieldId="{7c281638-d92a-454e-b8fe-7088c941df66}" ma:taxonomyMulti="true" ma:sspId="e385fb40-52d4-4fae-9c5b-3e8ff8a5878e" ma:termSetId="a611a704-4666-406e-a571-a6e9bb4a2dcc" ma:anchorId="dd1a91fa-3198-4561-9b04-bc737b2a8291" ma:open="false" ma:isKeyword="false">
      <xsd:complexType>
        <xsd:sequence>
          <xsd:element ref="pc:Terms" minOccurs="0" maxOccurs="1"/>
        </xsd:sequence>
      </xsd:complexType>
    </xsd:element>
    <xsd:element name="ActivitiesAndProgramsTaxHTField0" ma:index="45" nillable="true" ma:taxonomy="true" ma:internalName="ActivitiesAndProgramsTaxHTField0" ma:taxonomyFieldName="ActivitiesAndPrograms" ma:displayName="Activities &amp; Programs" ma:readOnly="false" ma:default="" ma:fieldId="{b1238bc0-413c-4dea-a499-043137e11d15}" ma:taxonomyMulti="true" ma:sspId="e385fb40-52d4-4fae-9c5b-3e8ff8a5878e" ma:termSetId="d039009f-2da8-468b-bf5e-ff4693a9f72f" ma:anchorId="846d39ff-6475-4006-99df-de42970d666e" ma:open="false" ma:isKeyword="false">
      <xsd:complexType>
        <xsd:sequence>
          <xsd:element ref="pc:Terms" minOccurs="0" maxOccurs="1"/>
        </xsd:sequence>
      </xsd:complexType>
    </xsd:element>
    <xsd:element name="RolesTaxHTField0" ma:index="46" nillable="true" ma:taxonomy="true" ma:internalName="RolesTaxHTField0" ma:taxonomyFieldName="Roles" ma:displayName="Roles" ma:readOnly="true" ma:default="" ma:fieldId="{147013c4-c08e-4610-8a54-80ec865dae35}" ma:taxonomyMulti="true" ma:sspId="e385fb40-52d4-4fae-9c5b-3e8ff8a5878e" ma:termSetId="a611a704-4666-406e-a571-a6e9bb4a2dcc" ma:anchorId="c9a07ef0-4236-4915-97ca-1b3392dac369" ma:open="false" ma:isKeyword="false">
      <xsd:complexType>
        <xsd:sequence>
          <xsd:element ref="pc:Terms" minOccurs="0" maxOccurs="1"/>
        </xsd:sequence>
      </xsd:complexType>
    </xsd:element>
    <xsd:element name="SMSGDomainTaxHTField0" ma:index="51" nillable="true" ma:taxonomy="true" ma:internalName="SMSGDomainTaxHTField0" ma:taxonomyFieldName="SMSGDomain" ma:displayName="SMSG Domain" ma:readOnly="true" ma:default="" ma:fieldId="{2c8f543d-b3fa-4810-874a-ad0f88d0f61a}" ma:taxonomyMulti="true" ma:sspId="e385fb40-52d4-4fae-9c5b-3e8ff8a5878e" ma:termSetId="a611a704-4666-406e-a571-a6e9bb4a2dcc" ma:anchorId="dd7a2ee5-7d01-4a82-9346-1eefa47ece8b" ma:open="false" ma:isKeyword="false">
      <xsd:complexType>
        <xsd:sequence>
          <xsd:element ref="pc:Terms" minOccurs="0" maxOccurs="1"/>
        </xsd:sequence>
      </xsd:complexType>
    </xsd:element>
    <xsd:element name="ProductsTaxHTField0" ma:index="52" nillable="true" ma:taxonomy="true" ma:internalName="ProductsTaxHTField0" ma:taxonomyFieldName="Products" ma:displayName="Products &amp; Technologies" ma:readOnly="false" ma:default="" ma:fieldId="{461032cf-5451-4cac-8727-96de1535ed65}" ma:taxonomyMulti="true" ma:sspId="e385fb40-52d4-4fae-9c5b-3e8ff8a5878e" ma:termSetId="a611a704-4666-406e-a571-a6e9bb4a2dcc" ma:anchorId="f7bdd4ba-8e81-43d6-a504-860f505d5c97" ma:open="false" ma:isKeyword="false">
      <xsd:complexType>
        <xsd:sequence>
          <xsd:element ref="pc:Terms" minOccurs="0" maxOccurs="1"/>
        </xsd:sequence>
      </xsd:complexType>
    </xsd:element>
    <xsd:element name="LanguagesTaxHTField0" ma:index="57" nillable="true" ma:taxonomy="true" ma:internalName="LanguagesTaxHTField0" ma:taxonomyFieldName="Languages" ma:displayName="Languages" ma:default="" ma:fieldId="{57b7e61f-5f00-4c23-b9fb-7e2af434aabb}" ma:taxonomyMulti="true" ma:sspId="e385fb40-52d4-4fae-9c5b-3e8ff8a5878e" ma:termSetId="a611a704-4666-406e-a571-a6e9bb4a2dcc" ma:anchorId="c5f267fd-fa38-4ffe-a1d8-2693d87e90bc" ma:open="false" ma:isKeyword="false">
      <xsd:complexType>
        <xsd:sequence>
          <xsd:element ref="pc:Terms" minOccurs="0" maxOccurs="1"/>
        </xsd:sequence>
      </xsd:complexType>
    </xsd:element>
    <xsd:element name="CompetitorsTaxHTField0" ma:index="61" nillable="true" ma:taxonomy="true" ma:internalName="CompetitorsTaxHTField0" ma:taxonomyFieldName="Competitors" ma:displayName="Competition" ma:readOnly="true" ma:default="" ma:fieldId="{033f61ce-97ac-4204-9e44-87296a243ffe}" ma:taxonomyMulti="true" ma:sspId="e385fb40-52d4-4fae-9c5b-3e8ff8a5878e" ma:termSetId="a611a704-4666-406e-a571-a6e9bb4a2dcc" ma:anchorId="718f8fd0-b740-48bc-92ad-5700213c04b2" ma:open="false" ma:isKeyword="false">
      <xsd:complexType>
        <xsd:sequence>
          <xsd:element ref="pc:Terms" minOccurs="0" maxOccurs="1"/>
        </xsd:sequence>
      </xsd:complexType>
    </xsd:element>
    <xsd:element name="h1e7aaa5788c480c922636922fec8914" ma:index="62" nillable="true" ma:taxonomy="true" ma:internalName="h1e7aaa5788c480c922636922fec8914" ma:taxonomyFieldName="messageframeworktype" ma:displayName="SMSG Local Taxonomy" ma:readOnly="false" ma:default="" ma:fieldId="{11e7aaa5-788c-480c-9226-36922fec8914}" ma:taxonomyMulti="true" ma:sspId="e385fb40-52d4-4fae-9c5b-3e8ff8a5878e" ma:termSetId="3e722879-8567-4839-b7c6-80b3907c7bba" ma:anchorId="00000000-0000-0000-0000-000000000000" ma:open="true" ma:isKeyword="false">
      <xsd:complexType>
        <xsd:sequence>
          <xsd:element ref="pc:Terms" minOccurs="0" maxOccurs="1"/>
        </xsd:sequence>
      </xsd:complexType>
    </xsd:element>
    <xsd:element name="ItemTypeTaxHTField0" ma:index="63" nillable="true" ma:taxonomy="true" ma:internalName="ItemTypeTaxHTField0" ma:taxonomyFieldName="ItemType" ma:displayName="Item Type" ma:default="" ma:fieldId="{d147f11f-8a15-4fb8-8d37-5fb29263610d}" ma:taxonomyMulti="true" ma:sspId="e385fb40-52d4-4fae-9c5b-3e8ff8a5878e" ma:termSetId="a611a704-4666-406e-a571-a6e9bb4a2dcc" ma:anchorId="3d59bf14-be35-4b82-81a4-70bbe2a90cc2" ma:open="false" ma:isKeyword="false">
      <xsd:complexType>
        <xsd:sequence>
          <xsd:element ref="pc:Terms" minOccurs="0" maxOccurs="1"/>
        </xsd:sequence>
      </xsd:complexType>
    </xsd:element>
    <xsd:element name="IndustriesTaxHTField0" ma:index="64" nillable="true" ma:taxonomy="true" ma:internalName="IndustriesTaxHTField0" ma:taxonomyFieldName="Industries" ma:displayName="Industries" ma:readOnly="false" ma:default="" ma:fieldId="{28af9966-4172-49a2-8fcb-8642a15f1fc5}" ma:taxonomyMulti="true" ma:sspId="e385fb40-52d4-4fae-9c5b-3e8ff8a5878e" ma:termSetId="a611a704-4666-406e-a571-a6e9bb4a2dcc" ma:anchorId="322da17f-7441-43de-8ac8-ca7d62aec02b" ma:open="false" ma:isKeyword="false">
      <xsd:complexType>
        <xsd:sequence>
          <xsd:element ref="pc:Terms" minOccurs="0" maxOccurs="1"/>
        </xsd:sequence>
      </xsd:complexType>
    </xsd:element>
    <xsd:element name="SegmentsTaxHTField0" ma:index="66" nillable="true" ma:taxonomy="true" ma:internalName="SegmentsTaxHTField0" ma:taxonomyFieldName="Segments" ma:displayName="Customer Segments" ma:readOnly="false" ma:default="" ma:fieldId="{5810de59-adc2-4212-9275-76550f6ccd4e}" ma:taxonomyMulti="true" ma:sspId="e385fb40-52d4-4fae-9c5b-3e8ff8a5878e" ma:termSetId="a611a704-4666-406e-a571-a6e9bb4a2dcc" ma:anchorId="dd7a2ee5-7d01-4a82-9346-1eefa47ece8b" ma:open="false" ma:isKeyword="false">
      <xsd:complexType>
        <xsd:sequence>
          <xsd:element ref="pc:Terms" minOccurs="0" maxOccurs="1"/>
        </xsd:sequence>
      </xsd:complexType>
    </xsd:element>
    <xsd:element name="ApplyWorkflowRules" ma:index="67" nillable="true" ma:displayName="ApplyWorkflowRules" ma:default="Yes" ma:description="This columns is used to help to apply the workflow rules on Document Sets / Documents. by Default the Value is Yes" ma:format="Dropdown" ma:hidden="true" ma:internalName="ApplyWorkflowRules" ma:readOnly="false">
      <xsd:simpleType>
        <xsd:restriction base="dms:Choice">
          <xsd:enumeration value="Yes"/>
          <xsd:enumeration value="No"/>
        </xsd:restriction>
      </xsd:simpleType>
    </xsd:element>
  </xsd:schema>
  <xsd:schema xmlns:xsd="http://www.w3.org/2001/XMLSchema" xmlns:xs="http://www.w3.org/2001/XMLSchema" xmlns:dms="http://schemas.microsoft.com/office/2006/documentManagement/types" xmlns:pc="http://schemas.microsoft.com/office/infopath/2007/PartnerControls" targetNamespace="7b813d5f-7206-4d46-95a5-a58185f478af" elementFormDefault="qualified">
    <xsd:import namespace="http://schemas.microsoft.com/office/2006/documentManagement/types"/>
    <xsd:import namespace="http://schemas.microsoft.com/office/infopath/2007/PartnerControls"/>
    <xsd:element name="DocumentSetKcId" ma:index="25" nillable="true" ma:displayName="DocumentSetKcId" ma:indexed="true" ma:internalName="DocumentSetKcId" ma:readOnly="false">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41" nillable="true" ma:displayName="IconOverlay" ma:hidden="true" ma:internalName="IconOverla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6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SharedContentType xmlns="Microsoft.SharePoint.Taxonomy.ContentTypeSync" SourceId="e385fb40-52d4-4fae-9c5b-3e8ff8a5878e" ContentTypeId="0x010100FF1FAB0DEDE9AF4ABA57B67AF4A9F321" PreviousValue="false"/>
</file>

<file path=customXml/item4.xml><?xml version="1.0" encoding="utf-8"?>
<?mso-contentType ?>
<FormTemplates xmlns="http://schemas.microsoft.com/sharepoint/v3/contenttype/forms">
  <Display>DocumentLibraryForm</Display>
  <Edit>DocumentLibraryForm</Edit>
  <New>DocumentLibraryForm</New>
</FormTemplates>
</file>

<file path=customXml/item5.xml><?xml version="1.0" encoding="utf-8"?>
<?mso-contentType ?>
<spe:Receivers xmlns:spe="http://schemas.microsoft.com/sharepoint/events">
  <Receiver>
    <Name>Document ID Generator</Name>
    <Synchronization>Synchronous</Synchronization>
    <Type>10001</Type>
    <SequenceNumber>1000</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10002</Type>
    <SequenceNumber>1001</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10004</Type>
    <SequenceNumber>1002</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10006</Type>
    <SequenceNumber>1003</SequenceNumber>
    <Assembly>Microsoft.Office.DocumentManagement, Version=14.0.0.0, Culture=neutral, PublicKeyToken=71e9bce111e9429c</Assembly>
    <Class>Microsoft.Office.DocumentManagement.Internal.DocIdHandler</Class>
    <Data/>
    <Filter/>
  </Receiver>
  <Receiver>
    <Name>Document ID Generator</Name>
    <Synchronization>Synchronous</Synchronization>
    <Type>10009</Type>
    <SequenceNumber>1004</SequenceNumber>
    <Assembly>Microsoft.Office.DocumentManagement, Version=14.0.0.0,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69B2F97D-0457-4986-9734-D03EB073C5EA}">
  <ds:schemaRefs>
    <ds:schemaRef ds:uri="4e240d41-6d38-4eac-9584-b3f543b50010"/>
    <ds:schemaRef ds:uri="http://purl.org/dc/dcmitype/"/>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7b813d5f-7206-4d46-95a5-a58185f478af"/>
    <ds:schemaRef ds:uri="http://schemas.microsoft.com/office/infopath/2007/PartnerControls"/>
    <ds:schemaRef ds:uri="http://purl.org/dc/terms/"/>
    <ds:schemaRef ds:uri="230e9df3-be65-4c73-a93b-d1236ebd677e"/>
    <ds:schemaRef ds:uri="http://schemas.microsoft.com/sharepoint/v4"/>
    <ds:schemaRef ds:uri="http://schemas.microsoft.com/sharepoint/v3"/>
    <ds:schemaRef ds:uri="http://www.w3.org/XML/1998/namespace"/>
  </ds:schemaRefs>
</ds:datastoreItem>
</file>

<file path=customXml/itemProps2.xml><?xml version="1.0" encoding="utf-8"?>
<ds:datastoreItem xmlns:ds="http://schemas.openxmlformats.org/officeDocument/2006/customXml" ds:itemID="{EF1F6AE3-F2F2-44B5-B2AA-22FAC2E005E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30e9df3-be65-4c73-a93b-d1236ebd677e"/>
    <ds:schemaRef ds:uri="4e240d41-6d38-4eac-9584-b3f543b50010"/>
    <ds:schemaRef ds:uri="7b813d5f-7206-4d46-95a5-a58185f478af"/>
    <ds:schemaRef ds:uri="http://schemas.microsoft.com/sharepoint/v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A3451FA-85E2-45E9-8E68-A9AA1C9E3338}">
  <ds:schemaRefs>
    <ds:schemaRef ds:uri="Microsoft.SharePoint.Taxonomy.ContentTypeSync"/>
  </ds:schemaRefs>
</ds:datastoreItem>
</file>

<file path=customXml/itemProps4.xml><?xml version="1.0" encoding="utf-8"?>
<ds:datastoreItem xmlns:ds="http://schemas.openxmlformats.org/officeDocument/2006/customXml" ds:itemID="{B882D8D6-9D38-4159-A398-AAC3689D3D7C}">
  <ds:schemaRefs>
    <ds:schemaRef ds:uri="http://schemas.microsoft.com/sharepoint/v3/contenttype/forms"/>
  </ds:schemaRefs>
</ds:datastoreItem>
</file>

<file path=customXml/itemProps5.xml><?xml version="1.0" encoding="utf-8"?>
<ds:datastoreItem xmlns:ds="http://schemas.openxmlformats.org/officeDocument/2006/customXml" ds:itemID="{03EAF0BB-A9BA-4C78-AF48-BC96CAE228A2}">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otalTime>22754</TotalTime>
  <Words>3906</Words>
  <Application>Microsoft Office PowerPoint</Application>
  <PresentationFormat>On-screen Show (4:3)</PresentationFormat>
  <Paragraphs>342</Paragraphs>
  <Slides>38</Slides>
  <Notes>29</Notes>
  <HiddenSlides>21</HiddenSlides>
  <MMClips>0</MMClips>
  <ScaleCrop>false</ScaleCrop>
  <HeadingPairs>
    <vt:vector size="6" baseType="variant">
      <vt:variant>
        <vt:lpstr>Fonts Used</vt:lpstr>
      </vt:variant>
      <vt:variant>
        <vt:i4>7</vt:i4>
      </vt:variant>
      <vt:variant>
        <vt:lpstr>Theme</vt:lpstr>
      </vt:variant>
      <vt:variant>
        <vt:i4>6</vt:i4>
      </vt:variant>
      <vt:variant>
        <vt:lpstr>Slide Titles</vt:lpstr>
      </vt:variant>
      <vt:variant>
        <vt:i4>38</vt:i4>
      </vt:variant>
    </vt:vector>
  </HeadingPairs>
  <TitlesOfParts>
    <vt:vector size="51" baseType="lpstr">
      <vt:lpstr>Arial</vt:lpstr>
      <vt:lpstr>Calibri</vt:lpstr>
      <vt:lpstr>Calibri Light</vt:lpstr>
      <vt:lpstr>Consolas</vt:lpstr>
      <vt:lpstr>Segoe UI</vt:lpstr>
      <vt:lpstr>Segoe UI Light</vt:lpstr>
      <vt:lpstr>Wingdings</vt:lpstr>
      <vt:lpstr>MS1444_Windows Azure Template 16x9_r08a</vt:lpstr>
      <vt:lpstr>White with Consolas font for code slides</vt:lpstr>
      <vt:lpstr>1_MS1444_Windows Azure Template 16x9_r08a</vt:lpstr>
      <vt:lpstr>3-30070_Windows_Server_Management_Marketing_Template_16x9</vt:lpstr>
      <vt:lpstr>Custom Design</vt:lpstr>
      <vt:lpstr>1_3-30070_Windows_Server_Management_Marketing_Template_16x9</vt:lpstr>
      <vt:lpstr>Communicating Windows Azure Service Bus with multiple platforms </vt:lpstr>
      <vt:lpstr>Content</vt:lpstr>
      <vt:lpstr>Service    Bus</vt:lpstr>
      <vt:lpstr>from «ESB» counterpart</vt:lpstr>
      <vt:lpstr>Use Case</vt:lpstr>
      <vt:lpstr>Example: Tightly Coupled Application</vt:lpstr>
      <vt:lpstr>Example: Tightly Coupled Application</vt:lpstr>
      <vt:lpstr>Example: Loosely Coupled Application</vt:lpstr>
      <vt:lpstr>Example: Loosely Coupled Application</vt:lpstr>
      <vt:lpstr>Benefits</vt:lpstr>
      <vt:lpstr>Various Models</vt:lpstr>
      <vt:lpstr>Openness</vt:lpstr>
      <vt:lpstr>Demo</vt:lpstr>
      <vt:lpstr>Performance Metrics</vt:lpstr>
      <vt:lpstr>Maximum throughput       Up to 2,000 messages per second *  Average latency       100 ms </vt:lpstr>
      <vt:lpstr>Pricing</vt:lpstr>
      <vt:lpstr>€0.0075 for every 10,000 messages *</vt:lpstr>
      <vt:lpstr>Q &amp; A</vt:lpstr>
      <vt:lpstr>Example: Loosely Coupled Application</vt:lpstr>
      <vt:lpstr>Example: Loosely Coupled Application</vt:lpstr>
      <vt:lpstr>Messaging Features</vt:lpstr>
      <vt:lpstr>Service Bus Queues One way asynchronous messaging.</vt:lpstr>
      <vt:lpstr>Service Bus Queues</vt:lpstr>
      <vt:lpstr>Example: ServiceBus Queues</vt:lpstr>
      <vt:lpstr>Service Bus</vt:lpstr>
      <vt:lpstr>Service Bus topics and subscriptions Publish-subscribe one-to-many messaging.</vt:lpstr>
      <vt:lpstr>Service Bus … relay</vt:lpstr>
      <vt:lpstr>Example : Service Bus Topics</vt:lpstr>
      <vt:lpstr>Service Bus Topics/Subscriptions</vt:lpstr>
      <vt:lpstr>Example: ServiceBus Queues</vt:lpstr>
      <vt:lpstr>Service Bus Topics</vt:lpstr>
      <vt:lpstr>Process and Execution Model</vt:lpstr>
      <vt:lpstr>Service Bus Gateway</vt:lpstr>
      <vt:lpstr>Service Bus Message Broker</vt:lpstr>
      <vt:lpstr>Service Bus Platform Stack &amp; Deployment</vt:lpstr>
      <vt:lpstr>Comparing Service Bus 1.0 with Windows Azure Service Bus</vt:lpstr>
      <vt:lpstr>PowerPoint Presentation</vt:lpstr>
      <vt:lpstr>Q&amp;A</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 Bus 1.0 - Technical Deck</dc:title>
  <dc:creator>Mike Downey</dc:creator>
  <cp:keywords/>
  <dc:description>Template: Greg Flowers, Artitudes Design
Formatting: Robin E. Warren, Artitudes Design
Event Date:
Event Location:
Audience Type:</dc:description>
  <cp:lastModifiedBy>Aigars Macins</cp:lastModifiedBy>
  <cp:revision>405</cp:revision>
  <dcterms:created xsi:type="dcterms:W3CDTF">2011-03-29T16:07:22Z</dcterms:created>
  <dcterms:modified xsi:type="dcterms:W3CDTF">2013-09-17T10:34:19Z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0x010100FF1FAB0DEDE9AF4ABA57B67AF4A9F3210200596A0E07C3E77448942F9A5D1E81E582</vt:lpwstr>
  </property>
  <property fmtid="{D5CDD505-2E9C-101B-9397-08002B2CF9AE}" pid="3" name="IsMyDocuments">
    <vt:bool>true</vt:bool>
  </property>
  <property fmtid="{D5CDD505-2E9C-101B-9397-08002B2CF9AE}" pid="4" name="TaxKeyword">
    <vt:lpwstr/>
  </property>
  <property fmtid="{D5CDD505-2E9C-101B-9397-08002B2CF9AE}" pid="5" name="Audiences">
    <vt:lpwstr/>
  </property>
  <property fmtid="{D5CDD505-2E9C-101B-9397-08002B2CF9AE}" pid="6" name="Region">
    <vt:lpwstr/>
  </property>
  <property fmtid="{D5CDD505-2E9C-101B-9397-08002B2CF9AE}" pid="7" name="Segments">
    <vt:lpwstr/>
  </property>
  <property fmtid="{D5CDD505-2E9C-101B-9397-08002B2CF9AE}" pid="8" name="Confidentiality">
    <vt:lpwstr>21;#Microsoft confidential|461efa83-0283-486a-a8d5-943328f3693f</vt:lpwstr>
  </property>
  <property fmtid="{D5CDD505-2E9C-101B-9397-08002B2CF9AE}" pid="9" name="ActivitiesAndPrograms">
    <vt:lpwstr/>
  </property>
  <property fmtid="{D5CDD505-2E9C-101B-9397-08002B2CF9AE}" pid="10" name="Partners">
    <vt:lpwstr/>
  </property>
  <property fmtid="{D5CDD505-2E9C-101B-9397-08002B2CF9AE}" pid="11" name="Groups">
    <vt:lpwstr>18497;#Windows Server and Management Marketing|ec7aef82-469a-47dc-9ac7-2821a36193b3</vt:lpwstr>
  </property>
  <property fmtid="{D5CDD505-2E9C-101B-9397-08002B2CF9AE}" pid="12" name="Topics">
    <vt:lpwstr/>
  </property>
  <property fmtid="{D5CDD505-2E9C-101B-9397-08002B2CF9AE}" pid="13" name="messageframeworktype">
    <vt:lpwstr>18495;#Windows Server 2012 Product Hub|9680f7e1-62aa-4565-8eee-0dd887e1036e</vt:lpwstr>
  </property>
  <property fmtid="{D5CDD505-2E9C-101B-9397-08002B2CF9AE}" pid="14" name="Industries">
    <vt:lpwstr/>
  </property>
  <property fmtid="{D5CDD505-2E9C-101B-9397-08002B2CF9AE}" pid="15" name="Roles">
    <vt:lpwstr/>
  </property>
  <property fmtid="{D5CDD505-2E9C-101B-9397-08002B2CF9AE}" pid="16" name="SMSGDomain">
    <vt:lpwstr>13172;#Server and Tools Business|6783548d-8609-4f97-be4a-4ca2616905a6</vt:lpwstr>
  </property>
  <property fmtid="{D5CDD505-2E9C-101B-9397-08002B2CF9AE}" pid="17" name="Competitors">
    <vt:lpwstr/>
  </property>
  <property fmtid="{D5CDD505-2E9C-101B-9397-08002B2CF9AE}" pid="18" name="BusinessArchitecture">
    <vt:lpwstr>17842;#cloud strategy|121261ad-9df9-4843-973c-8f450aa31df9;#10163;#consumerization of IT|a9d127ea-c2de-4570-8af4-adcaf619ddf6;#18440;#Device Security ＆ Management|701e0c80-984c-44e2-89f8-d7dc1b68e02b;#14509;#private cloud computing|b65b5efe-ecf0-44d4-86c8</vt:lpwstr>
  </property>
  <property fmtid="{D5CDD505-2E9C-101B-9397-08002B2CF9AE}" pid="19" name="Products">
    <vt:lpwstr>10921;#Windows Azure|669a3112-5edf-444b-a003-630063601f07;#10314;#Windows Server|ca5543fc-6710-4f1f-bdee-81c42361029e;#18494;#Windows Server 2012|45a9334f-064e-4d69-9f00-bdaeb3da49a3</vt:lpwstr>
  </property>
  <property fmtid="{D5CDD505-2E9C-101B-9397-08002B2CF9AE}" pid="20" name="_dlc_policyId">
    <vt:lpwstr/>
  </property>
  <property fmtid="{D5CDD505-2E9C-101B-9397-08002B2CF9AE}" pid="21" name="ItemRetentionFormula">
    <vt:lpwstr/>
  </property>
  <property fmtid="{D5CDD505-2E9C-101B-9397-08002B2CF9AE}" pid="22" name="ItemType">
    <vt:lpwstr>10849;#customer presentations|18e9ae94-e321-4eea-82d2-ad5b2f470f3c</vt:lpwstr>
  </property>
  <property fmtid="{D5CDD505-2E9C-101B-9397-08002B2CF9AE}" pid="23" name="LastUpdatedByBatchTagging">
    <vt:bool>false</vt:bool>
  </property>
  <property fmtid="{D5CDD505-2E9C-101B-9397-08002B2CF9AE}" pid="24" name="Languages">
    <vt:lpwstr>10056;#English|cb91f272-ce4d-4a7e-9bbf-78b58e3d188d</vt:lpwstr>
  </property>
  <property fmtid="{D5CDD505-2E9C-101B-9397-08002B2CF9AE}" pid="25" name="_dlc_DocIdItemGuid">
    <vt:lpwstr>81cd5c14-69c0-4ec9-b2b2-6900e869e997</vt:lpwstr>
  </property>
  <property fmtid="{D5CDD505-2E9C-101B-9397-08002B2CF9AE}" pid="26" name="WorkflowChangePath">
    <vt:lpwstr>d3765c0c-e2b5-4307-934b-d5d862e93ab3,3;d3765c0c-e2b5-4307-934b-d5d862e93ab3,3;d3765c0c-e2b5-4307-934b-d5d862e93ab3,12;d3765c0c-e2b5-4307-934b-d5d862e93ab3,12;d3765c0c-e2b5-4307-934b-d5d862e93ab3,20;d3765c0c-e2b5-4307-934b-d5d862e93ab3,20;</vt:lpwstr>
  </property>
  <property fmtid="{D5CDD505-2E9C-101B-9397-08002B2CF9AE}" pid="27" name="SMSGTags">
    <vt:lpwstr/>
  </property>
  <property fmtid="{D5CDD505-2E9C-101B-9397-08002B2CF9AE}" pid="28" name="EnterpriseDomainTags">
    <vt:lpwstr/>
  </property>
  <property fmtid="{D5CDD505-2E9C-101B-9397-08002B2CF9AE}" pid="29" name="EnterpriseDomainTagsTaxHTField0">
    <vt:lpwstr/>
  </property>
  <property fmtid="{D5CDD505-2E9C-101B-9397-08002B2CF9AE}" pid="30" name="_docset_NoMedatataSyncRequired">
    <vt:lpwstr>False</vt:lpwstr>
  </property>
  <property fmtid="{D5CDD505-2E9C-101B-9397-08002B2CF9AE}" pid="31" name="SMSGTagsTaxHTField0">
    <vt:lpwstr/>
  </property>
  <property fmtid="{D5CDD505-2E9C-101B-9397-08002B2CF9AE}" pid="32" name="Order">
    <vt:r8>18363200</vt:r8>
  </property>
</Properties>
</file>